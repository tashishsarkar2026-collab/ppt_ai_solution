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9AA0A6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a1c5dec8c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a1c5dec8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1c5dec8c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1c5dec8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1c5dec8c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1c5dec8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1c5dec8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1c5dec8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a1c5dec8c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a1c5dec8c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1c5dec8cc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1c5dec8cc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a1c5dec8c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a1c5dec8c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a1c5dec8cc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a1c5dec8cc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a1c5dec8cc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a1c5dec8cc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a1c5dec8cc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a1c5dec8cc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a1c5dec8cc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a1c5dec8cc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a1c5dec8cc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a1c5dec8cc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a1c5dec8cc_0_1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a1c5dec8cc_0_1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a1c5dec8cc_0_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a1c5dec8cc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a1c5dec8cc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a1c5dec8cc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a1c5dec8cc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a1c5dec8cc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a1c5dec8cc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a1c5dec8cc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a1c5dec8cc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a1c5dec8cc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a1c5dec8cc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a1c5dec8cc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a1c5dec8cc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a1c5dec8cc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a1c5dec8cc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a1c5dec8cc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a1c5dec8cc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a1c5dec8cc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a1c5dec8cc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a1c5dec8cc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a1c5dec8cc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a1c5dec8cc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a1c5dec8cc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a1c5dec8cc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a1c5dec8cc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a1c5dec8cc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a1c5dec8cc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a1c5dec8cc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a1c5dec8cc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a1c5dec8cc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ga1c5dec8cc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0" name="Google Shape;2030;ga1c5dec8cc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361950" y="209550"/>
            <a:ext cx="41148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Resume Infographics</a:t>
            </a:r>
            <a:endParaRPr b="1" sz="2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59">
          <p15:clr>
            <a:srgbClr val="FA7B17"/>
          </p15:clr>
        </p15:guide>
        <p15:guide id="2" pos="288">
          <p15:clr>
            <a:srgbClr val="FA7B17"/>
          </p15:clr>
        </p15:guide>
        <p15:guide id="3" orient="horz" pos="2981">
          <p15:clr>
            <a:srgbClr val="FA7B17"/>
          </p15:clr>
        </p15:guide>
        <p15:guide id="4" pos="5472">
          <p15:clr>
            <a:srgbClr val="FA7B17"/>
          </p15:clr>
        </p15:guide>
        <p15:guide id="5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1048450" y="4706660"/>
            <a:ext cx="6249111" cy="364824"/>
          </a:xfrm>
          <a:custGeom>
            <a:rect b="b" l="l" r="r" t="t"/>
            <a:pathLst>
              <a:path extrusionOk="0" h="9441" w="161716">
                <a:moveTo>
                  <a:pt x="80858" y="1"/>
                </a:moveTo>
                <a:cubicBezTo>
                  <a:pt x="36193" y="1"/>
                  <a:pt x="0" y="2136"/>
                  <a:pt x="0" y="4738"/>
                </a:cubicBezTo>
                <a:cubicBezTo>
                  <a:pt x="0" y="7339"/>
                  <a:pt x="36193" y="9441"/>
                  <a:pt x="80858" y="9441"/>
                </a:cubicBezTo>
                <a:cubicBezTo>
                  <a:pt x="125523" y="9441"/>
                  <a:pt x="161716" y="7339"/>
                  <a:pt x="161716" y="4738"/>
                </a:cubicBezTo>
                <a:cubicBezTo>
                  <a:pt x="161716" y="2136"/>
                  <a:pt x="125523" y="1"/>
                  <a:pt x="808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213700" y="1909667"/>
            <a:ext cx="4352730" cy="2993171"/>
          </a:xfrm>
          <a:custGeom>
            <a:rect b="b" l="l" r="r" t="t"/>
            <a:pathLst>
              <a:path extrusionOk="0" h="77458" w="112641">
                <a:moveTo>
                  <a:pt x="72178" y="1"/>
                </a:moveTo>
                <a:cubicBezTo>
                  <a:pt x="70210" y="67"/>
                  <a:pt x="68475" y="1302"/>
                  <a:pt x="67775" y="3103"/>
                </a:cubicBezTo>
                <a:cubicBezTo>
                  <a:pt x="66074" y="7339"/>
                  <a:pt x="61804" y="10341"/>
                  <a:pt x="57467" y="10341"/>
                </a:cubicBezTo>
                <a:lnTo>
                  <a:pt x="15004" y="10341"/>
                </a:lnTo>
                <a:cubicBezTo>
                  <a:pt x="12735" y="10442"/>
                  <a:pt x="10801" y="12076"/>
                  <a:pt x="10367" y="14344"/>
                </a:cubicBezTo>
                <a:lnTo>
                  <a:pt x="460" y="73453"/>
                </a:lnTo>
                <a:cubicBezTo>
                  <a:pt x="1" y="75520"/>
                  <a:pt x="1606" y="77458"/>
                  <a:pt x="3690" y="77458"/>
                </a:cubicBezTo>
                <a:cubicBezTo>
                  <a:pt x="3725" y="77458"/>
                  <a:pt x="3760" y="77457"/>
                  <a:pt x="3796" y="77456"/>
                </a:cubicBezTo>
                <a:lnTo>
                  <a:pt x="95995" y="77456"/>
                </a:lnTo>
                <a:cubicBezTo>
                  <a:pt x="98297" y="77356"/>
                  <a:pt x="100231" y="75688"/>
                  <a:pt x="100632" y="73420"/>
                </a:cubicBezTo>
                <a:lnTo>
                  <a:pt x="112273" y="4004"/>
                </a:lnTo>
                <a:cubicBezTo>
                  <a:pt x="112640" y="1802"/>
                  <a:pt x="111139" y="1"/>
                  <a:pt x="108937" y="1"/>
                </a:cubicBez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213700" y="1909667"/>
            <a:ext cx="4352730" cy="2993171"/>
          </a:xfrm>
          <a:custGeom>
            <a:rect b="b" l="l" r="r" t="t"/>
            <a:pathLst>
              <a:path extrusionOk="0" h="77458" w="112641">
                <a:moveTo>
                  <a:pt x="72178" y="1"/>
                </a:moveTo>
                <a:cubicBezTo>
                  <a:pt x="70210" y="67"/>
                  <a:pt x="68475" y="1302"/>
                  <a:pt x="67775" y="3103"/>
                </a:cubicBezTo>
                <a:cubicBezTo>
                  <a:pt x="66074" y="7339"/>
                  <a:pt x="61804" y="10341"/>
                  <a:pt x="57467" y="10341"/>
                </a:cubicBezTo>
                <a:lnTo>
                  <a:pt x="15004" y="10341"/>
                </a:lnTo>
                <a:cubicBezTo>
                  <a:pt x="12735" y="10442"/>
                  <a:pt x="10801" y="12076"/>
                  <a:pt x="10367" y="14344"/>
                </a:cubicBezTo>
                <a:lnTo>
                  <a:pt x="460" y="73453"/>
                </a:lnTo>
                <a:cubicBezTo>
                  <a:pt x="1" y="75520"/>
                  <a:pt x="1606" y="77458"/>
                  <a:pt x="3690" y="77458"/>
                </a:cubicBezTo>
                <a:cubicBezTo>
                  <a:pt x="3725" y="77458"/>
                  <a:pt x="3760" y="77457"/>
                  <a:pt x="3796" y="77456"/>
                </a:cubicBezTo>
                <a:lnTo>
                  <a:pt x="95995" y="77456"/>
                </a:lnTo>
                <a:cubicBezTo>
                  <a:pt x="98297" y="77356"/>
                  <a:pt x="100231" y="75688"/>
                  <a:pt x="100632" y="73420"/>
                </a:cubicBezTo>
                <a:lnTo>
                  <a:pt x="112273" y="4004"/>
                </a:lnTo>
                <a:cubicBezTo>
                  <a:pt x="112640" y="1802"/>
                  <a:pt x="111139" y="1"/>
                  <a:pt x="1089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91727" y="-352425"/>
            <a:ext cx="3534475" cy="4443269"/>
          </a:xfrm>
          <a:custGeom>
            <a:rect b="b" l="l" r="r" t="t"/>
            <a:pathLst>
              <a:path extrusionOk="0" h="114984" w="91466">
                <a:moveTo>
                  <a:pt x="27820" y="1"/>
                </a:moveTo>
                <a:lnTo>
                  <a:pt x="0" y="96670"/>
                </a:lnTo>
                <a:lnTo>
                  <a:pt x="63646" y="114983"/>
                </a:lnTo>
                <a:lnTo>
                  <a:pt x="91465" y="18314"/>
                </a:lnTo>
                <a:lnTo>
                  <a:pt x="27820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191727" y="-352425"/>
            <a:ext cx="3534475" cy="4443269"/>
          </a:xfrm>
          <a:custGeom>
            <a:rect b="b" l="l" r="r" t="t"/>
            <a:pathLst>
              <a:path extrusionOk="0" h="114984" w="91466">
                <a:moveTo>
                  <a:pt x="27820" y="1"/>
                </a:moveTo>
                <a:lnTo>
                  <a:pt x="0" y="96670"/>
                </a:lnTo>
                <a:lnTo>
                  <a:pt x="63646" y="114983"/>
                </a:lnTo>
                <a:lnTo>
                  <a:pt x="91465" y="18314"/>
                </a:lnTo>
                <a:lnTo>
                  <a:pt x="27820" y="1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191727" y="-186155"/>
            <a:ext cx="3338557" cy="4252491"/>
          </a:xfrm>
          <a:custGeom>
            <a:rect b="b" l="l" r="r" t="t"/>
            <a:pathLst>
              <a:path extrusionOk="0" h="110047" w="86396">
                <a:moveTo>
                  <a:pt x="26586" y="1"/>
                </a:moveTo>
                <a:lnTo>
                  <a:pt x="0" y="92367"/>
                </a:lnTo>
                <a:lnTo>
                  <a:pt x="61477" y="110046"/>
                </a:lnTo>
                <a:lnTo>
                  <a:pt x="86395" y="14445"/>
                </a:lnTo>
                <a:lnTo>
                  <a:pt x="26586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191727" y="-186155"/>
            <a:ext cx="3338557" cy="4252491"/>
          </a:xfrm>
          <a:custGeom>
            <a:rect b="b" l="l" r="r" t="t"/>
            <a:pathLst>
              <a:path extrusionOk="0" h="110047" w="86396">
                <a:moveTo>
                  <a:pt x="26586" y="1"/>
                </a:moveTo>
                <a:lnTo>
                  <a:pt x="0" y="92367"/>
                </a:lnTo>
                <a:lnTo>
                  <a:pt x="61477" y="110046"/>
                </a:lnTo>
                <a:lnTo>
                  <a:pt x="86395" y="14445"/>
                </a:lnTo>
                <a:lnTo>
                  <a:pt x="26586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191727" y="-186155"/>
            <a:ext cx="3338557" cy="4252491"/>
          </a:xfrm>
          <a:custGeom>
            <a:rect b="b" l="l" r="r" t="t"/>
            <a:pathLst>
              <a:path extrusionOk="0" h="110047" w="86396">
                <a:moveTo>
                  <a:pt x="26586" y="1"/>
                </a:moveTo>
                <a:lnTo>
                  <a:pt x="0" y="92367"/>
                </a:lnTo>
                <a:lnTo>
                  <a:pt x="61477" y="110046"/>
                </a:lnTo>
                <a:lnTo>
                  <a:pt x="86395" y="14445"/>
                </a:lnTo>
                <a:lnTo>
                  <a:pt x="2658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191727" y="-186155"/>
            <a:ext cx="3338557" cy="4252491"/>
          </a:xfrm>
          <a:custGeom>
            <a:rect b="b" l="l" r="r" t="t"/>
            <a:pathLst>
              <a:path extrusionOk="0" h="110047" w="86396">
                <a:moveTo>
                  <a:pt x="26586" y="1"/>
                </a:moveTo>
                <a:lnTo>
                  <a:pt x="0" y="92367"/>
                </a:lnTo>
                <a:lnTo>
                  <a:pt x="61477" y="110046"/>
                </a:lnTo>
                <a:lnTo>
                  <a:pt x="86395" y="14445"/>
                </a:lnTo>
                <a:lnTo>
                  <a:pt x="2658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261524" y="89391"/>
            <a:ext cx="989982" cy="886188"/>
          </a:xfrm>
          <a:custGeom>
            <a:rect b="b" l="l" r="r" t="t"/>
            <a:pathLst>
              <a:path extrusionOk="0" h="22933" w="25619">
                <a:moveTo>
                  <a:pt x="12788" y="0"/>
                </a:moveTo>
                <a:cubicBezTo>
                  <a:pt x="9601" y="0"/>
                  <a:pt x="6434" y="1322"/>
                  <a:pt x="4170" y="3911"/>
                </a:cubicBezTo>
                <a:cubicBezTo>
                  <a:pt x="1" y="8681"/>
                  <a:pt x="468" y="15920"/>
                  <a:pt x="5238" y="20089"/>
                </a:cubicBezTo>
                <a:cubicBezTo>
                  <a:pt x="7418" y="21996"/>
                  <a:pt x="10122" y="22933"/>
                  <a:pt x="12813" y="22933"/>
                </a:cubicBezTo>
                <a:cubicBezTo>
                  <a:pt x="16008" y="22933"/>
                  <a:pt x="19186" y="21611"/>
                  <a:pt x="21449" y="19022"/>
                </a:cubicBezTo>
                <a:cubicBezTo>
                  <a:pt x="25619" y="14252"/>
                  <a:pt x="25118" y="7013"/>
                  <a:pt x="20348" y="2844"/>
                </a:cubicBezTo>
                <a:cubicBezTo>
                  <a:pt x="18168" y="937"/>
                  <a:pt x="15471" y="0"/>
                  <a:pt x="12788" y="0"/>
                </a:cubicBez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2313071" y="179732"/>
            <a:ext cx="849826" cy="703912"/>
          </a:xfrm>
          <a:custGeom>
            <a:rect b="b" l="l" r="r" t="t"/>
            <a:pathLst>
              <a:path extrusionOk="0" h="18216" w="21992">
                <a:moveTo>
                  <a:pt x="11497" y="1"/>
                </a:moveTo>
                <a:cubicBezTo>
                  <a:pt x="10041" y="1"/>
                  <a:pt x="8532" y="364"/>
                  <a:pt x="7073" y="1173"/>
                </a:cubicBezTo>
                <a:cubicBezTo>
                  <a:pt x="1" y="5076"/>
                  <a:pt x="1168" y="15616"/>
                  <a:pt x="8941" y="17851"/>
                </a:cubicBezTo>
                <a:cubicBezTo>
                  <a:pt x="9791" y="18098"/>
                  <a:pt x="10647" y="18215"/>
                  <a:pt x="11489" y="18215"/>
                </a:cubicBezTo>
                <a:cubicBezTo>
                  <a:pt x="15436" y="18215"/>
                  <a:pt x="19061" y="15634"/>
                  <a:pt x="20215" y="11647"/>
                </a:cubicBezTo>
                <a:cubicBezTo>
                  <a:pt x="21991" y="5445"/>
                  <a:pt x="17133" y="1"/>
                  <a:pt x="114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2093980" y="1013865"/>
            <a:ext cx="832707" cy="402191"/>
          </a:xfrm>
          <a:custGeom>
            <a:rect b="b" l="l" r="r" t="t"/>
            <a:pathLst>
              <a:path extrusionOk="0" h="10408" w="21549">
                <a:moveTo>
                  <a:pt x="1301" y="0"/>
                </a:moveTo>
                <a:lnTo>
                  <a:pt x="0" y="4570"/>
                </a:lnTo>
                <a:lnTo>
                  <a:pt x="20248" y="10408"/>
                </a:lnTo>
                <a:lnTo>
                  <a:pt x="21549" y="5838"/>
                </a:lnTo>
                <a:lnTo>
                  <a:pt x="1301" y="0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297405" y="2719695"/>
            <a:ext cx="574120" cy="736491"/>
          </a:xfrm>
          <a:custGeom>
            <a:rect b="b" l="l" r="r" t="t"/>
            <a:pathLst>
              <a:path extrusionOk="0" h="20883" w="16279">
                <a:moveTo>
                  <a:pt x="5104" y="1"/>
                </a:moveTo>
                <a:lnTo>
                  <a:pt x="1" y="17680"/>
                </a:lnTo>
                <a:lnTo>
                  <a:pt x="11175" y="20882"/>
                </a:lnTo>
                <a:lnTo>
                  <a:pt x="16279" y="3203"/>
                </a:lnTo>
                <a:lnTo>
                  <a:pt x="5104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3049054" y="2933099"/>
            <a:ext cx="627786" cy="808247"/>
          </a:xfrm>
          <a:custGeom>
            <a:rect b="b" l="l" r="r" t="t"/>
            <a:pathLst>
              <a:path extrusionOk="0" h="20916" w="16246">
                <a:moveTo>
                  <a:pt x="5071" y="0"/>
                </a:moveTo>
                <a:lnTo>
                  <a:pt x="1" y="17713"/>
                </a:lnTo>
                <a:lnTo>
                  <a:pt x="11142" y="20915"/>
                </a:lnTo>
                <a:lnTo>
                  <a:pt x="16246" y="3236"/>
                </a:lnTo>
                <a:lnTo>
                  <a:pt x="5071" y="0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2284709" y="2713969"/>
            <a:ext cx="629100" cy="808247"/>
          </a:xfrm>
          <a:custGeom>
            <a:rect b="b" l="l" r="r" t="t"/>
            <a:pathLst>
              <a:path extrusionOk="0" h="20916" w="16280">
                <a:moveTo>
                  <a:pt x="5105" y="1"/>
                </a:moveTo>
                <a:lnTo>
                  <a:pt x="1" y="17713"/>
                </a:lnTo>
                <a:lnTo>
                  <a:pt x="11176" y="20916"/>
                </a:lnTo>
                <a:lnTo>
                  <a:pt x="16279" y="3203"/>
                </a:lnTo>
                <a:lnTo>
                  <a:pt x="5105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2979463" y="1269085"/>
            <a:ext cx="580101" cy="328732"/>
          </a:xfrm>
          <a:custGeom>
            <a:rect b="b" l="l" r="r" t="t"/>
            <a:pathLst>
              <a:path extrusionOk="0" h="8507" w="15012">
                <a:moveTo>
                  <a:pt x="1301" y="0"/>
                </a:moveTo>
                <a:lnTo>
                  <a:pt x="0" y="4537"/>
                </a:lnTo>
                <a:lnTo>
                  <a:pt x="13710" y="8506"/>
                </a:lnTo>
                <a:lnTo>
                  <a:pt x="15011" y="3936"/>
                </a:lnTo>
                <a:lnTo>
                  <a:pt x="1301" y="0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2014033" y="1396676"/>
            <a:ext cx="1958054" cy="629061"/>
          </a:xfrm>
          <a:custGeom>
            <a:rect b="b" l="l" r="r" t="t"/>
            <a:pathLst>
              <a:path extrusionOk="0" h="16279" w="50671">
                <a:moveTo>
                  <a:pt x="535" y="1"/>
                </a:moveTo>
                <a:lnTo>
                  <a:pt x="1" y="1869"/>
                </a:lnTo>
                <a:lnTo>
                  <a:pt x="50137" y="16279"/>
                </a:lnTo>
                <a:lnTo>
                  <a:pt x="50670" y="14411"/>
                </a:lnTo>
                <a:lnTo>
                  <a:pt x="53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1968939" y="1550079"/>
            <a:ext cx="984843" cy="350642"/>
          </a:xfrm>
          <a:custGeom>
            <a:rect b="b" l="l" r="r" t="t"/>
            <a:pathLst>
              <a:path extrusionOk="0" h="9074" w="25486">
                <a:moveTo>
                  <a:pt x="568" y="0"/>
                </a:moveTo>
                <a:lnTo>
                  <a:pt x="0" y="1901"/>
                </a:lnTo>
                <a:lnTo>
                  <a:pt x="24952" y="9073"/>
                </a:lnTo>
                <a:lnTo>
                  <a:pt x="25485" y="7172"/>
                </a:lnTo>
                <a:lnTo>
                  <a:pt x="56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3098050" y="1874891"/>
            <a:ext cx="665153" cy="257823"/>
          </a:xfrm>
          <a:custGeom>
            <a:rect b="b" l="l" r="r" t="t"/>
            <a:pathLst>
              <a:path extrusionOk="0" h="6672" w="17213">
                <a:moveTo>
                  <a:pt x="534" y="0"/>
                </a:moveTo>
                <a:lnTo>
                  <a:pt x="0" y="1868"/>
                </a:lnTo>
                <a:lnTo>
                  <a:pt x="16646" y="6671"/>
                </a:lnTo>
                <a:lnTo>
                  <a:pt x="17213" y="4803"/>
                </a:lnTo>
                <a:lnTo>
                  <a:pt x="5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925121" y="1704718"/>
            <a:ext cx="1570045" cy="518235"/>
          </a:xfrm>
          <a:custGeom>
            <a:rect b="b" l="l" r="r" t="t"/>
            <a:pathLst>
              <a:path extrusionOk="0" h="13411" w="40630">
                <a:moveTo>
                  <a:pt x="534" y="1"/>
                </a:moveTo>
                <a:lnTo>
                  <a:pt x="0" y="1869"/>
                </a:lnTo>
                <a:lnTo>
                  <a:pt x="40062" y="13411"/>
                </a:lnTo>
                <a:lnTo>
                  <a:pt x="40629" y="11509"/>
                </a:lnTo>
                <a:lnTo>
                  <a:pt x="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1863258" y="1868438"/>
            <a:ext cx="1799465" cy="590380"/>
          </a:xfrm>
          <a:custGeom>
            <a:rect b="b" l="l" r="r" t="t"/>
            <a:pathLst>
              <a:path extrusionOk="0" h="15278" w="46567">
                <a:moveTo>
                  <a:pt x="534" y="0"/>
                </a:moveTo>
                <a:lnTo>
                  <a:pt x="0" y="1868"/>
                </a:lnTo>
                <a:lnTo>
                  <a:pt x="46000" y="15278"/>
                </a:lnTo>
                <a:lnTo>
                  <a:pt x="46567" y="13410"/>
                </a:lnTo>
                <a:lnTo>
                  <a:pt x="5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1584455" y="2279719"/>
            <a:ext cx="207091" cy="120015"/>
          </a:xfrm>
          <a:custGeom>
            <a:rect b="b" l="l" r="r" t="t"/>
            <a:pathLst>
              <a:path extrusionOk="0" h="3403" w="5872">
                <a:moveTo>
                  <a:pt x="534" y="0"/>
                </a:moveTo>
                <a:lnTo>
                  <a:pt x="1" y="1868"/>
                </a:lnTo>
                <a:lnTo>
                  <a:pt x="5338" y="3403"/>
                </a:lnTo>
                <a:lnTo>
                  <a:pt x="5872" y="1535"/>
                </a:lnTo>
                <a:lnTo>
                  <a:pt x="5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2207389" y="2118480"/>
            <a:ext cx="929429" cy="333910"/>
          </a:xfrm>
          <a:custGeom>
            <a:rect b="b" l="l" r="r" t="t"/>
            <a:pathLst>
              <a:path extrusionOk="0" h="8641" w="24052">
                <a:moveTo>
                  <a:pt x="534" y="1"/>
                </a:moveTo>
                <a:lnTo>
                  <a:pt x="1" y="1902"/>
                </a:lnTo>
                <a:lnTo>
                  <a:pt x="23517" y="8640"/>
                </a:lnTo>
                <a:lnTo>
                  <a:pt x="24051" y="6772"/>
                </a:lnTo>
                <a:lnTo>
                  <a:pt x="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1792353" y="2166163"/>
            <a:ext cx="1958054" cy="630375"/>
          </a:xfrm>
          <a:custGeom>
            <a:rect b="b" l="l" r="r" t="t"/>
            <a:pathLst>
              <a:path extrusionOk="0" h="16313" w="50671">
                <a:moveTo>
                  <a:pt x="534" y="1"/>
                </a:moveTo>
                <a:lnTo>
                  <a:pt x="1" y="1869"/>
                </a:lnTo>
                <a:lnTo>
                  <a:pt x="50136" y="16312"/>
                </a:lnTo>
                <a:lnTo>
                  <a:pt x="50670" y="14444"/>
                </a:lnTo>
                <a:lnTo>
                  <a:pt x="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1035735" y="-220931"/>
            <a:ext cx="3426237" cy="4391681"/>
          </a:xfrm>
          <a:custGeom>
            <a:rect b="b" l="l" r="r" t="t"/>
            <a:pathLst>
              <a:path extrusionOk="0" h="113649" w="88665">
                <a:moveTo>
                  <a:pt x="24452" y="0"/>
                </a:moveTo>
                <a:lnTo>
                  <a:pt x="1" y="97570"/>
                </a:lnTo>
                <a:lnTo>
                  <a:pt x="64213" y="113648"/>
                </a:lnTo>
                <a:lnTo>
                  <a:pt x="88664" y="16078"/>
                </a:lnTo>
                <a:lnTo>
                  <a:pt x="24452" y="0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035735" y="-220931"/>
            <a:ext cx="3426237" cy="4391681"/>
          </a:xfrm>
          <a:custGeom>
            <a:rect b="b" l="l" r="r" t="t"/>
            <a:pathLst>
              <a:path extrusionOk="0" h="113649" w="88665">
                <a:moveTo>
                  <a:pt x="24452" y="0"/>
                </a:moveTo>
                <a:lnTo>
                  <a:pt x="1" y="97570"/>
                </a:lnTo>
                <a:lnTo>
                  <a:pt x="64213" y="113648"/>
                </a:lnTo>
                <a:lnTo>
                  <a:pt x="88664" y="16078"/>
                </a:lnTo>
                <a:lnTo>
                  <a:pt x="24452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1994712" y="201178"/>
            <a:ext cx="1010617" cy="886884"/>
          </a:xfrm>
          <a:custGeom>
            <a:rect b="b" l="l" r="r" t="t"/>
            <a:pathLst>
              <a:path extrusionOk="0" h="22951" w="26153">
                <a:moveTo>
                  <a:pt x="13088" y="1"/>
                </a:moveTo>
                <a:cubicBezTo>
                  <a:pt x="11415" y="1"/>
                  <a:pt x="9716" y="370"/>
                  <a:pt x="8106" y="1152"/>
                </a:cubicBezTo>
                <a:cubicBezTo>
                  <a:pt x="2402" y="3887"/>
                  <a:pt x="1" y="10758"/>
                  <a:pt x="2769" y="16463"/>
                </a:cubicBezTo>
                <a:cubicBezTo>
                  <a:pt x="4733" y="20557"/>
                  <a:pt x="8828" y="22950"/>
                  <a:pt x="13093" y="22950"/>
                </a:cubicBezTo>
                <a:cubicBezTo>
                  <a:pt x="14769" y="22950"/>
                  <a:pt x="16471" y="22581"/>
                  <a:pt x="18080" y="21800"/>
                </a:cubicBezTo>
                <a:cubicBezTo>
                  <a:pt x="23784" y="19031"/>
                  <a:pt x="26153" y="12193"/>
                  <a:pt x="23417" y="6489"/>
                </a:cubicBezTo>
                <a:cubicBezTo>
                  <a:pt x="21430" y="2394"/>
                  <a:pt x="17345" y="1"/>
                  <a:pt x="130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2119753" y="294031"/>
            <a:ext cx="760523" cy="702482"/>
          </a:xfrm>
          <a:custGeom>
            <a:rect b="b" l="l" r="r" t="t"/>
            <a:pathLst>
              <a:path extrusionOk="0" h="18179" w="19681">
                <a:moveTo>
                  <a:pt x="9833" y="0"/>
                </a:moveTo>
                <a:cubicBezTo>
                  <a:pt x="5528" y="0"/>
                  <a:pt x="1701" y="3070"/>
                  <a:pt x="901" y="7455"/>
                </a:cubicBezTo>
                <a:cubicBezTo>
                  <a:pt x="0" y="12392"/>
                  <a:pt x="3269" y="17128"/>
                  <a:pt x="8206" y="18029"/>
                </a:cubicBezTo>
                <a:cubicBezTo>
                  <a:pt x="8758" y="18130"/>
                  <a:pt x="9307" y="18178"/>
                  <a:pt x="9849" y="18178"/>
                </a:cubicBezTo>
                <a:cubicBezTo>
                  <a:pt x="14154" y="18178"/>
                  <a:pt x="17980" y="15109"/>
                  <a:pt x="18780" y="10724"/>
                </a:cubicBezTo>
                <a:cubicBezTo>
                  <a:pt x="19681" y="5787"/>
                  <a:pt x="16412" y="1050"/>
                  <a:pt x="11475" y="150"/>
                </a:cubicBezTo>
                <a:cubicBezTo>
                  <a:pt x="10923" y="49"/>
                  <a:pt x="10374" y="0"/>
                  <a:pt x="98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860669" y="1147908"/>
            <a:ext cx="835296" cy="375141"/>
          </a:xfrm>
          <a:custGeom>
            <a:rect b="b" l="l" r="r" t="t"/>
            <a:pathLst>
              <a:path extrusionOk="0" h="9708" w="21616">
                <a:moveTo>
                  <a:pt x="1168" y="1"/>
                </a:moveTo>
                <a:lnTo>
                  <a:pt x="0" y="4604"/>
                </a:lnTo>
                <a:lnTo>
                  <a:pt x="20448" y="9708"/>
                </a:lnTo>
                <a:lnTo>
                  <a:pt x="21616" y="5138"/>
                </a:lnTo>
                <a:lnTo>
                  <a:pt x="116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148008" y="2853821"/>
            <a:ext cx="555287" cy="729438"/>
          </a:xfrm>
          <a:custGeom>
            <a:rect b="b" l="l" r="r" t="t"/>
            <a:pathLst>
              <a:path extrusionOk="0" h="20683" w="15745">
                <a:moveTo>
                  <a:pt x="4470" y="1"/>
                </a:moveTo>
                <a:lnTo>
                  <a:pt x="0" y="17880"/>
                </a:lnTo>
                <a:lnTo>
                  <a:pt x="11275" y="20682"/>
                </a:lnTo>
                <a:lnTo>
                  <a:pt x="15745" y="2836"/>
                </a:lnTo>
                <a:lnTo>
                  <a:pt x="447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2898241" y="3028464"/>
            <a:ext cx="608465" cy="799243"/>
          </a:xfrm>
          <a:custGeom>
            <a:rect b="b" l="l" r="r" t="t"/>
            <a:pathLst>
              <a:path extrusionOk="0" h="20683" w="15746">
                <a:moveTo>
                  <a:pt x="4504" y="1"/>
                </a:moveTo>
                <a:lnTo>
                  <a:pt x="1" y="17847"/>
                </a:lnTo>
                <a:lnTo>
                  <a:pt x="11276" y="20682"/>
                </a:lnTo>
                <a:lnTo>
                  <a:pt x="15746" y="2803"/>
                </a:lnTo>
                <a:lnTo>
                  <a:pt x="4504" y="1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2128756" y="2835146"/>
            <a:ext cx="608465" cy="799204"/>
          </a:xfrm>
          <a:custGeom>
            <a:rect b="b" l="l" r="r" t="t"/>
            <a:pathLst>
              <a:path extrusionOk="0" h="20682" w="15746">
                <a:moveTo>
                  <a:pt x="4471" y="0"/>
                </a:moveTo>
                <a:lnTo>
                  <a:pt x="1" y="17846"/>
                </a:lnTo>
                <a:lnTo>
                  <a:pt x="11275" y="20682"/>
                </a:lnTo>
                <a:lnTo>
                  <a:pt x="15745" y="2836"/>
                </a:lnTo>
                <a:lnTo>
                  <a:pt x="4471" y="0"/>
                </a:lnTo>
                <a:close/>
              </a:path>
            </a:pathLst>
          </a:cu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2755194" y="1372178"/>
            <a:ext cx="578787" cy="310686"/>
          </a:xfrm>
          <a:custGeom>
            <a:rect b="b" l="l" r="r" t="t"/>
            <a:pathLst>
              <a:path extrusionOk="0" h="8040" w="14978">
                <a:moveTo>
                  <a:pt x="1134" y="1"/>
                </a:moveTo>
                <a:lnTo>
                  <a:pt x="0" y="4604"/>
                </a:lnTo>
                <a:lnTo>
                  <a:pt x="13810" y="8040"/>
                </a:lnTo>
                <a:lnTo>
                  <a:pt x="14978" y="3470"/>
                </a:lnTo>
                <a:lnTo>
                  <a:pt x="11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791078" y="1533309"/>
            <a:ext cx="1973472" cy="563330"/>
          </a:xfrm>
          <a:custGeom>
            <a:rect b="b" l="l" r="r" t="t"/>
            <a:pathLst>
              <a:path extrusionOk="0" h="14578" w="51070">
                <a:moveTo>
                  <a:pt x="467" y="0"/>
                </a:moveTo>
                <a:lnTo>
                  <a:pt x="0" y="1902"/>
                </a:lnTo>
                <a:lnTo>
                  <a:pt x="50603" y="14577"/>
                </a:lnTo>
                <a:lnTo>
                  <a:pt x="51070" y="12676"/>
                </a:lnTo>
                <a:lnTo>
                  <a:pt x="4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751123" y="1689262"/>
            <a:ext cx="991257" cy="317139"/>
          </a:xfrm>
          <a:custGeom>
            <a:rect b="b" l="l" r="r" t="t"/>
            <a:pathLst>
              <a:path extrusionOk="0" h="8207" w="25652">
                <a:moveTo>
                  <a:pt x="500" y="1"/>
                </a:moveTo>
                <a:lnTo>
                  <a:pt x="0" y="1902"/>
                </a:lnTo>
                <a:lnTo>
                  <a:pt x="25185" y="8206"/>
                </a:lnTo>
                <a:lnTo>
                  <a:pt x="25652" y="6305"/>
                </a:lnTo>
                <a:lnTo>
                  <a:pt x="50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2890513" y="1974120"/>
            <a:ext cx="669056" cy="235912"/>
          </a:xfrm>
          <a:custGeom>
            <a:rect b="b" l="l" r="r" t="t"/>
            <a:pathLst>
              <a:path extrusionOk="0" h="6105" w="17314">
                <a:moveTo>
                  <a:pt x="468" y="1"/>
                </a:moveTo>
                <a:lnTo>
                  <a:pt x="1" y="1902"/>
                </a:lnTo>
                <a:lnTo>
                  <a:pt x="16813" y="6105"/>
                </a:lnTo>
                <a:lnTo>
                  <a:pt x="17313" y="4237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712444" y="1843940"/>
            <a:ext cx="1581638" cy="465372"/>
          </a:xfrm>
          <a:custGeom>
            <a:rect b="b" l="l" r="r" t="t"/>
            <a:pathLst>
              <a:path extrusionOk="0" h="12043" w="40930">
                <a:moveTo>
                  <a:pt x="467" y="0"/>
                </a:moveTo>
                <a:lnTo>
                  <a:pt x="0" y="1902"/>
                </a:lnTo>
                <a:lnTo>
                  <a:pt x="40463" y="12042"/>
                </a:lnTo>
                <a:lnTo>
                  <a:pt x="40930" y="10141"/>
                </a:lnTo>
                <a:lnTo>
                  <a:pt x="4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673765" y="1999893"/>
            <a:ext cx="1814961" cy="523374"/>
          </a:xfrm>
          <a:custGeom>
            <a:rect b="b" l="l" r="r" t="t"/>
            <a:pathLst>
              <a:path extrusionOk="0" h="13544" w="46968">
                <a:moveTo>
                  <a:pt x="468" y="1"/>
                </a:moveTo>
                <a:lnTo>
                  <a:pt x="1" y="1902"/>
                </a:lnTo>
                <a:lnTo>
                  <a:pt x="46501" y="13544"/>
                </a:lnTo>
                <a:lnTo>
                  <a:pt x="46968" y="11642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1400918" y="2410284"/>
            <a:ext cx="205927" cy="114161"/>
          </a:xfrm>
          <a:custGeom>
            <a:rect b="b" l="l" r="r" t="t"/>
            <a:pathLst>
              <a:path extrusionOk="0" h="3237" w="5839">
                <a:moveTo>
                  <a:pt x="468" y="1"/>
                </a:moveTo>
                <a:lnTo>
                  <a:pt x="1" y="1869"/>
                </a:lnTo>
                <a:lnTo>
                  <a:pt x="5371" y="3237"/>
                </a:lnTo>
                <a:lnTo>
                  <a:pt x="5838" y="1335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2008893" y="2248660"/>
            <a:ext cx="935844" cy="302957"/>
          </a:xfrm>
          <a:custGeom>
            <a:rect b="b" l="l" r="r" t="t"/>
            <a:pathLst>
              <a:path extrusionOk="0" h="7840" w="24218">
                <a:moveTo>
                  <a:pt x="468" y="1"/>
                </a:moveTo>
                <a:lnTo>
                  <a:pt x="1" y="1902"/>
                </a:lnTo>
                <a:lnTo>
                  <a:pt x="23751" y="7840"/>
                </a:lnTo>
                <a:lnTo>
                  <a:pt x="24218" y="5972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596446" y="2310524"/>
            <a:ext cx="1973511" cy="563330"/>
          </a:xfrm>
          <a:custGeom>
            <a:rect b="b" l="l" r="r" t="t"/>
            <a:pathLst>
              <a:path extrusionOk="0" h="14578" w="51071">
                <a:moveTo>
                  <a:pt x="467" y="1"/>
                </a:moveTo>
                <a:lnTo>
                  <a:pt x="0" y="1902"/>
                </a:lnTo>
                <a:lnTo>
                  <a:pt x="50603" y="14578"/>
                </a:lnTo>
                <a:lnTo>
                  <a:pt x="51070" y="12677"/>
                </a:lnTo>
                <a:lnTo>
                  <a:pt x="4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-195193" y="2487111"/>
            <a:ext cx="4253766" cy="2414345"/>
          </a:xfrm>
          <a:custGeom>
            <a:rect b="b" l="l" r="r" t="t"/>
            <a:pathLst>
              <a:path extrusionOk="0" h="62479" w="110080">
                <a:moveTo>
                  <a:pt x="57108" y="1"/>
                </a:moveTo>
                <a:cubicBezTo>
                  <a:pt x="55240" y="1"/>
                  <a:pt x="53873" y="1102"/>
                  <a:pt x="53806" y="2669"/>
                </a:cubicBezTo>
                <a:cubicBezTo>
                  <a:pt x="53639" y="6305"/>
                  <a:pt x="50437" y="8907"/>
                  <a:pt x="46067" y="8907"/>
                </a:cubicBezTo>
                <a:lnTo>
                  <a:pt x="3637" y="8907"/>
                </a:lnTo>
                <a:cubicBezTo>
                  <a:pt x="1435" y="8907"/>
                  <a:pt x="1" y="10442"/>
                  <a:pt x="401" y="12343"/>
                </a:cubicBezTo>
                <a:lnTo>
                  <a:pt x="9474" y="59043"/>
                </a:lnTo>
                <a:cubicBezTo>
                  <a:pt x="9908" y="60944"/>
                  <a:pt x="12009" y="62479"/>
                  <a:pt x="14211" y="62479"/>
                </a:cubicBezTo>
                <a:lnTo>
                  <a:pt x="106410" y="62479"/>
                </a:lnTo>
                <a:cubicBezTo>
                  <a:pt x="108612" y="62479"/>
                  <a:pt x="110079" y="60944"/>
                  <a:pt x="109646" y="59043"/>
                </a:cubicBezTo>
                <a:lnTo>
                  <a:pt x="98605" y="3437"/>
                </a:lnTo>
                <a:cubicBezTo>
                  <a:pt x="98204" y="1535"/>
                  <a:pt x="96069" y="1"/>
                  <a:pt x="938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600700" y="1682875"/>
            <a:ext cx="31812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Resume Infographics</a:t>
            </a:r>
            <a:endParaRPr b="1" sz="39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600700" y="2308750"/>
            <a:ext cx="29145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Here is where this template begins</a:t>
            </a:r>
            <a:endParaRPr b="1" sz="34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458600" y="981075"/>
            <a:ext cx="4113300" cy="3750300"/>
          </a:xfrm>
          <a:prstGeom prst="rect">
            <a:avLst/>
          </a:prstGeom>
          <a:solidFill>
            <a:srgbClr val="FFC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58600" y="3345750"/>
            <a:ext cx="4113300" cy="1386000"/>
          </a:xfrm>
          <a:prstGeom prst="rect">
            <a:avLst/>
          </a:prstGeom>
          <a:solidFill>
            <a:srgbClr val="FF9B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43561" y="3416025"/>
            <a:ext cx="3743373" cy="998700"/>
            <a:chOff x="582150" y="3416025"/>
            <a:chExt cx="1770000" cy="998700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582150" y="3416025"/>
              <a:ext cx="177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ABOUT ME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582150" y="3716025"/>
              <a:ext cx="1770000" cy="6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and the one that harbors life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05" name="Google Shape;105;p14"/>
          <p:cNvSpPr txBox="1"/>
          <p:nvPr/>
        </p:nvSpPr>
        <p:spPr>
          <a:xfrm>
            <a:off x="4960050" y="1028700"/>
            <a:ext cx="344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06" name="Google Shape;106;p14"/>
          <p:cNvCxnSpPr/>
          <p:nvPr/>
        </p:nvCxnSpPr>
        <p:spPr>
          <a:xfrm>
            <a:off x="715063" y="3696900"/>
            <a:ext cx="366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4"/>
          <p:cNvCxnSpPr/>
          <p:nvPr/>
        </p:nvCxnSpPr>
        <p:spPr>
          <a:xfrm>
            <a:off x="5020800" y="1328700"/>
            <a:ext cx="3646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4"/>
          <p:cNvSpPr txBox="1"/>
          <p:nvPr/>
        </p:nvSpPr>
        <p:spPr>
          <a:xfrm>
            <a:off x="4960050" y="3416025"/>
            <a:ext cx="344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SKILLS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09" name="Google Shape;109;p14"/>
          <p:cNvCxnSpPr/>
          <p:nvPr/>
        </p:nvCxnSpPr>
        <p:spPr>
          <a:xfrm>
            <a:off x="5020800" y="3716025"/>
            <a:ext cx="366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" name="Google Shape;110;p14"/>
          <p:cNvGrpSpPr/>
          <p:nvPr/>
        </p:nvGrpSpPr>
        <p:grpSpPr>
          <a:xfrm>
            <a:off x="5020800" y="1543050"/>
            <a:ext cx="3661875" cy="507300"/>
            <a:chOff x="2710275" y="1543050"/>
            <a:chExt cx="3661875" cy="507300"/>
          </a:xfrm>
        </p:grpSpPr>
        <p:sp>
          <p:nvSpPr>
            <p:cNvPr id="111" name="Google Shape;111;p14"/>
            <p:cNvSpPr txBox="1"/>
            <p:nvPr/>
          </p:nvSpPr>
          <p:spPr>
            <a:xfrm>
              <a:off x="4020150" y="1543050"/>
              <a:ext cx="23520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2710275" y="1543050"/>
              <a:ext cx="1405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2009 - 2012</a:t>
              </a:r>
              <a:endPara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5020800" y="2190750"/>
            <a:ext cx="3661875" cy="507300"/>
            <a:chOff x="2710275" y="2190750"/>
            <a:chExt cx="3661875" cy="507300"/>
          </a:xfrm>
        </p:grpSpPr>
        <p:sp>
          <p:nvSpPr>
            <p:cNvPr id="114" name="Google Shape;114;p14"/>
            <p:cNvSpPr txBox="1"/>
            <p:nvPr/>
          </p:nvSpPr>
          <p:spPr>
            <a:xfrm>
              <a:off x="4020150" y="2190750"/>
              <a:ext cx="23520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gas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giant and the biggest planet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2710275" y="2190750"/>
              <a:ext cx="1405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2012 - 2016</a:t>
              </a:r>
              <a:endPara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5020800" y="2838450"/>
            <a:ext cx="3661875" cy="507300"/>
            <a:chOff x="2710275" y="2838450"/>
            <a:chExt cx="3661875" cy="507300"/>
          </a:xfrm>
        </p:grpSpPr>
        <p:sp>
          <p:nvSpPr>
            <p:cNvPr id="117" name="Google Shape;117;p14"/>
            <p:cNvSpPr txBox="1"/>
            <p:nvPr/>
          </p:nvSpPr>
          <p:spPr>
            <a:xfrm>
              <a:off x="4020150" y="2838450"/>
              <a:ext cx="23520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oxide dust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2710275" y="2838450"/>
              <a:ext cx="1405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2016 - 2018</a:t>
              </a:r>
              <a:endPara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19" name="Google Shape;119;p14"/>
          <p:cNvSpPr/>
          <p:nvPr/>
        </p:nvSpPr>
        <p:spPr>
          <a:xfrm>
            <a:off x="5071400" y="3838875"/>
            <a:ext cx="666300" cy="666300"/>
          </a:xfrm>
          <a:prstGeom prst="donut">
            <a:avLst>
              <a:gd fmla="val 10642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071400" y="3838875"/>
            <a:ext cx="666300" cy="666300"/>
          </a:xfrm>
          <a:prstGeom prst="blockArc">
            <a:avLst>
              <a:gd fmla="val 2627766" name="adj1"/>
              <a:gd fmla="val 216840" name="adj2"/>
              <a:gd fmla="val 10475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071400" y="4552800"/>
            <a:ext cx="666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90%</a:t>
            </a:r>
            <a:endParaRPr b="1" sz="12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2" name="Google Shape;122;p14"/>
          <p:cNvGrpSpPr/>
          <p:nvPr/>
        </p:nvGrpSpPr>
        <p:grpSpPr>
          <a:xfrm>
            <a:off x="5293265" y="4045853"/>
            <a:ext cx="222571" cy="252384"/>
            <a:chOff x="-45278675" y="2333325"/>
            <a:chExt cx="264650" cy="300100"/>
          </a:xfrm>
        </p:grpSpPr>
        <p:sp>
          <p:nvSpPr>
            <p:cNvPr id="123" name="Google Shape;123;p14"/>
            <p:cNvSpPr/>
            <p:nvPr/>
          </p:nvSpPr>
          <p:spPr>
            <a:xfrm>
              <a:off x="-45243225" y="2475100"/>
              <a:ext cx="52775" cy="87450"/>
            </a:xfrm>
            <a:custGeom>
              <a:rect b="b" l="l" r="r" t="t"/>
              <a:pathLst>
                <a:path extrusionOk="0" h="3498" w="2111">
                  <a:moveTo>
                    <a:pt x="1071" y="725"/>
                  </a:moveTo>
                  <a:cubicBezTo>
                    <a:pt x="1260" y="725"/>
                    <a:pt x="1418" y="883"/>
                    <a:pt x="1418" y="1072"/>
                  </a:cubicBezTo>
                  <a:cubicBezTo>
                    <a:pt x="1418" y="1261"/>
                    <a:pt x="1260" y="1418"/>
                    <a:pt x="1071" y="1418"/>
                  </a:cubicBez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2080"/>
                  </a:lnTo>
                  <a:lnTo>
                    <a:pt x="1071" y="2080"/>
                  </a:lnTo>
                  <a:cubicBezTo>
                    <a:pt x="1638" y="2080"/>
                    <a:pt x="2111" y="1607"/>
                    <a:pt x="2111" y="1040"/>
                  </a:cubicBezTo>
                  <a:cubicBezTo>
                    <a:pt x="2111" y="473"/>
                    <a:pt x="1670" y="0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-45172350" y="2475100"/>
              <a:ext cx="52800" cy="89025"/>
            </a:xfrm>
            <a:custGeom>
              <a:rect b="b" l="l" r="r" t="t"/>
              <a:pathLst>
                <a:path extrusionOk="0" h="3561" w="2112"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cubicBezTo>
                    <a:pt x="1" y="1670"/>
                    <a:pt x="473" y="2143"/>
                    <a:pt x="1072" y="2143"/>
                  </a:cubicBezTo>
                  <a:cubicBezTo>
                    <a:pt x="1261" y="2143"/>
                    <a:pt x="1418" y="2300"/>
                    <a:pt x="1418" y="2489"/>
                  </a:cubicBezTo>
                  <a:cubicBezTo>
                    <a:pt x="1418" y="2678"/>
                    <a:pt x="1261" y="2836"/>
                    <a:pt x="1072" y="2836"/>
                  </a:cubicBezTo>
                  <a:cubicBezTo>
                    <a:pt x="851" y="2836"/>
                    <a:pt x="694" y="2678"/>
                    <a:pt x="694" y="2489"/>
                  </a:cubicBezTo>
                  <a:cubicBezTo>
                    <a:pt x="694" y="2300"/>
                    <a:pt x="536" y="2143"/>
                    <a:pt x="347" y="2143"/>
                  </a:cubicBezTo>
                  <a:cubicBezTo>
                    <a:pt x="158" y="2143"/>
                    <a:pt x="1" y="2300"/>
                    <a:pt x="1" y="2489"/>
                  </a:cubicBezTo>
                  <a:cubicBezTo>
                    <a:pt x="1" y="3088"/>
                    <a:pt x="473" y="3560"/>
                    <a:pt x="1072" y="3560"/>
                  </a:cubicBezTo>
                  <a:cubicBezTo>
                    <a:pt x="1639" y="3560"/>
                    <a:pt x="2111" y="3088"/>
                    <a:pt x="2111" y="2489"/>
                  </a:cubicBezTo>
                  <a:cubicBezTo>
                    <a:pt x="2111" y="1891"/>
                    <a:pt x="1639" y="1418"/>
                    <a:pt x="1072" y="1418"/>
                  </a:cubicBezTo>
                  <a:cubicBezTo>
                    <a:pt x="851" y="1418"/>
                    <a:pt x="725" y="1261"/>
                    <a:pt x="725" y="1072"/>
                  </a:cubicBezTo>
                  <a:cubicBezTo>
                    <a:pt x="725" y="883"/>
                    <a:pt x="851" y="725"/>
                    <a:pt x="1072" y="725"/>
                  </a:cubicBezTo>
                  <a:cubicBezTo>
                    <a:pt x="1261" y="725"/>
                    <a:pt x="1418" y="883"/>
                    <a:pt x="1418" y="1072"/>
                  </a:cubicBezTo>
                  <a:cubicBezTo>
                    <a:pt x="1418" y="1261"/>
                    <a:pt x="1576" y="1418"/>
                    <a:pt x="1765" y="1418"/>
                  </a:cubicBezTo>
                  <a:cubicBezTo>
                    <a:pt x="1954" y="1418"/>
                    <a:pt x="2111" y="1261"/>
                    <a:pt x="2111" y="1072"/>
                  </a:cubicBezTo>
                  <a:cubicBezTo>
                    <a:pt x="2111" y="473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-45102250" y="2475100"/>
              <a:ext cx="52800" cy="87450"/>
            </a:xfrm>
            <a:custGeom>
              <a:rect b="b" l="l" r="r" t="t"/>
              <a:pathLst>
                <a:path extrusionOk="0" h="3498" w="2112">
                  <a:moveTo>
                    <a:pt x="1072" y="725"/>
                  </a:moveTo>
                  <a:cubicBezTo>
                    <a:pt x="1261" y="725"/>
                    <a:pt x="1418" y="883"/>
                    <a:pt x="1418" y="1072"/>
                  </a:cubicBezTo>
                  <a:lnTo>
                    <a:pt x="1418" y="2458"/>
                  </a:lnTo>
                  <a:cubicBezTo>
                    <a:pt x="1418" y="2647"/>
                    <a:pt x="1261" y="2804"/>
                    <a:pt x="1072" y="2804"/>
                  </a:cubicBezTo>
                  <a:lnTo>
                    <a:pt x="694" y="2804"/>
                  </a:lnTo>
                  <a:lnTo>
                    <a:pt x="694" y="72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lnTo>
                    <a:pt x="1040" y="3497"/>
                  </a:lnTo>
                  <a:cubicBezTo>
                    <a:pt x="1639" y="3497"/>
                    <a:pt x="2111" y="3025"/>
                    <a:pt x="2111" y="2458"/>
                  </a:cubicBezTo>
                  <a:lnTo>
                    <a:pt x="2111" y="1040"/>
                  </a:lnTo>
                  <a:cubicBezTo>
                    <a:pt x="2111" y="473"/>
                    <a:pt x="163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-45278675" y="2333325"/>
              <a:ext cx="264650" cy="300100"/>
            </a:xfrm>
            <a:custGeom>
              <a:rect b="b" l="l" r="r" t="t"/>
              <a:pathLst>
                <a:path extrusionOk="0" h="12004" w="10586">
                  <a:moveTo>
                    <a:pt x="7751" y="1229"/>
                  </a:moveTo>
                  <a:lnTo>
                    <a:pt x="8664" y="2143"/>
                  </a:lnTo>
                  <a:lnTo>
                    <a:pt x="7751" y="2143"/>
                  </a:lnTo>
                  <a:lnTo>
                    <a:pt x="7751" y="1229"/>
                  </a:lnTo>
                  <a:close/>
                  <a:moveTo>
                    <a:pt x="7089" y="725"/>
                  </a:moveTo>
                  <a:lnTo>
                    <a:pt x="7089" y="2489"/>
                  </a:lnTo>
                  <a:cubicBezTo>
                    <a:pt x="7089" y="2678"/>
                    <a:pt x="7246" y="2836"/>
                    <a:pt x="7436" y="2836"/>
                  </a:cubicBezTo>
                  <a:lnTo>
                    <a:pt x="9200" y="2836"/>
                  </a:lnTo>
                  <a:lnTo>
                    <a:pt x="9200" y="4254"/>
                  </a:lnTo>
                  <a:lnTo>
                    <a:pt x="1481" y="4254"/>
                  </a:lnTo>
                  <a:lnTo>
                    <a:pt x="1481" y="725"/>
                  </a:lnTo>
                  <a:close/>
                  <a:moveTo>
                    <a:pt x="9893" y="4978"/>
                  </a:moveTo>
                  <a:lnTo>
                    <a:pt x="9893" y="9893"/>
                  </a:lnTo>
                  <a:lnTo>
                    <a:pt x="756" y="9893"/>
                  </a:lnTo>
                  <a:lnTo>
                    <a:pt x="756" y="4978"/>
                  </a:lnTo>
                  <a:close/>
                  <a:moveTo>
                    <a:pt x="9168" y="10586"/>
                  </a:moveTo>
                  <a:lnTo>
                    <a:pt x="9168" y="11311"/>
                  </a:lnTo>
                  <a:lnTo>
                    <a:pt x="1450" y="11311"/>
                  </a:lnTo>
                  <a:lnTo>
                    <a:pt x="1450" y="10586"/>
                  </a:lnTo>
                  <a:close/>
                  <a:moveTo>
                    <a:pt x="1072" y="1"/>
                  </a:moveTo>
                  <a:cubicBezTo>
                    <a:pt x="851" y="1"/>
                    <a:pt x="725" y="158"/>
                    <a:pt x="725" y="347"/>
                  </a:cubicBezTo>
                  <a:lnTo>
                    <a:pt x="725" y="4254"/>
                  </a:lnTo>
                  <a:lnTo>
                    <a:pt x="347" y="4254"/>
                  </a:lnTo>
                  <a:cubicBezTo>
                    <a:pt x="158" y="4254"/>
                    <a:pt x="0" y="4411"/>
                    <a:pt x="0" y="4600"/>
                  </a:cubicBezTo>
                  <a:lnTo>
                    <a:pt x="0" y="10240"/>
                  </a:lnTo>
                  <a:cubicBezTo>
                    <a:pt x="0" y="10429"/>
                    <a:pt x="158" y="10586"/>
                    <a:pt x="347" y="10586"/>
                  </a:cubicBezTo>
                  <a:lnTo>
                    <a:pt x="725" y="10586"/>
                  </a:lnTo>
                  <a:lnTo>
                    <a:pt x="725" y="11657"/>
                  </a:lnTo>
                  <a:cubicBezTo>
                    <a:pt x="725" y="11846"/>
                    <a:pt x="851" y="12004"/>
                    <a:pt x="1072" y="12004"/>
                  </a:cubicBezTo>
                  <a:lnTo>
                    <a:pt x="9483" y="12004"/>
                  </a:lnTo>
                  <a:cubicBezTo>
                    <a:pt x="9672" y="12004"/>
                    <a:pt x="9830" y="11846"/>
                    <a:pt x="9830" y="11657"/>
                  </a:cubicBezTo>
                  <a:lnTo>
                    <a:pt x="9830" y="10586"/>
                  </a:lnTo>
                  <a:lnTo>
                    <a:pt x="10208" y="10586"/>
                  </a:lnTo>
                  <a:cubicBezTo>
                    <a:pt x="10397" y="10586"/>
                    <a:pt x="10555" y="10429"/>
                    <a:pt x="10555" y="10240"/>
                  </a:cubicBezTo>
                  <a:lnTo>
                    <a:pt x="10555" y="4600"/>
                  </a:lnTo>
                  <a:cubicBezTo>
                    <a:pt x="10586" y="4411"/>
                    <a:pt x="10428" y="4254"/>
                    <a:pt x="10239" y="4254"/>
                  </a:cubicBezTo>
                  <a:lnTo>
                    <a:pt x="9893" y="4254"/>
                  </a:lnTo>
                  <a:lnTo>
                    <a:pt x="9893" y="2489"/>
                  </a:lnTo>
                  <a:cubicBezTo>
                    <a:pt x="9893" y="2395"/>
                    <a:pt x="9830" y="2300"/>
                    <a:pt x="9767" y="2237"/>
                  </a:cubicBezTo>
                  <a:lnTo>
                    <a:pt x="7656" y="127"/>
                  </a:lnTo>
                  <a:cubicBezTo>
                    <a:pt x="7562" y="32"/>
                    <a:pt x="7499" y="1"/>
                    <a:pt x="74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4"/>
          <p:cNvSpPr/>
          <p:nvPr/>
        </p:nvSpPr>
        <p:spPr>
          <a:xfrm>
            <a:off x="6053058" y="3838875"/>
            <a:ext cx="666300" cy="666300"/>
          </a:xfrm>
          <a:prstGeom prst="donut">
            <a:avLst>
              <a:gd fmla="val 10642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053058" y="3838875"/>
            <a:ext cx="666300" cy="666300"/>
          </a:xfrm>
          <a:prstGeom prst="blockArc">
            <a:avLst>
              <a:gd fmla="val 8046935" name="adj1"/>
              <a:gd fmla="val 219302" name="adj2"/>
              <a:gd fmla="val 10918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053058" y="4552800"/>
            <a:ext cx="666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</a:t>
            </a:r>
            <a:r>
              <a:rPr b="1" lang="en" sz="12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2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0" name="Google Shape;130;p14"/>
          <p:cNvGrpSpPr/>
          <p:nvPr/>
        </p:nvGrpSpPr>
        <p:grpSpPr>
          <a:xfrm>
            <a:off x="6282198" y="4045839"/>
            <a:ext cx="208021" cy="252405"/>
            <a:chOff x="-45270025" y="2701925"/>
            <a:chExt cx="247350" cy="300125"/>
          </a:xfrm>
        </p:grpSpPr>
        <p:sp>
          <p:nvSpPr>
            <p:cNvPr id="131" name="Google Shape;131;p14"/>
            <p:cNvSpPr/>
            <p:nvPr/>
          </p:nvSpPr>
          <p:spPr>
            <a:xfrm>
              <a:off x="-45128250" y="28437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-45270025" y="2701925"/>
              <a:ext cx="247350" cy="300125"/>
            </a:xfrm>
            <a:custGeom>
              <a:rect b="b" l="l" r="r" t="t"/>
              <a:pathLst>
                <a:path extrusionOk="0" h="12005" w="9894">
                  <a:moveTo>
                    <a:pt x="7751" y="1261"/>
                  </a:moveTo>
                  <a:lnTo>
                    <a:pt x="8665" y="2143"/>
                  </a:lnTo>
                  <a:lnTo>
                    <a:pt x="7751" y="2143"/>
                  </a:lnTo>
                  <a:lnTo>
                    <a:pt x="7751" y="1261"/>
                  </a:lnTo>
                  <a:close/>
                  <a:moveTo>
                    <a:pt x="7090" y="4979"/>
                  </a:moveTo>
                  <a:lnTo>
                    <a:pt x="7090" y="9925"/>
                  </a:lnTo>
                  <a:lnTo>
                    <a:pt x="757" y="9925"/>
                  </a:lnTo>
                  <a:lnTo>
                    <a:pt x="757" y="4979"/>
                  </a:lnTo>
                  <a:close/>
                  <a:moveTo>
                    <a:pt x="7090" y="725"/>
                  </a:moveTo>
                  <a:lnTo>
                    <a:pt x="7090" y="2521"/>
                  </a:lnTo>
                  <a:cubicBezTo>
                    <a:pt x="7090" y="2710"/>
                    <a:pt x="7247" y="2868"/>
                    <a:pt x="7436" y="2868"/>
                  </a:cubicBezTo>
                  <a:lnTo>
                    <a:pt x="9232" y="2868"/>
                  </a:lnTo>
                  <a:lnTo>
                    <a:pt x="9232" y="11343"/>
                  </a:lnTo>
                  <a:lnTo>
                    <a:pt x="1450" y="11343"/>
                  </a:lnTo>
                  <a:lnTo>
                    <a:pt x="1450" y="10618"/>
                  </a:lnTo>
                  <a:lnTo>
                    <a:pt x="7436" y="10618"/>
                  </a:lnTo>
                  <a:cubicBezTo>
                    <a:pt x="7657" y="10618"/>
                    <a:pt x="7814" y="10460"/>
                    <a:pt x="7814" y="10271"/>
                  </a:cubicBezTo>
                  <a:lnTo>
                    <a:pt x="7814" y="4632"/>
                  </a:lnTo>
                  <a:cubicBezTo>
                    <a:pt x="7814" y="4443"/>
                    <a:pt x="7657" y="4285"/>
                    <a:pt x="7436" y="4285"/>
                  </a:cubicBezTo>
                  <a:lnTo>
                    <a:pt x="1450" y="4285"/>
                  </a:lnTo>
                  <a:lnTo>
                    <a:pt x="1450" y="725"/>
                  </a:lnTo>
                  <a:close/>
                  <a:moveTo>
                    <a:pt x="1072" y="1"/>
                  </a:moveTo>
                  <a:cubicBezTo>
                    <a:pt x="883" y="1"/>
                    <a:pt x="726" y="158"/>
                    <a:pt x="726" y="347"/>
                  </a:cubicBezTo>
                  <a:lnTo>
                    <a:pt x="726" y="4254"/>
                  </a:lnTo>
                  <a:lnTo>
                    <a:pt x="379" y="4254"/>
                  </a:lnTo>
                  <a:cubicBezTo>
                    <a:pt x="158" y="4254"/>
                    <a:pt x="1" y="4411"/>
                    <a:pt x="1" y="4601"/>
                  </a:cubicBezTo>
                  <a:lnTo>
                    <a:pt x="1" y="10240"/>
                  </a:lnTo>
                  <a:cubicBezTo>
                    <a:pt x="1" y="10429"/>
                    <a:pt x="158" y="10586"/>
                    <a:pt x="379" y="10586"/>
                  </a:cubicBezTo>
                  <a:lnTo>
                    <a:pt x="726" y="10586"/>
                  </a:lnTo>
                  <a:lnTo>
                    <a:pt x="726" y="11658"/>
                  </a:lnTo>
                  <a:cubicBezTo>
                    <a:pt x="726" y="11847"/>
                    <a:pt x="883" y="12004"/>
                    <a:pt x="1072" y="12004"/>
                  </a:cubicBezTo>
                  <a:lnTo>
                    <a:pt x="9484" y="12004"/>
                  </a:lnTo>
                  <a:cubicBezTo>
                    <a:pt x="9704" y="12004"/>
                    <a:pt x="9862" y="11847"/>
                    <a:pt x="9862" y="11658"/>
                  </a:cubicBezTo>
                  <a:lnTo>
                    <a:pt x="9893" y="2458"/>
                  </a:lnTo>
                  <a:cubicBezTo>
                    <a:pt x="9893" y="2395"/>
                    <a:pt x="9862" y="2269"/>
                    <a:pt x="9767" y="2238"/>
                  </a:cubicBezTo>
                  <a:lnTo>
                    <a:pt x="7657" y="95"/>
                  </a:lnTo>
                  <a:cubicBezTo>
                    <a:pt x="7562" y="32"/>
                    <a:pt x="7499" y="1"/>
                    <a:pt x="74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-45235350" y="2844500"/>
              <a:ext cx="89800" cy="87450"/>
            </a:xfrm>
            <a:custGeom>
              <a:rect b="b" l="l" r="r" t="t"/>
              <a:pathLst>
                <a:path extrusionOk="0" h="3498" w="3592">
                  <a:moveTo>
                    <a:pt x="1796" y="1103"/>
                  </a:moveTo>
                  <a:lnTo>
                    <a:pt x="2268" y="2079"/>
                  </a:lnTo>
                  <a:lnTo>
                    <a:pt x="1292" y="2079"/>
                  </a:lnTo>
                  <a:lnTo>
                    <a:pt x="1796" y="1103"/>
                  </a:lnTo>
                  <a:close/>
                  <a:moveTo>
                    <a:pt x="1764" y="0"/>
                  </a:moveTo>
                  <a:cubicBezTo>
                    <a:pt x="1638" y="0"/>
                    <a:pt x="1544" y="63"/>
                    <a:pt x="1449" y="189"/>
                  </a:cubicBezTo>
                  <a:lnTo>
                    <a:pt x="32" y="2993"/>
                  </a:lnTo>
                  <a:cubicBezTo>
                    <a:pt x="0" y="3151"/>
                    <a:pt x="63" y="3340"/>
                    <a:pt x="284" y="3466"/>
                  </a:cubicBezTo>
                  <a:cubicBezTo>
                    <a:pt x="324" y="3482"/>
                    <a:pt x="369" y="3490"/>
                    <a:pt x="415" y="3490"/>
                  </a:cubicBezTo>
                  <a:cubicBezTo>
                    <a:pt x="547" y="3490"/>
                    <a:pt x="686" y="3425"/>
                    <a:pt x="756" y="3308"/>
                  </a:cubicBezTo>
                  <a:lnTo>
                    <a:pt x="977" y="2804"/>
                  </a:lnTo>
                  <a:lnTo>
                    <a:pt x="2647" y="2804"/>
                  </a:lnTo>
                  <a:lnTo>
                    <a:pt x="2867" y="3308"/>
                  </a:lnTo>
                  <a:cubicBezTo>
                    <a:pt x="2962" y="3434"/>
                    <a:pt x="3056" y="3497"/>
                    <a:pt x="3182" y="3497"/>
                  </a:cubicBezTo>
                  <a:cubicBezTo>
                    <a:pt x="3245" y="3497"/>
                    <a:pt x="3308" y="3497"/>
                    <a:pt x="3340" y="3466"/>
                  </a:cubicBezTo>
                  <a:cubicBezTo>
                    <a:pt x="3497" y="3371"/>
                    <a:pt x="3592" y="3151"/>
                    <a:pt x="3497" y="2993"/>
                  </a:cubicBezTo>
                  <a:lnTo>
                    <a:pt x="2079" y="189"/>
                  </a:lnTo>
                  <a:cubicBezTo>
                    <a:pt x="2016" y="63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-45128250" y="2879150"/>
              <a:ext cx="18150" cy="52800"/>
            </a:xfrm>
            <a:custGeom>
              <a:rect b="b" l="l" r="r" t="t"/>
              <a:pathLst>
                <a:path extrusionOk="0" h="2112" w="72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14"/>
          <p:cNvSpPr/>
          <p:nvPr/>
        </p:nvSpPr>
        <p:spPr>
          <a:xfrm>
            <a:off x="8016375" y="3838875"/>
            <a:ext cx="666300" cy="666300"/>
          </a:xfrm>
          <a:prstGeom prst="donut">
            <a:avLst>
              <a:gd fmla="val 10642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016375" y="3838875"/>
            <a:ext cx="666300" cy="666300"/>
          </a:xfrm>
          <a:prstGeom prst="blockArc">
            <a:avLst>
              <a:gd fmla="val 10643297" name="adj1"/>
              <a:gd fmla="val 158481" name="adj2"/>
              <a:gd fmla="val 11488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016375" y="4552800"/>
            <a:ext cx="666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</a:t>
            </a:r>
            <a:r>
              <a:rPr b="1" lang="en" sz="12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2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8" name="Google Shape;138;p14"/>
          <p:cNvGrpSpPr/>
          <p:nvPr/>
        </p:nvGrpSpPr>
        <p:grpSpPr>
          <a:xfrm>
            <a:off x="8223070" y="4046188"/>
            <a:ext cx="252906" cy="251718"/>
            <a:chOff x="-49786250" y="2316650"/>
            <a:chExt cx="300900" cy="299450"/>
          </a:xfrm>
        </p:grpSpPr>
        <p:sp>
          <p:nvSpPr>
            <p:cNvPr id="139" name="Google Shape;139;p14"/>
            <p:cNvSpPr/>
            <p:nvPr/>
          </p:nvSpPr>
          <p:spPr>
            <a:xfrm>
              <a:off x="-49746875" y="2316650"/>
              <a:ext cx="217400" cy="299450"/>
            </a:xfrm>
            <a:custGeom>
              <a:rect b="b" l="l" r="r" t="t"/>
              <a:pathLst>
                <a:path extrusionOk="0" h="11978" w="8696">
                  <a:moveTo>
                    <a:pt x="4411" y="3944"/>
                  </a:moveTo>
                  <a:lnTo>
                    <a:pt x="5010" y="5110"/>
                  </a:lnTo>
                  <a:cubicBezTo>
                    <a:pt x="4837" y="5188"/>
                    <a:pt x="4640" y="5228"/>
                    <a:pt x="4439" y="5228"/>
                  </a:cubicBezTo>
                  <a:cubicBezTo>
                    <a:pt x="4238" y="5228"/>
                    <a:pt x="4033" y="5188"/>
                    <a:pt x="3844" y="5110"/>
                  </a:cubicBezTo>
                  <a:lnTo>
                    <a:pt x="4411" y="3944"/>
                  </a:lnTo>
                  <a:close/>
                  <a:moveTo>
                    <a:pt x="5136" y="5834"/>
                  </a:moveTo>
                  <a:lnTo>
                    <a:pt x="5136" y="8418"/>
                  </a:lnTo>
                  <a:lnTo>
                    <a:pt x="3718" y="8418"/>
                  </a:lnTo>
                  <a:lnTo>
                    <a:pt x="3718" y="5834"/>
                  </a:lnTo>
                  <a:cubicBezTo>
                    <a:pt x="3939" y="5897"/>
                    <a:pt x="4191" y="5960"/>
                    <a:pt x="4411" y="5960"/>
                  </a:cubicBezTo>
                  <a:cubicBezTo>
                    <a:pt x="4663" y="5960"/>
                    <a:pt x="4884" y="5897"/>
                    <a:pt x="5136" y="5834"/>
                  </a:cubicBezTo>
                  <a:close/>
                  <a:moveTo>
                    <a:pt x="4390" y="657"/>
                  </a:moveTo>
                  <a:cubicBezTo>
                    <a:pt x="5196" y="657"/>
                    <a:pt x="5982" y="942"/>
                    <a:pt x="6617" y="1455"/>
                  </a:cubicBezTo>
                  <a:cubicBezTo>
                    <a:pt x="7467" y="2117"/>
                    <a:pt x="7940" y="3156"/>
                    <a:pt x="7940" y="4196"/>
                  </a:cubicBezTo>
                  <a:cubicBezTo>
                    <a:pt x="7940" y="5078"/>
                    <a:pt x="7625" y="5897"/>
                    <a:pt x="7058" y="6527"/>
                  </a:cubicBezTo>
                  <a:cubicBezTo>
                    <a:pt x="6585" y="7095"/>
                    <a:pt x="6270" y="7756"/>
                    <a:pt x="6207" y="8418"/>
                  </a:cubicBezTo>
                  <a:lnTo>
                    <a:pt x="5829" y="8418"/>
                  </a:lnTo>
                  <a:lnTo>
                    <a:pt x="5829" y="5267"/>
                  </a:lnTo>
                  <a:cubicBezTo>
                    <a:pt x="5829" y="5236"/>
                    <a:pt x="5829" y="5141"/>
                    <a:pt x="5798" y="5110"/>
                  </a:cubicBezTo>
                  <a:lnTo>
                    <a:pt x="4726" y="2999"/>
                  </a:lnTo>
                  <a:cubicBezTo>
                    <a:pt x="4663" y="2873"/>
                    <a:pt x="4537" y="2778"/>
                    <a:pt x="4411" y="2778"/>
                  </a:cubicBezTo>
                  <a:cubicBezTo>
                    <a:pt x="4317" y="2778"/>
                    <a:pt x="4191" y="2873"/>
                    <a:pt x="4096" y="2999"/>
                  </a:cubicBezTo>
                  <a:lnTo>
                    <a:pt x="3057" y="5110"/>
                  </a:lnTo>
                  <a:cubicBezTo>
                    <a:pt x="2994" y="5141"/>
                    <a:pt x="2994" y="5236"/>
                    <a:pt x="2994" y="5267"/>
                  </a:cubicBezTo>
                  <a:lnTo>
                    <a:pt x="2994" y="8418"/>
                  </a:lnTo>
                  <a:lnTo>
                    <a:pt x="2647" y="8418"/>
                  </a:lnTo>
                  <a:cubicBezTo>
                    <a:pt x="2584" y="7756"/>
                    <a:pt x="2301" y="7095"/>
                    <a:pt x="1796" y="6527"/>
                  </a:cubicBezTo>
                  <a:cubicBezTo>
                    <a:pt x="1040" y="5708"/>
                    <a:pt x="757" y="4574"/>
                    <a:pt x="1009" y="3408"/>
                  </a:cubicBezTo>
                  <a:cubicBezTo>
                    <a:pt x="1261" y="2085"/>
                    <a:pt x="2332" y="1014"/>
                    <a:pt x="3687" y="731"/>
                  </a:cubicBezTo>
                  <a:cubicBezTo>
                    <a:pt x="3921" y="681"/>
                    <a:pt x="4156" y="657"/>
                    <a:pt x="4390" y="657"/>
                  </a:cubicBezTo>
                  <a:close/>
                  <a:moveTo>
                    <a:pt x="6207" y="9142"/>
                  </a:moveTo>
                  <a:lnTo>
                    <a:pt x="6207" y="9489"/>
                  </a:lnTo>
                  <a:cubicBezTo>
                    <a:pt x="6207" y="9678"/>
                    <a:pt x="6050" y="9835"/>
                    <a:pt x="5829" y="9835"/>
                  </a:cubicBezTo>
                  <a:lnTo>
                    <a:pt x="3057" y="9835"/>
                  </a:lnTo>
                  <a:cubicBezTo>
                    <a:pt x="2836" y="9835"/>
                    <a:pt x="2679" y="9678"/>
                    <a:pt x="2679" y="9489"/>
                  </a:cubicBezTo>
                  <a:lnTo>
                    <a:pt x="2679" y="9142"/>
                  </a:lnTo>
                  <a:close/>
                  <a:moveTo>
                    <a:pt x="5483" y="10529"/>
                  </a:moveTo>
                  <a:lnTo>
                    <a:pt x="5483" y="10907"/>
                  </a:lnTo>
                  <a:cubicBezTo>
                    <a:pt x="5483" y="11096"/>
                    <a:pt x="5325" y="11253"/>
                    <a:pt x="5136" y="11253"/>
                  </a:cubicBezTo>
                  <a:lnTo>
                    <a:pt x="3718" y="11253"/>
                  </a:lnTo>
                  <a:cubicBezTo>
                    <a:pt x="3529" y="11253"/>
                    <a:pt x="3372" y="11096"/>
                    <a:pt x="3372" y="10907"/>
                  </a:cubicBezTo>
                  <a:lnTo>
                    <a:pt x="3372" y="10529"/>
                  </a:lnTo>
                  <a:close/>
                  <a:moveTo>
                    <a:pt x="4318" y="0"/>
                  </a:moveTo>
                  <a:cubicBezTo>
                    <a:pt x="4056" y="0"/>
                    <a:pt x="3792" y="23"/>
                    <a:pt x="3529" y="69"/>
                  </a:cubicBezTo>
                  <a:cubicBezTo>
                    <a:pt x="1954" y="384"/>
                    <a:pt x="631" y="1707"/>
                    <a:pt x="284" y="3314"/>
                  </a:cubicBezTo>
                  <a:cubicBezTo>
                    <a:pt x="1" y="4637"/>
                    <a:pt x="379" y="6023"/>
                    <a:pt x="1261" y="7000"/>
                  </a:cubicBezTo>
                  <a:cubicBezTo>
                    <a:pt x="1702" y="7536"/>
                    <a:pt x="1986" y="8166"/>
                    <a:pt x="1986" y="8796"/>
                  </a:cubicBezTo>
                  <a:lnTo>
                    <a:pt x="1986" y="9489"/>
                  </a:lnTo>
                  <a:cubicBezTo>
                    <a:pt x="1986" y="9961"/>
                    <a:pt x="2269" y="10371"/>
                    <a:pt x="2679" y="10466"/>
                  </a:cubicBezTo>
                  <a:lnTo>
                    <a:pt x="2679" y="10907"/>
                  </a:lnTo>
                  <a:cubicBezTo>
                    <a:pt x="2679" y="11505"/>
                    <a:pt x="3151" y="11978"/>
                    <a:pt x="3750" y="11978"/>
                  </a:cubicBezTo>
                  <a:lnTo>
                    <a:pt x="5168" y="11978"/>
                  </a:lnTo>
                  <a:cubicBezTo>
                    <a:pt x="5766" y="11978"/>
                    <a:pt x="6239" y="11505"/>
                    <a:pt x="6239" y="10907"/>
                  </a:cubicBezTo>
                  <a:lnTo>
                    <a:pt x="6239" y="10466"/>
                  </a:lnTo>
                  <a:cubicBezTo>
                    <a:pt x="6617" y="10308"/>
                    <a:pt x="6963" y="9930"/>
                    <a:pt x="6963" y="9489"/>
                  </a:cubicBezTo>
                  <a:lnTo>
                    <a:pt x="6963" y="8796"/>
                  </a:lnTo>
                  <a:cubicBezTo>
                    <a:pt x="6963" y="8166"/>
                    <a:pt x="7184" y="7536"/>
                    <a:pt x="7656" y="6969"/>
                  </a:cubicBezTo>
                  <a:cubicBezTo>
                    <a:pt x="8318" y="6212"/>
                    <a:pt x="8696" y="5236"/>
                    <a:pt x="8696" y="4228"/>
                  </a:cubicBezTo>
                  <a:cubicBezTo>
                    <a:pt x="8633" y="2967"/>
                    <a:pt x="8097" y="1739"/>
                    <a:pt x="7058" y="951"/>
                  </a:cubicBezTo>
                  <a:cubicBezTo>
                    <a:pt x="6285" y="328"/>
                    <a:pt x="5314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-49786250" y="2422325"/>
              <a:ext cx="36250" cy="17350"/>
            </a:xfrm>
            <a:custGeom>
              <a:rect b="b" l="l" r="r" t="t"/>
              <a:pathLst>
                <a:path extrusionOk="0" h="694" w="1450">
                  <a:moveTo>
                    <a:pt x="379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50" y="127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-49783900" y="2362475"/>
              <a:ext cx="31550" cy="30150"/>
            </a:xfrm>
            <a:custGeom>
              <a:rect b="b" l="l" r="r" t="t"/>
              <a:pathLst>
                <a:path extrusionOk="0" h="1206" w="1262">
                  <a:moveTo>
                    <a:pt x="391" y="0"/>
                  </a:moveTo>
                  <a:cubicBezTo>
                    <a:pt x="300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4"/>
                  </a:lnTo>
                  <a:cubicBezTo>
                    <a:pt x="694" y="1182"/>
                    <a:pt x="781" y="1205"/>
                    <a:pt x="871" y="1205"/>
                  </a:cubicBezTo>
                  <a:cubicBezTo>
                    <a:pt x="962" y="1205"/>
                    <a:pt x="1056" y="1182"/>
                    <a:pt x="1135" y="1134"/>
                  </a:cubicBezTo>
                  <a:cubicBezTo>
                    <a:pt x="1261" y="1008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-49783900" y="2468800"/>
              <a:ext cx="31550" cy="30150"/>
            </a:xfrm>
            <a:custGeom>
              <a:rect b="b" l="l" r="r" t="t"/>
              <a:pathLst>
                <a:path extrusionOk="0" h="1206" w="1262">
                  <a:moveTo>
                    <a:pt x="871" y="0"/>
                  </a:moveTo>
                  <a:cubicBezTo>
                    <a:pt x="781" y="0"/>
                    <a:pt x="694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77"/>
                    <a:pt x="127" y="1135"/>
                  </a:cubicBezTo>
                  <a:cubicBezTo>
                    <a:pt x="174" y="1182"/>
                    <a:pt x="261" y="1205"/>
                    <a:pt x="355" y="1205"/>
                  </a:cubicBezTo>
                  <a:cubicBezTo>
                    <a:pt x="450" y="1205"/>
                    <a:pt x="552" y="1182"/>
                    <a:pt x="631" y="1135"/>
                  </a:cubicBezTo>
                  <a:lnTo>
                    <a:pt x="1135" y="599"/>
                  </a:lnTo>
                  <a:cubicBezTo>
                    <a:pt x="1261" y="504"/>
                    <a:pt x="1261" y="252"/>
                    <a:pt x="1135" y="95"/>
                  </a:cubicBezTo>
                  <a:cubicBezTo>
                    <a:pt x="1056" y="32"/>
                    <a:pt x="962" y="0"/>
                    <a:pt x="8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-49520825" y="242155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-49519250" y="2362475"/>
              <a:ext cx="31525" cy="31325"/>
            </a:xfrm>
            <a:custGeom>
              <a:rect b="b" l="l" r="r" t="t"/>
              <a:pathLst>
                <a:path extrusionOk="0" h="1253" w="1261">
                  <a:moveTo>
                    <a:pt x="906" y="0"/>
                  </a:moveTo>
                  <a:cubicBezTo>
                    <a:pt x="812" y="0"/>
                    <a:pt x="709" y="32"/>
                    <a:pt x="631" y="95"/>
                  </a:cubicBezTo>
                  <a:lnTo>
                    <a:pt x="127" y="599"/>
                  </a:lnTo>
                  <a:cubicBezTo>
                    <a:pt x="1" y="725"/>
                    <a:pt x="1" y="945"/>
                    <a:pt x="127" y="1134"/>
                  </a:cubicBezTo>
                  <a:cubicBezTo>
                    <a:pt x="190" y="1213"/>
                    <a:pt x="276" y="1253"/>
                    <a:pt x="367" y="1253"/>
                  </a:cubicBezTo>
                  <a:cubicBezTo>
                    <a:pt x="457" y="1253"/>
                    <a:pt x="552" y="1213"/>
                    <a:pt x="631" y="1134"/>
                  </a:cubicBezTo>
                  <a:lnTo>
                    <a:pt x="1135" y="599"/>
                  </a:lnTo>
                  <a:cubicBezTo>
                    <a:pt x="1261" y="473"/>
                    <a:pt x="1261" y="252"/>
                    <a:pt x="1135" y="95"/>
                  </a:cubicBezTo>
                  <a:cubicBezTo>
                    <a:pt x="1088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-49519250" y="2468800"/>
              <a:ext cx="31525" cy="30150"/>
            </a:xfrm>
            <a:custGeom>
              <a:rect b="b" l="l" r="r" t="t"/>
              <a:pathLst>
                <a:path extrusionOk="0" h="1206" w="1261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221"/>
                    <a:pt x="1" y="441"/>
                    <a:pt x="127" y="599"/>
                  </a:cubicBezTo>
                  <a:lnTo>
                    <a:pt x="631" y="1135"/>
                  </a:lnTo>
                  <a:cubicBezTo>
                    <a:pt x="694" y="1182"/>
                    <a:pt x="780" y="1205"/>
                    <a:pt x="871" y="1205"/>
                  </a:cubicBezTo>
                  <a:cubicBezTo>
                    <a:pt x="962" y="1205"/>
                    <a:pt x="1056" y="1182"/>
                    <a:pt x="1135" y="1135"/>
                  </a:cubicBezTo>
                  <a:cubicBezTo>
                    <a:pt x="1261" y="1009"/>
                    <a:pt x="1261" y="756"/>
                    <a:pt x="1135" y="599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14"/>
          <p:cNvSpPr/>
          <p:nvPr/>
        </p:nvSpPr>
        <p:spPr>
          <a:xfrm>
            <a:off x="7034717" y="3838875"/>
            <a:ext cx="666300" cy="666300"/>
          </a:xfrm>
          <a:prstGeom prst="donut">
            <a:avLst>
              <a:gd fmla="val 10642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7034717" y="3838875"/>
            <a:ext cx="666300" cy="666300"/>
          </a:xfrm>
          <a:prstGeom prst="blockArc">
            <a:avLst>
              <a:gd fmla="val 5232475" name="adj1"/>
              <a:gd fmla="val 188415" name="adj2"/>
              <a:gd fmla="val 11027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7034717" y="4552800"/>
            <a:ext cx="6663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9" name="Google Shape;149;p14"/>
          <p:cNvGrpSpPr/>
          <p:nvPr/>
        </p:nvGrpSpPr>
        <p:grpSpPr>
          <a:xfrm>
            <a:off x="7241346" y="4045531"/>
            <a:ext cx="253057" cy="253036"/>
            <a:chOff x="-44914800" y="2342000"/>
            <a:chExt cx="300900" cy="300875"/>
          </a:xfrm>
        </p:grpSpPr>
        <p:sp>
          <p:nvSpPr>
            <p:cNvPr id="150" name="Google Shape;150;p14"/>
            <p:cNvSpPr/>
            <p:nvPr/>
          </p:nvSpPr>
          <p:spPr>
            <a:xfrm>
              <a:off x="-44914800" y="2342000"/>
              <a:ext cx="300900" cy="300875"/>
            </a:xfrm>
            <a:custGeom>
              <a:rect b="b" l="l" r="r" t="t"/>
              <a:pathLst>
                <a:path extrusionOk="0" h="12035" w="12036">
                  <a:moveTo>
                    <a:pt x="1450" y="725"/>
                  </a:moveTo>
                  <a:lnTo>
                    <a:pt x="1450" y="1418"/>
                  </a:lnTo>
                  <a:lnTo>
                    <a:pt x="725" y="1418"/>
                  </a:lnTo>
                  <a:lnTo>
                    <a:pt x="725" y="725"/>
                  </a:lnTo>
                  <a:close/>
                  <a:moveTo>
                    <a:pt x="11311" y="725"/>
                  </a:moveTo>
                  <a:lnTo>
                    <a:pt x="11311" y="1418"/>
                  </a:lnTo>
                  <a:lnTo>
                    <a:pt x="10618" y="1418"/>
                  </a:lnTo>
                  <a:lnTo>
                    <a:pt x="10618" y="725"/>
                  </a:lnTo>
                  <a:close/>
                  <a:moveTo>
                    <a:pt x="9893" y="1418"/>
                  </a:moveTo>
                  <a:lnTo>
                    <a:pt x="9893" y="1796"/>
                  </a:lnTo>
                  <a:cubicBezTo>
                    <a:pt x="9893" y="1985"/>
                    <a:pt x="10051" y="2142"/>
                    <a:pt x="10240" y="2142"/>
                  </a:cubicBezTo>
                  <a:lnTo>
                    <a:pt x="10618" y="2142"/>
                  </a:lnTo>
                  <a:lnTo>
                    <a:pt x="10618" y="9893"/>
                  </a:lnTo>
                  <a:lnTo>
                    <a:pt x="10240" y="9893"/>
                  </a:lnTo>
                  <a:cubicBezTo>
                    <a:pt x="10051" y="9893"/>
                    <a:pt x="9893" y="10050"/>
                    <a:pt x="9893" y="10239"/>
                  </a:cubicBezTo>
                  <a:lnTo>
                    <a:pt x="9893" y="10617"/>
                  </a:lnTo>
                  <a:lnTo>
                    <a:pt x="2143" y="10617"/>
                  </a:lnTo>
                  <a:lnTo>
                    <a:pt x="2143" y="10239"/>
                  </a:lnTo>
                  <a:cubicBezTo>
                    <a:pt x="2143" y="10050"/>
                    <a:pt x="1985" y="9893"/>
                    <a:pt x="1796" y="9893"/>
                  </a:cubicBezTo>
                  <a:lnTo>
                    <a:pt x="1450" y="9893"/>
                  </a:lnTo>
                  <a:lnTo>
                    <a:pt x="1450" y="2142"/>
                  </a:lnTo>
                  <a:lnTo>
                    <a:pt x="1796" y="2142"/>
                  </a:lnTo>
                  <a:cubicBezTo>
                    <a:pt x="1985" y="2142"/>
                    <a:pt x="2143" y="1985"/>
                    <a:pt x="2143" y="1796"/>
                  </a:cubicBezTo>
                  <a:lnTo>
                    <a:pt x="2143" y="1418"/>
                  </a:lnTo>
                  <a:close/>
                  <a:moveTo>
                    <a:pt x="1418" y="10617"/>
                  </a:moveTo>
                  <a:lnTo>
                    <a:pt x="1418" y="11310"/>
                  </a:lnTo>
                  <a:lnTo>
                    <a:pt x="725" y="11310"/>
                  </a:lnTo>
                  <a:lnTo>
                    <a:pt x="725" y="10617"/>
                  </a:lnTo>
                  <a:close/>
                  <a:moveTo>
                    <a:pt x="11311" y="10617"/>
                  </a:moveTo>
                  <a:lnTo>
                    <a:pt x="11311" y="11310"/>
                  </a:lnTo>
                  <a:lnTo>
                    <a:pt x="10618" y="11310"/>
                  </a:lnTo>
                  <a:lnTo>
                    <a:pt x="10618" y="10617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64"/>
                  </a:lnTo>
                  <a:cubicBezTo>
                    <a:pt x="1" y="1985"/>
                    <a:pt x="158" y="2142"/>
                    <a:pt x="379" y="2142"/>
                  </a:cubicBezTo>
                  <a:lnTo>
                    <a:pt x="725" y="2142"/>
                  </a:lnTo>
                  <a:lnTo>
                    <a:pt x="725" y="9893"/>
                  </a:lnTo>
                  <a:lnTo>
                    <a:pt x="379" y="9893"/>
                  </a:lnTo>
                  <a:cubicBezTo>
                    <a:pt x="158" y="9893"/>
                    <a:pt x="1" y="10050"/>
                    <a:pt x="1" y="10239"/>
                  </a:cubicBezTo>
                  <a:lnTo>
                    <a:pt x="1" y="11657"/>
                  </a:lnTo>
                  <a:cubicBezTo>
                    <a:pt x="1" y="11877"/>
                    <a:pt x="158" y="12035"/>
                    <a:pt x="379" y="12035"/>
                  </a:cubicBezTo>
                  <a:lnTo>
                    <a:pt x="1796" y="12035"/>
                  </a:lnTo>
                  <a:cubicBezTo>
                    <a:pt x="1985" y="12035"/>
                    <a:pt x="2143" y="11877"/>
                    <a:pt x="2143" y="11657"/>
                  </a:cubicBezTo>
                  <a:lnTo>
                    <a:pt x="2143" y="11310"/>
                  </a:lnTo>
                  <a:lnTo>
                    <a:pt x="9893" y="11310"/>
                  </a:lnTo>
                  <a:lnTo>
                    <a:pt x="9893" y="11657"/>
                  </a:lnTo>
                  <a:cubicBezTo>
                    <a:pt x="9893" y="11877"/>
                    <a:pt x="10051" y="12035"/>
                    <a:pt x="10240" y="12035"/>
                  </a:cubicBezTo>
                  <a:lnTo>
                    <a:pt x="11657" y="12035"/>
                  </a:lnTo>
                  <a:cubicBezTo>
                    <a:pt x="11878" y="12035"/>
                    <a:pt x="12036" y="11877"/>
                    <a:pt x="12036" y="11657"/>
                  </a:cubicBezTo>
                  <a:lnTo>
                    <a:pt x="12036" y="10239"/>
                  </a:lnTo>
                  <a:cubicBezTo>
                    <a:pt x="12036" y="10050"/>
                    <a:pt x="11878" y="9893"/>
                    <a:pt x="11657" y="9893"/>
                  </a:cubicBezTo>
                  <a:lnTo>
                    <a:pt x="11311" y="9893"/>
                  </a:lnTo>
                  <a:lnTo>
                    <a:pt x="11311" y="2142"/>
                  </a:lnTo>
                  <a:lnTo>
                    <a:pt x="11657" y="2142"/>
                  </a:lnTo>
                  <a:cubicBezTo>
                    <a:pt x="11878" y="2142"/>
                    <a:pt x="12036" y="1985"/>
                    <a:pt x="12036" y="1764"/>
                  </a:cubicBezTo>
                  <a:lnTo>
                    <a:pt x="12036" y="378"/>
                  </a:lnTo>
                  <a:cubicBezTo>
                    <a:pt x="12036" y="158"/>
                    <a:pt x="11878" y="0"/>
                    <a:pt x="11657" y="0"/>
                  </a:cubicBezTo>
                  <a:lnTo>
                    <a:pt x="10240" y="0"/>
                  </a:lnTo>
                  <a:cubicBezTo>
                    <a:pt x="10051" y="0"/>
                    <a:pt x="9893" y="158"/>
                    <a:pt x="9893" y="378"/>
                  </a:cubicBezTo>
                  <a:lnTo>
                    <a:pt x="9893" y="725"/>
                  </a:lnTo>
                  <a:lnTo>
                    <a:pt x="2143" y="725"/>
                  </a:lnTo>
                  <a:lnTo>
                    <a:pt x="2143" y="378"/>
                  </a:lnTo>
                  <a:cubicBezTo>
                    <a:pt x="2143" y="158"/>
                    <a:pt x="1985" y="0"/>
                    <a:pt x="17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-44860450" y="2412875"/>
              <a:ext cx="193000" cy="159125"/>
            </a:xfrm>
            <a:custGeom>
              <a:rect b="b" l="l" r="r" t="t"/>
              <a:pathLst>
                <a:path extrusionOk="0" h="6365" w="7720">
                  <a:moveTo>
                    <a:pt x="7026" y="694"/>
                  </a:moveTo>
                  <a:lnTo>
                    <a:pt x="7026" y="725"/>
                  </a:lnTo>
                  <a:lnTo>
                    <a:pt x="7026" y="5136"/>
                  </a:lnTo>
                  <a:lnTo>
                    <a:pt x="5514" y="3624"/>
                  </a:lnTo>
                  <a:cubicBezTo>
                    <a:pt x="5451" y="3561"/>
                    <a:pt x="5356" y="3498"/>
                    <a:pt x="5262" y="3498"/>
                  </a:cubicBezTo>
                  <a:cubicBezTo>
                    <a:pt x="5167" y="3498"/>
                    <a:pt x="5041" y="3561"/>
                    <a:pt x="5010" y="3624"/>
                  </a:cubicBezTo>
                  <a:lnTo>
                    <a:pt x="3907" y="4821"/>
                  </a:lnTo>
                  <a:lnTo>
                    <a:pt x="2678" y="3592"/>
                  </a:lnTo>
                  <a:cubicBezTo>
                    <a:pt x="2615" y="3529"/>
                    <a:pt x="2529" y="3498"/>
                    <a:pt x="2438" y="3498"/>
                  </a:cubicBezTo>
                  <a:cubicBezTo>
                    <a:pt x="2348" y="3498"/>
                    <a:pt x="2253" y="3529"/>
                    <a:pt x="2174" y="3592"/>
                  </a:cubicBezTo>
                  <a:lnTo>
                    <a:pt x="662" y="5104"/>
                  </a:lnTo>
                  <a:lnTo>
                    <a:pt x="662" y="694"/>
                  </a:lnTo>
                  <a:close/>
                  <a:moveTo>
                    <a:pt x="2458" y="4380"/>
                  </a:moveTo>
                  <a:lnTo>
                    <a:pt x="3718" y="5640"/>
                  </a:lnTo>
                  <a:lnTo>
                    <a:pt x="1198" y="5640"/>
                  </a:lnTo>
                  <a:lnTo>
                    <a:pt x="2458" y="4380"/>
                  </a:lnTo>
                  <a:close/>
                  <a:moveTo>
                    <a:pt x="5293" y="4411"/>
                  </a:moveTo>
                  <a:lnTo>
                    <a:pt x="6554" y="5671"/>
                  </a:lnTo>
                  <a:lnTo>
                    <a:pt x="4695" y="5671"/>
                  </a:lnTo>
                  <a:lnTo>
                    <a:pt x="4695" y="5640"/>
                  </a:lnTo>
                  <a:lnTo>
                    <a:pt x="4411" y="5356"/>
                  </a:lnTo>
                  <a:lnTo>
                    <a:pt x="5293" y="4411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5986"/>
                  </a:lnTo>
                  <a:cubicBezTo>
                    <a:pt x="0" y="6207"/>
                    <a:pt x="158" y="6365"/>
                    <a:pt x="347" y="6365"/>
                  </a:cubicBezTo>
                  <a:lnTo>
                    <a:pt x="7373" y="6365"/>
                  </a:lnTo>
                  <a:cubicBezTo>
                    <a:pt x="7562" y="6365"/>
                    <a:pt x="7719" y="6207"/>
                    <a:pt x="7719" y="5986"/>
                  </a:cubicBezTo>
                  <a:lnTo>
                    <a:pt x="7719" y="379"/>
                  </a:lnTo>
                  <a:cubicBezTo>
                    <a:pt x="7719" y="158"/>
                    <a:pt x="7562" y="1"/>
                    <a:pt x="7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-44791150" y="2439650"/>
              <a:ext cx="52800" cy="53600"/>
            </a:xfrm>
            <a:custGeom>
              <a:rect b="b" l="l" r="r" t="t"/>
              <a:pathLst>
                <a:path extrusionOk="0" h="2144" w="2112">
                  <a:moveTo>
                    <a:pt x="1041" y="725"/>
                  </a:moveTo>
                  <a:cubicBezTo>
                    <a:pt x="1261" y="725"/>
                    <a:pt x="1419" y="883"/>
                    <a:pt x="1419" y="1072"/>
                  </a:cubicBezTo>
                  <a:cubicBezTo>
                    <a:pt x="1419" y="1261"/>
                    <a:pt x="1261" y="1418"/>
                    <a:pt x="1041" y="1418"/>
                  </a:cubicBezTo>
                  <a:cubicBezTo>
                    <a:pt x="852" y="1418"/>
                    <a:pt x="694" y="1261"/>
                    <a:pt x="694" y="1072"/>
                  </a:cubicBezTo>
                  <a:cubicBezTo>
                    <a:pt x="694" y="883"/>
                    <a:pt x="852" y="725"/>
                    <a:pt x="1041" y="725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72"/>
                  </a:cubicBezTo>
                  <a:cubicBezTo>
                    <a:pt x="32" y="1670"/>
                    <a:pt x="505" y="2143"/>
                    <a:pt x="1041" y="2143"/>
                  </a:cubicBezTo>
                  <a:cubicBezTo>
                    <a:pt x="1639" y="2143"/>
                    <a:pt x="2112" y="1670"/>
                    <a:pt x="2112" y="1072"/>
                  </a:cubicBezTo>
                  <a:cubicBezTo>
                    <a:pt x="2112" y="473"/>
                    <a:pt x="1639" y="1"/>
                    <a:pt x="10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4"/>
          <p:cNvSpPr txBox="1"/>
          <p:nvPr/>
        </p:nvSpPr>
        <p:spPr>
          <a:xfrm>
            <a:off x="644925" y="1028700"/>
            <a:ext cx="344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54" name="Google Shape;154;p14"/>
          <p:cNvCxnSpPr/>
          <p:nvPr/>
        </p:nvCxnSpPr>
        <p:spPr>
          <a:xfrm>
            <a:off x="705675" y="1328700"/>
            <a:ext cx="3646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5" name="Google Shape;155;p14"/>
          <p:cNvGrpSpPr/>
          <p:nvPr/>
        </p:nvGrpSpPr>
        <p:grpSpPr>
          <a:xfrm>
            <a:off x="705675" y="1543050"/>
            <a:ext cx="3661875" cy="507300"/>
            <a:chOff x="2710275" y="1543050"/>
            <a:chExt cx="3661875" cy="507300"/>
          </a:xfrm>
        </p:grpSpPr>
        <p:sp>
          <p:nvSpPr>
            <p:cNvPr id="156" name="Google Shape;156;p14"/>
            <p:cNvSpPr txBox="1"/>
            <p:nvPr/>
          </p:nvSpPr>
          <p:spPr>
            <a:xfrm>
              <a:off x="4020150" y="1543050"/>
              <a:ext cx="23520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It’s terribly hot and its atmosphere is poisonous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2710275" y="1543050"/>
              <a:ext cx="1405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2005 - 2010</a:t>
              </a:r>
              <a:endPara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8" name="Google Shape;158;p14"/>
          <p:cNvGrpSpPr/>
          <p:nvPr/>
        </p:nvGrpSpPr>
        <p:grpSpPr>
          <a:xfrm>
            <a:off x="705675" y="2190750"/>
            <a:ext cx="3661875" cy="507300"/>
            <a:chOff x="2710275" y="1543050"/>
            <a:chExt cx="3661875" cy="507300"/>
          </a:xfrm>
        </p:grpSpPr>
        <p:sp>
          <p:nvSpPr>
            <p:cNvPr id="159" name="Google Shape;159;p14"/>
            <p:cNvSpPr txBox="1"/>
            <p:nvPr/>
          </p:nvSpPr>
          <p:spPr>
            <a:xfrm>
              <a:off x="4020150" y="1543050"/>
              <a:ext cx="23520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0" name="Google Shape;160;p14"/>
            <p:cNvSpPr txBox="1"/>
            <p:nvPr/>
          </p:nvSpPr>
          <p:spPr>
            <a:xfrm>
              <a:off x="2710275" y="1543050"/>
              <a:ext cx="1405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2010 - 2012</a:t>
              </a:r>
              <a:endParaRPr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24000"/>
            <a:ext cx="2674545" cy="380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15"/>
          <p:cNvGrpSpPr/>
          <p:nvPr/>
        </p:nvGrpSpPr>
        <p:grpSpPr>
          <a:xfrm>
            <a:off x="3301384" y="953975"/>
            <a:ext cx="2137452" cy="1074900"/>
            <a:chOff x="582150" y="3416025"/>
            <a:chExt cx="1770000" cy="1074900"/>
          </a:xfrm>
        </p:grpSpPr>
        <p:sp>
          <p:nvSpPr>
            <p:cNvPr id="167" name="Google Shape;167;p15"/>
            <p:cNvSpPr txBox="1"/>
            <p:nvPr/>
          </p:nvSpPr>
          <p:spPr>
            <a:xfrm>
              <a:off x="582150" y="3416025"/>
              <a:ext cx="177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ABOUT ME</a:t>
              </a:r>
              <a:endParaRPr b="1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8" name="Google Shape;168;p15"/>
            <p:cNvSpPr txBox="1"/>
            <p:nvPr/>
          </p:nvSpPr>
          <p:spPr>
            <a:xfrm>
              <a:off x="582150" y="3792225"/>
              <a:ext cx="1770000" cy="6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69" name="Google Shape;169;p15"/>
          <p:cNvCxnSpPr/>
          <p:nvPr/>
        </p:nvCxnSpPr>
        <p:spPr>
          <a:xfrm>
            <a:off x="3129925" y="923925"/>
            <a:ext cx="0" cy="38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5"/>
          <p:cNvSpPr/>
          <p:nvPr/>
        </p:nvSpPr>
        <p:spPr>
          <a:xfrm>
            <a:off x="3022225" y="999300"/>
            <a:ext cx="215400" cy="2154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3022225" y="2250175"/>
            <a:ext cx="215400" cy="2154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301384" y="2189350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3301375" y="2865225"/>
            <a:ext cx="2499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entire Solar System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3301375" y="2649825"/>
            <a:ext cx="213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2000 - 2017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3301375" y="3865350"/>
            <a:ext cx="2499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called the red planet and is actually a cold place. It’s full of iron oxide dust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301375" y="3649950"/>
            <a:ext cx="213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2017 - 2018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3022225" y="2649825"/>
            <a:ext cx="215400" cy="215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022225" y="3649950"/>
            <a:ext cx="215400" cy="215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6263709" y="2597725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LANGUAGE</a:t>
            </a:r>
            <a:endParaRPr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0" name="Google Shape;180;p15"/>
          <p:cNvCxnSpPr/>
          <p:nvPr/>
        </p:nvCxnSpPr>
        <p:spPr>
          <a:xfrm>
            <a:off x="6092250" y="923925"/>
            <a:ext cx="0" cy="38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5"/>
          <p:cNvSpPr/>
          <p:nvPr/>
        </p:nvSpPr>
        <p:spPr>
          <a:xfrm>
            <a:off x="5984550" y="2643050"/>
            <a:ext cx="215400" cy="2154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15"/>
          <p:cNvGrpSpPr/>
          <p:nvPr/>
        </p:nvGrpSpPr>
        <p:grpSpPr>
          <a:xfrm>
            <a:off x="5984550" y="2985175"/>
            <a:ext cx="2588025" cy="300000"/>
            <a:chOff x="5908350" y="2985175"/>
            <a:chExt cx="2588025" cy="300000"/>
          </a:xfrm>
        </p:grpSpPr>
        <p:grpSp>
          <p:nvGrpSpPr>
            <p:cNvPr id="183" name="Google Shape;183;p15"/>
            <p:cNvGrpSpPr/>
            <p:nvPr/>
          </p:nvGrpSpPr>
          <p:grpSpPr>
            <a:xfrm>
              <a:off x="6254180" y="2985175"/>
              <a:ext cx="2242195" cy="300000"/>
              <a:chOff x="6254180" y="2985175"/>
              <a:chExt cx="2242195" cy="300000"/>
            </a:xfrm>
          </p:grpSpPr>
          <p:sp>
            <p:nvSpPr>
              <p:cNvPr id="184" name="Google Shape;184;p15"/>
              <p:cNvSpPr txBox="1"/>
              <p:nvPr/>
            </p:nvSpPr>
            <p:spPr>
              <a:xfrm>
                <a:off x="6254180" y="2985175"/>
                <a:ext cx="9429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Spanish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5" name="Google Shape;185;p15"/>
              <p:cNvGrpSpPr/>
              <p:nvPr/>
            </p:nvGrpSpPr>
            <p:grpSpPr>
              <a:xfrm>
                <a:off x="7120875" y="3055525"/>
                <a:ext cx="1375500" cy="159300"/>
                <a:chOff x="7120875" y="3055525"/>
                <a:chExt cx="1375500" cy="159300"/>
              </a:xfrm>
            </p:grpSpPr>
            <p:sp>
              <p:nvSpPr>
                <p:cNvPr id="186" name="Google Shape;186;p15"/>
                <p:cNvSpPr/>
                <p:nvPr/>
              </p:nvSpPr>
              <p:spPr>
                <a:xfrm>
                  <a:off x="7120875" y="3055525"/>
                  <a:ext cx="1375500" cy="1593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15"/>
                <p:cNvSpPr/>
                <p:nvPr/>
              </p:nvSpPr>
              <p:spPr>
                <a:xfrm>
                  <a:off x="7120875" y="3055525"/>
                  <a:ext cx="1248000" cy="1593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8" name="Google Shape;188;p15"/>
            <p:cNvSpPr/>
            <p:nvPr/>
          </p:nvSpPr>
          <p:spPr>
            <a:xfrm>
              <a:off x="5908350" y="3027475"/>
              <a:ext cx="215400" cy="215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15"/>
          <p:cNvGrpSpPr/>
          <p:nvPr/>
        </p:nvGrpSpPr>
        <p:grpSpPr>
          <a:xfrm>
            <a:off x="5984550" y="3305875"/>
            <a:ext cx="2588025" cy="300000"/>
            <a:chOff x="5908350" y="3305875"/>
            <a:chExt cx="2588025" cy="300000"/>
          </a:xfrm>
        </p:grpSpPr>
        <p:grpSp>
          <p:nvGrpSpPr>
            <p:cNvPr id="190" name="Google Shape;190;p15"/>
            <p:cNvGrpSpPr/>
            <p:nvPr/>
          </p:nvGrpSpPr>
          <p:grpSpPr>
            <a:xfrm>
              <a:off x="6254180" y="3305875"/>
              <a:ext cx="2242195" cy="300000"/>
              <a:chOff x="6254180" y="3305875"/>
              <a:chExt cx="2242195" cy="300000"/>
            </a:xfrm>
          </p:grpSpPr>
          <p:sp>
            <p:nvSpPr>
              <p:cNvPr id="191" name="Google Shape;191;p15"/>
              <p:cNvSpPr txBox="1"/>
              <p:nvPr/>
            </p:nvSpPr>
            <p:spPr>
              <a:xfrm>
                <a:off x="6254180" y="3305875"/>
                <a:ext cx="9429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French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2" name="Google Shape;192;p15"/>
              <p:cNvGrpSpPr/>
              <p:nvPr/>
            </p:nvGrpSpPr>
            <p:grpSpPr>
              <a:xfrm>
                <a:off x="7120875" y="3376225"/>
                <a:ext cx="1375500" cy="159300"/>
                <a:chOff x="7120875" y="3376225"/>
                <a:chExt cx="1375500" cy="159300"/>
              </a:xfrm>
            </p:grpSpPr>
            <p:sp>
              <p:nvSpPr>
                <p:cNvPr id="193" name="Google Shape;193;p15"/>
                <p:cNvSpPr/>
                <p:nvPr/>
              </p:nvSpPr>
              <p:spPr>
                <a:xfrm>
                  <a:off x="7120875" y="3376225"/>
                  <a:ext cx="1375500" cy="1593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15"/>
                <p:cNvSpPr/>
                <p:nvPr/>
              </p:nvSpPr>
              <p:spPr>
                <a:xfrm>
                  <a:off x="7120875" y="3376225"/>
                  <a:ext cx="942900" cy="1593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95" name="Google Shape;195;p15"/>
            <p:cNvSpPr/>
            <p:nvPr/>
          </p:nvSpPr>
          <p:spPr>
            <a:xfrm>
              <a:off x="5908350" y="3348175"/>
              <a:ext cx="215400" cy="215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5"/>
          <p:cNvGrpSpPr/>
          <p:nvPr/>
        </p:nvGrpSpPr>
        <p:grpSpPr>
          <a:xfrm>
            <a:off x="5984550" y="3626575"/>
            <a:ext cx="2588025" cy="300000"/>
            <a:chOff x="5908350" y="3626575"/>
            <a:chExt cx="2588025" cy="300000"/>
          </a:xfrm>
        </p:grpSpPr>
        <p:grpSp>
          <p:nvGrpSpPr>
            <p:cNvPr id="197" name="Google Shape;197;p15"/>
            <p:cNvGrpSpPr/>
            <p:nvPr/>
          </p:nvGrpSpPr>
          <p:grpSpPr>
            <a:xfrm>
              <a:off x="6254180" y="3626575"/>
              <a:ext cx="2242195" cy="300000"/>
              <a:chOff x="6254180" y="3626575"/>
              <a:chExt cx="2242195" cy="300000"/>
            </a:xfrm>
          </p:grpSpPr>
          <p:sp>
            <p:nvSpPr>
              <p:cNvPr id="198" name="Google Shape;198;p15"/>
              <p:cNvSpPr txBox="1"/>
              <p:nvPr/>
            </p:nvSpPr>
            <p:spPr>
              <a:xfrm>
                <a:off x="6254180" y="3626575"/>
                <a:ext cx="942900" cy="30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English</a:t>
                </a:r>
                <a:endParaRPr sz="12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9" name="Google Shape;199;p15"/>
              <p:cNvGrpSpPr/>
              <p:nvPr/>
            </p:nvGrpSpPr>
            <p:grpSpPr>
              <a:xfrm>
                <a:off x="7120875" y="3696925"/>
                <a:ext cx="1375500" cy="159300"/>
                <a:chOff x="7120875" y="3696925"/>
                <a:chExt cx="1375500" cy="159300"/>
              </a:xfrm>
            </p:grpSpPr>
            <p:sp>
              <p:nvSpPr>
                <p:cNvPr id="200" name="Google Shape;200;p15"/>
                <p:cNvSpPr/>
                <p:nvPr/>
              </p:nvSpPr>
              <p:spPr>
                <a:xfrm>
                  <a:off x="7120875" y="3696925"/>
                  <a:ext cx="1375500" cy="1593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7120875" y="3696925"/>
                  <a:ext cx="727800" cy="159300"/>
                </a:xfrm>
                <a:prstGeom prst="rect">
                  <a:avLst/>
                </a:prstGeom>
                <a:solidFill>
                  <a:schemeClr val="l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02" name="Google Shape;202;p15"/>
            <p:cNvSpPr/>
            <p:nvPr/>
          </p:nvSpPr>
          <p:spPr>
            <a:xfrm>
              <a:off x="5908350" y="3668875"/>
              <a:ext cx="215400" cy="215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5"/>
          <p:cNvSpPr/>
          <p:nvPr/>
        </p:nvSpPr>
        <p:spPr>
          <a:xfrm>
            <a:off x="5984550" y="1002900"/>
            <a:ext cx="215400" cy="2154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6263709" y="942075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6263700" y="1617950"/>
            <a:ext cx="2499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 in the Solar System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263700" y="1402550"/>
            <a:ext cx="213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2016 - 2017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448650" y="4215925"/>
            <a:ext cx="2674500" cy="515700"/>
          </a:xfrm>
          <a:prstGeom prst="rect">
            <a:avLst/>
          </a:prstGeom>
          <a:solidFill>
            <a:srgbClr val="FF9B9B">
              <a:alpha val="53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5984550" y="1402550"/>
            <a:ext cx="215400" cy="215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764125" y="4126825"/>
            <a:ext cx="20607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LAURA SMITH</a:t>
            </a:r>
            <a:endParaRPr b="1" sz="22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16"/>
          <p:cNvCxnSpPr/>
          <p:nvPr/>
        </p:nvCxnSpPr>
        <p:spPr>
          <a:xfrm>
            <a:off x="858263" y="1214550"/>
            <a:ext cx="0" cy="3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16"/>
          <p:cNvSpPr/>
          <p:nvPr/>
        </p:nvSpPr>
        <p:spPr>
          <a:xfrm>
            <a:off x="772613" y="1619250"/>
            <a:ext cx="171300" cy="17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2178788" y="1451250"/>
            <a:ext cx="201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1097513" y="1451250"/>
            <a:ext cx="1405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2009 - 2012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772613" y="2233700"/>
            <a:ext cx="171300" cy="17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2178788" y="2065700"/>
            <a:ext cx="201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1097513" y="2065700"/>
            <a:ext cx="1405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2012 - 2015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772613" y="2848125"/>
            <a:ext cx="171300" cy="17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2178788" y="2680125"/>
            <a:ext cx="201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1097513" y="2680125"/>
            <a:ext cx="1405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2015 - 2017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772613" y="3462575"/>
            <a:ext cx="171300" cy="171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2178788" y="3294575"/>
            <a:ext cx="201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1097513" y="3294575"/>
            <a:ext cx="1405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2017 - 2018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772613" y="4077025"/>
            <a:ext cx="171300" cy="171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2178788" y="3909025"/>
            <a:ext cx="201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very far away from the Sun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1097513" y="3909025"/>
            <a:ext cx="1405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2018 - 2020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6078132" y="3402975"/>
            <a:ext cx="2293200" cy="762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6573488" y="3355425"/>
            <a:ext cx="171300" cy="17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5119866" y="3187425"/>
            <a:ext cx="963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Drawing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6078125" y="3868600"/>
            <a:ext cx="2293200" cy="762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7097363" y="3821042"/>
            <a:ext cx="171300" cy="17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5119866" y="3653050"/>
            <a:ext cx="963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Computers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078133" y="4334200"/>
            <a:ext cx="2293200" cy="762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"/>
          <p:cNvSpPr/>
          <p:nvPr/>
        </p:nvSpPr>
        <p:spPr>
          <a:xfrm>
            <a:off x="6201938" y="4286658"/>
            <a:ext cx="171300" cy="171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5119875" y="4118650"/>
            <a:ext cx="9636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JavaScript</a:t>
            </a:r>
            <a:endParaRPr b="1" sz="15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39" name="Google Shape;239;p16"/>
          <p:cNvGrpSpPr/>
          <p:nvPr/>
        </p:nvGrpSpPr>
        <p:grpSpPr>
          <a:xfrm>
            <a:off x="4727731" y="4240631"/>
            <a:ext cx="262940" cy="262689"/>
            <a:chOff x="2610750" y="2695388"/>
            <a:chExt cx="76250" cy="76175"/>
          </a:xfrm>
        </p:grpSpPr>
        <p:sp>
          <p:nvSpPr>
            <p:cNvPr id="240" name="Google Shape;240;p16"/>
            <p:cNvSpPr/>
            <p:nvPr/>
          </p:nvSpPr>
          <p:spPr>
            <a:xfrm>
              <a:off x="2633000" y="2735938"/>
              <a:ext cx="54000" cy="35625"/>
            </a:xfrm>
            <a:custGeom>
              <a:rect b="b" l="l" r="r" t="t"/>
              <a:pathLst>
                <a:path extrusionOk="0" h="1425" w="2160">
                  <a:moveTo>
                    <a:pt x="1243" y="393"/>
                  </a:moveTo>
                  <a:cubicBezTo>
                    <a:pt x="1259" y="393"/>
                    <a:pt x="1270" y="404"/>
                    <a:pt x="1270" y="433"/>
                  </a:cubicBezTo>
                  <a:cubicBezTo>
                    <a:pt x="1270" y="485"/>
                    <a:pt x="1231" y="524"/>
                    <a:pt x="1178" y="524"/>
                  </a:cubicBezTo>
                  <a:cubicBezTo>
                    <a:pt x="1174" y="524"/>
                    <a:pt x="1171" y="525"/>
                    <a:pt x="1167" y="525"/>
                  </a:cubicBezTo>
                  <a:cubicBezTo>
                    <a:pt x="1074" y="525"/>
                    <a:pt x="1187" y="393"/>
                    <a:pt x="1243" y="393"/>
                  </a:cubicBezTo>
                  <a:close/>
                  <a:moveTo>
                    <a:pt x="449" y="353"/>
                  </a:moveTo>
                  <a:cubicBezTo>
                    <a:pt x="452" y="353"/>
                    <a:pt x="455" y="354"/>
                    <a:pt x="459" y="354"/>
                  </a:cubicBezTo>
                  <a:cubicBezTo>
                    <a:pt x="550" y="367"/>
                    <a:pt x="550" y="511"/>
                    <a:pt x="459" y="524"/>
                  </a:cubicBezTo>
                  <a:cubicBezTo>
                    <a:pt x="455" y="525"/>
                    <a:pt x="452" y="525"/>
                    <a:pt x="449" y="525"/>
                  </a:cubicBezTo>
                  <a:cubicBezTo>
                    <a:pt x="357" y="525"/>
                    <a:pt x="357" y="353"/>
                    <a:pt x="449" y="353"/>
                  </a:cubicBezTo>
                  <a:close/>
                  <a:moveTo>
                    <a:pt x="803" y="353"/>
                  </a:moveTo>
                  <a:cubicBezTo>
                    <a:pt x="806" y="353"/>
                    <a:pt x="809" y="354"/>
                    <a:pt x="812" y="354"/>
                  </a:cubicBezTo>
                  <a:cubicBezTo>
                    <a:pt x="917" y="367"/>
                    <a:pt x="917" y="511"/>
                    <a:pt x="812" y="524"/>
                  </a:cubicBezTo>
                  <a:cubicBezTo>
                    <a:pt x="809" y="525"/>
                    <a:pt x="806" y="525"/>
                    <a:pt x="803" y="525"/>
                  </a:cubicBezTo>
                  <a:cubicBezTo>
                    <a:pt x="723" y="525"/>
                    <a:pt x="723" y="353"/>
                    <a:pt x="803" y="353"/>
                  </a:cubicBezTo>
                  <a:close/>
                  <a:moveTo>
                    <a:pt x="437" y="0"/>
                  </a:moveTo>
                  <a:cubicBezTo>
                    <a:pt x="198" y="0"/>
                    <a:pt x="1" y="204"/>
                    <a:pt x="1" y="446"/>
                  </a:cubicBezTo>
                  <a:lnTo>
                    <a:pt x="1" y="616"/>
                  </a:lnTo>
                  <a:cubicBezTo>
                    <a:pt x="1" y="864"/>
                    <a:pt x="210" y="1061"/>
                    <a:pt x="459" y="1061"/>
                  </a:cubicBezTo>
                  <a:lnTo>
                    <a:pt x="1322" y="1061"/>
                  </a:lnTo>
                  <a:lnTo>
                    <a:pt x="1649" y="1401"/>
                  </a:lnTo>
                  <a:cubicBezTo>
                    <a:pt x="1666" y="1417"/>
                    <a:pt x="1686" y="1425"/>
                    <a:pt x="1707" y="1425"/>
                  </a:cubicBezTo>
                  <a:cubicBezTo>
                    <a:pt x="1751" y="1425"/>
                    <a:pt x="1797" y="1389"/>
                    <a:pt x="1806" y="1335"/>
                  </a:cubicBezTo>
                  <a:lnTo>
                    <a:pt x="1806" y="1061"/>
                  </a:lnTo>
                  <a:cubicBezTo>
                    <a:pt x="2003" y="1008"/>
                    <a:pt x="2160" y="825"/>
                    <a:pt x="2160" y="616"/>
                  </a:cubicBezTo>
                  <a:lnTo>
                    <a:pt x="2160" y="446"/>
                  </a:lnTo>
                  <a:cubicBezTo>
                    <a:pt x="2160" y="197"/>
                    <a:pt x="1963" y="1"/>
                    <a:pt x="1715" y="1"/>
                  </a:cubicBezTo>
                  <a:lnTo>
                    <a:pt x="459" y="1"/>
                  </a:lnTo>
                  <a:cubicBezTo>
                    <a:pt x="451" y="0"/>
                    <a:pt x="444" y="0"/>
                    <a:pt x="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610750" y="2695388"/>
              <a:ext cx="76250" cy="49300"/>
            </a:xfrm>
            <a:custGeom>
              <a:rect b="b" l="l" r="r" t="t"/>
              <a:pathLst>
                <a:path extrusionOk="0" h="1972" w="3050">
                  <a:moveTo>
                    <a:pt x="507" y="399"/>
                  </a:moveTo>
                  <a:cubicBezTo>
                    <a:pt x="525" y="399"/>
                    <a:pt x="537" y="411"/>
                    <a:pt x="537" y="445"/>
                  </a:cubicBezTo>
                  <a:cubicBezTo>
                    <a:pt x="537" y="497"/>
                    <a:pt x="498" y="537"/>
                    <a:pt x="446" y="537"/>
                  </a:cubicBezTo>
                  <a:cubicBezTo>
                    <a:pt x="336" y="537"/>
                    <a:pt x="448" y="399"/>
                    <a:pt x="507" y="399"/>
                  </a:cubicBezTo>
                  <a:close/>
                  <a:moveTo>
                    <a:pt x="2622" y="364"/>
                  </a:moveTo>
                  <a:cubicBezTo>
                    <a:pt x="2706" y="364"/>
                    <a:pt x="2704" y="537"/>
                    <a:pt x="2614" y="537"/>
                  </a:cubicBezTo>
                  <a:cubicBezTo>
                    <a:pt x="2611" y="537"/>
                    <a:pt x="2608" y="537"/>
                    <a:pt x="2605" y="537"/>
                  </a:cubicBezTo>
                  <a:lnTo>
                    <a:pt x="799" y="537"/>
                  </a:lnTo>
                  <a:cubicBezTo>
                    <a:pt x="694" y="524"/>
                    <a:pt x="694" y="380"/>
                    <a:pt x="799" y="367"/>
                  </a:cubicBezTo>
                  <a:lnTo>
                    <a:pt x="2605" y="367"/>
                  </a:lnTo>
                  <a:cubicBezTo>
                    <a:pt x="2611" y="365"/>
                    <a:pt x="2617" y="364"/>
                    <a:pt x="2622" y="364"/>
                  </a:cubicBezTo>
                  <a:close/>
                  <a:moveTo>
                    <a:pt x="446" y="713"/>
                  </a:moveTo>
                  <a:cubicBezTo>
                    <a:pt x="492" y="713"/>
                    <a:pt x="537" y="746"/>
                    <a:pt x="537" y="811"/>
                  </a:cubicBezTo>
                  <a:cubicBezTo>
                    <a:pt x="537" y="851"/>
                    <a:pt x="498" y="890"/>
                    <a:pt x="446" y="890"/>
                  </a:cubicBezTo>
                  <a:cubicBezTo>
                    <a:pt x="407" y="890"/>
                    <a:pt x="354" y="851"/>
                    <a:pt x="354" y="811"/>
                  </a:cubicBezTo>
                  <a:cubicBezTo>
                    <a:pt x="354" y="746"/>
                    <a:pt x="400" y="713"/>
                    <a:pt x="446" y="713"/>
                  </a:cubicBezTo>
                  <a:close/>
                  <a:moveTo>
                    <a:pt x="2605" y="720"/>
                  </a:moveTo>
                  <a:cubicBezTo>
                    <a:pt x="2657" y="720"/>
                    <a:pt x="2696" y="759"/>
                    <a:pt x="2696" y="811"/>
                  </a:cubicBezTo>
                  <a:cubicBezTo>
                    <a:pt x="2696" y="851"/>
                    <a:pt x="2657" y="890"/>
                    <a:pt x="2605" y="890"/>
                  </a:cubicBezTo>
                  <a:lnTo>
                    <a:pt x="799" y="890"/>
                  </a:lnTo>
                  <a:cubicBezTo>
                    <a:pt x="760" y="890"/>
                    <a:pt x="721" y="851"/>
                    <a:pt x="721" y="811"/>
                  </a:cubicBezTo>
                  <a:cubicBezTo>
                    <a:pt x="721" y="759"/>
                    <a:pt x="760" y="720"/>
                    <a:pt x="799" y="720"/>
                  </a:cubicBezTo>
                  <a:close/>
                  <a:moveTo>
                    <a:pt x="446" y="0"/>
                  </a:moveTo>
                  <a:cubicBezTo>
                    <a:pt x="197" y="0"/>
                    <a:pt x="1" y="196"/>
                    <a:pt x="1" y="445"/>
                  </a:cubicBezTo>
                  <a:lnTo>
                    <a:pt x="1" y="982"/>
                  </a:lnTo>
                  <a:cubicBezTo>
                    <a:pt x="1" y="1204"/>
                    <a:pt x="145" y="1387"/>
                    <a:pt x="354" y="1426"/>
                  </a:cubicBezTo>
                  <a:lnTo>
                    <a:pt x="354" y="1884"/>
                  </a:lnTo>
                  <a:cubicBezTo>
                    <a:pt x="354" y="1924"/>
                    <a:pt x="380" y="1950"/>
                    <a:pt x="420" y="1963"/>
                  </a:cubicBezTo>
                  <a:cubicBezTo>
                    <a:pt x="431" y="1968"/>
                    <a:pt x="444" y="1972"/>
                    <a:pt x="457" y="1972"/>
                  </a:cubicBezTo>
                  <a:cubicBezTo>
                    <a:pt x="476" y="1972"/>
                    <a:pt x="496" y="1965"/>
                    <a:pt x="511" y="1950"/>
                  </a:cubicBezTo>
                  <a:lnTo>
                    <a:pt x="1022" y="1440"/>
                  </a:lnTo>
                  <a:lnTo>
                    <a:pt x="2605" y="1440"/>
                  </a:lnTo>
                  <a:cubicBezTo>
                    <a:pt x="2853" y="1440"/>
                    <a:pt x="3050" y="1230"/>
                    <a:pt x="3050" y="982"/>
                  </a:cubicBezTo>
                  <a:lnTo>
                    <a:pt x="3050" y="445"/>
                  </a:lnTo>
                  <a:cubicBezTo>
                    <a:pt x="3050" y="196"/>
                    <a:pt x="2853" y="0"/>
                    <a:pt x="26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16"/>
          <p:cNvGrpSpPr/>
          <p:nvPr/>
        </p:nvGrpSpPr>
        <p:grpSpPr>
          <a:xfrm>
            <a:off x="4725481" y="3309380"/>
            <a:ext cx="267423" cy="263379"/>
            <a:chOff x="2763200" y="3027625"/>
            <a:chExt cx="77550" cy="76375"/>
          </a:xfrm>
        </p:grpSpPr>
        <p:sp>
          <p:nvSpPr>
            <p:cNvPr id="243" name="Google Shape;243;p16"/>
            <p:cNvSpPr/>
            <p:nvPr/>
          </p:nvSpPr>
          <p:spPr>
            <a:xfrm>
              <a:off x="2805075" y="3027750"/>
              <a:ext cx="35675" cy="35025"/>
            </a:xfrm>
            <a:custGeom>
              <a:rect b="b" l="l" r="r" t="t"/>
              <a:pathLst>
                <a:path extrusionOk="0" h="1401" w="1427">
                  <a:moveTo>
                    <a:pt x="879" y="1"/>
                  </a:moveTo>
                  <a:cubicBezTo>
                    <a:pt x="812" y="1"/>
                    <a:pt x="746" y="27"/>
                    <a:pt x="694" y="79"/>
                  </a:cubicBezTo>
                  <a:lnTo>
                    <a:pt x="629" y="144"/>
                  </a:lnTo>
                  <a:lnTo>
                    <a:pt x="943" y="459"/>
                  </a:lnTo>
                  <a:cubicBezTo>
                    <a:pt x="982" y="485"/>
                    <a:pt x="982" y="550"/>
                    <a:pt x="943" y="576"/>
                  </a:cubicBezTo>
                  <a:cubicBezTo>
                    <a:pt x="923" y="596"/>
                    <a:pt x="900" y="606"/>
                    <a:pt x="877" y="606"/>
                  </a:cubicBezTo>
                  <a:cubicBezTo>
                    <a:pt x="854" y="606"/>
                    <a:pt x="831" y="596"/>
                    <a:pt x="812" y="576"/>
                  </a:cubicBezTo>
                  <a:lnTo>
                    <a:pt x="498" y="262"/>
                  </a:lnTo>
                  <a:lnTo>
                    <a:pt x="380" y="393"/>
                  </a:lnTo>
                  <a:lnTo>
                    <a:pt x="563" y="576"/>
                  </a:lnTo>
                  <a:cubicBezTo>
                    <a:pt x="603" y="616"/>
                    <a:pt x="603" y="668"/>
                    <a:pt x="563" y="707"/>
                  </a:cubicBezTo>
                  <a:cubicBezTo>
                    <a:pt x="544" y="727"/>
                    <a:pt x="521" y="737"/>
                    <a:pt x="498" y="737"/>
                  </a:cubicBezTo>
                  <a:cubicBezTo>
                    <a:pt x="475" y="737"/>
                    <a:pt x="452" y="727"/>
                    <a:pt x="432" y="707"/>
                  </a:cubicBezTo>
                  <a:lnTo>
                    <a:pt x="249" y="524"/>
                  </a:lnTo>
                  <a:lnTo>
                    <a:pt x="1" y="773"/>
                  </a:lnTo>
                  <a:lnTo>
                    <a:pt x="629" y="1401"/>
                  </a:lnTo>
                  <a:lnTo>
                    <a:pt x="1322" y="707"/>
                  </a:lnTo>
                  <a:cubicBezTo>
                    <a:pt x="1427" y="602"/>
                    <a:pt x="1427" y="432"/>
                    <a:pt x="1322" y="328"/>
                  </a:cubicBezTo>
                  <a:lnTo>
                    <a:pt x="1074" y="79"/>
                  </a:lnTo>
                  <a:cubicBezTo>
                    <a:pt x="1015" y="27"/>
                    <a:pt x="946" y="1"/>
                    <a:pt x="8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2763200" y="3069300"/>
              <a:ext cx="35700" cy="34700"/>
            </a:xfrm>
            <a:custGeom>
              <a:rect b="b" l="l" r="r" t="t"/>
              <a:pathLst>
                <a:path extrusionOk="0" h="1388" w="1428">
                  <a:moveTo>
                    <a:pt x="786" y="0"/>
                  </a:moveTo>
                  <a:lnTo>
                    <a:pt x="537" y="249"/>
                  </a:lnTo>
                  <a:lnTo>
                    <a:pt x="734" y="432"/>
                  </a:lnTo>
                  <a:cubicBezTo>
                    <a:pt x="760" y="471"/>
                    <a:pt x="760" y="524"/>
                    <a:pt x="734" y="563"/>
                  </a:cubicBezTo>
                  <a:cubicBezTo>
                    <a:pt x="714" y="583"/>
                    <a:pt x="691" y="592"/>
                    <a:pt x="668" y="592"/>
                  </a:cubicBezTo>
                  <a:cubicBezTo>
                    <a:pt x="645" y="592"/>
                    <a:pt x="622" y="583"/>
                    <a:pt x="603" y="563"/>
                  </a:cubicBezTo>
                  <a:lnTo>
                    <a:pt x="419" y="367"/>
                  </a:lnTo>
                  <a:lnTo>
                    <a:pt x="289" y="498"/>
                  </a:lnTo>
                  <a:lnTo>
                    <a:pt x="603" y="812"/>
                  </a:lnTo>
                  <a:cubicBezTo>
                    <a:pt x="642" y="851"/>
                    <a:pt x="642" y="903"/>
                    <a:pt x="603" y="942"/>
                  </a:cubicBezTo>
                  <a:cubicBezTo>
                    <a:pt x="583" y="962"/>
                    <a:pt x="560" y="972"/>
                    <a:pt x="537" y="972"/>
                  </a:cubicBezTo>
                  <a:cubicBezTo>
                    <a:pt x="514" y="972"/>
                    <a:pt x="491" y="962"/>
                    <a:pt x="472" y="942"/>
                  </a:cubicBezTo>
                  <a:lnTo>
                    <a:pt x="158" y="628"/>
                  </a:lnTo>
                  <a:lnTo>
                    <a:pt x="105" y="681"/>
                  </a:lnTo>
                  <a:cubicBezTo>
                    <a:pt x="1" y="785"/>
                    <a:pt x="1" y="955"/>
                    <a:pt x="105" y="1060"/>
                  </a:cubicBezTo>
                  <a:lnTo>
                    <a:pt x="354" y="1309"/>
                  </a:lnTo>
                  <a:cubicBezTo>
                    <a:pt x="406" y="1361"/>
                    <a:pt x="475" y="1387"/>
                    <a:pt x="544" y="1387"/>
                  </a:cubicBezTo>
                  <a:cubicBezTo>
                    <a:pt x="612" y="1387"/>
                    <a:pt x="681" y="1361"/>
                    <a:pt x="734" y="1309"/>
                  </a:cubicBezTo>
                  <a:lnTo>
                    <a:pt x="1427" y="628"/>
                  </a:lnTo>
                  <a:lnTo>
                    <a:pt x="7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3525" y="3027625"/>
              <a:ext cx="23575" cy="23700"/>
            </a:xfrm>
            <a:custGeom>
              <a:rect b="b" l="l" r="r" t="t"/>
              <a:pathLst>
                <a:path extrusionOk="0" h="948" w="943">
                  <a:moveTo>
                    <a:pt x="100" y="0"/>
                  </a:moveTo>
                  <a:cubicBezTo>
                    <a:pt x="72" y="0"/>
                    <a:pt x="46" y="13"/>
                    <a:pt x="27" y="32"/>
                  </a:cubicBezTo>
                  <a:cubicBezTo>
                    <a:pt x="14" y="58"/>
                    <a:pt x="1" y="97"/>
                    <a:pt x="14" y="123"/>
                  </a:cubicBezTo>
                  <a:lnTo>
                    <a:pt x="354" y="948"/>
                  </a:lnTo>
                  <a:lnTo>
                    <a:pt x="943" y="359"/>
                  </a:lnTo>
                  <a:lnTo>
                    <a:pt x="132" y="6"/>
                  </a:lnTo>
                  <a:cubicBezTo>
                    <a:pt x="121" y="2"/>
                    <a:pt x="111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84475" y="3038875"/>
              <a:ext cx="47450" cy="47450"/>
            </a:xfrm>
            <a:custGeom>
              <a:rect b="b" l="l" r="r" t="t"/>
              <a:pathLst>
                <a:path extrusionOk="0" h="1898" w="1898">
                  <a:moveTo>
                    <a:pt x="262" y="0"/>
                  </a:moveTo>
                  <a:lnTo>
                    <a:pt x="0" y="262"/>
                  </a:lnTo>
                  <a:lnTo>
                    <a:pt x="1636" y="1898"/>
                  </a:lnTo>
                  <a:lnTo>
                    <a:pt x="1898" y="1636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74975" y="3048350"/>
              <a:ext cx="47475" cy="47475"/>
            </a:xfrm>
            <a:custGeom>
              <a:rect b="b" l="l" r="r" t="t"/>
              <a:pathLst>
                <a:path extrusionOk="0" h="1899" w="1899">
                  <a:moveTo>
                    <a:pt x="263" y="1"/>
                  </a:moveTo>
                  <a:lnTo>
                    <a:pt x="1" y="263"/>
                  </a:lnTo>
                  <a:lnTo>
                    <a:pt x="1636" y="1898"/>
                  </a:lnTo>
                  <a:lnTo>
                    <a:pt x="1898" y="1636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819150" y="3083025"/>
              <a:ext cx="21600" cy="20975"/>
            </a:xfrm>
            <a:custGeom>
              <a:rect b="b" l="l" r="r" t="t"/>
              <a:pathLst>
                <a:path extrusionOk="0" h="839" w="864">
                  <a:moveTo>
                    <a:pt x="628" y="1"/>
                  </a:moveTo>
                  <a:lnTo>
                    <a:pt x="0" y="629"/>
                  </a:lnTo>
                  <a:lnTo>
                    <a:pt x="131" y="760"/>
                  </a:lnTo>
                  <a:cubicBezTo>
                    <a:pt x="183" y="812"/>
                    <a:pt x="249" y="838"/>
                    <a:pt x="316" y="838"/>
                  </a:cubicBezTo>
                  <a:cubicBezTo>
                    <a:pt x="383" y="838"/>
                    <a:pt x="452" y="812"/>
                    <a:pt x="511" y="760"/>
                  </a:cubicBezTo>
                  <a:lnTo>
                    <a:pt x="759" y="511"/>
                  </a:lnTo>
                  <a:cubicBezTo>
                    <a:pt x="864" y="406"/>
                    <a:pt x="864" y="236"/>
                    <a:pt x="759" y="132"/>
                  </a:cubicBez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716997" y="3774053"/>
            <a:ext cx="284407" cy="265276"/>
            <a:chOff x="2763525" y="3268500"/>
            <a:chExt cx="82475" cy="76925"/>
          </a:xfrm>
        </p:grpSpPr>
        <p:sp>
          <p:nvSpPr>
            <p:cNvPr id="250" name="Google Shape;250;p16"/>
            <p:cNvSpPr/>
            <p:nvPr/>
          </p:nvSpPr>
          <p:spPr>
            <a:xfrm>
              <a:off x="2778000" y="3335900"/>
              <a:ext cx="53525" cy="9525"/>
            </a:xfrm>
            <a:custGeom>
              <a:rect b="b" l="l" r="r" t="t"/>
              <a:pathLst>
                <a:path extrusionOk="0" h="381" w="2141">
                  <a:moveTo>
                    <a:pt x="482" y="0"/>
                  </a:moveTo>
                  <a:lnTo>
                    <a:pt x="429" y="183"/>
                  </a:lnTo>
                  <a:lnTo>
                    <a:pt x="115" y="183"/>
                  </a:lnTo>
                  <a:cubicBezTo>
                    <a:pt x="112" y="183"/>
                    <a:pt x="109" y="183"/>
                    <a:pt x="106" y="183"/>
                  </a:cubicBezTo>
                  <a:cubicBezTo>
                    <a:pt x="1" y="183"/>
                    <a:pt x="1" y="380"/>
                    <a:pt x="106" y="380"/>
                  </a:cubicBezTo>
                  <a:cubicBezTo>
                    <a:pt x="109" y="380"/>
                    <a:pt x="112" y="380"/>
                    <a:pt x="115" y="380"/>
                  </a:cubicBezTo>
                  <a:lnTo>
                    <a:pt x="2039" y="380"/>
                  </a:lnTo>
                  <a:cubicBezTo>
                    <a:pt x="2042" y="380"/>
                    <a:pt x="2045" y="380"/>
                    <a:pt x="2048" y="380"/>
                  </a:cubicBezTo>
                  <a:cubicBezTo>
                    <a:pt x="2141" y="380"/>
                    <a:pt x="2141" y="183"/>
                    <a:pt x="2048" y="183"/>
                  </a:cubicBezTo>
                  <a:cubicBezTo>
                    <a:pt x="2045" y="183"/>
                    <a:pt x="2042" y="183"/>
                    <a:pt x="2039" y="183"/>
                  </a:cubicBezTo>
                  <a:lnTo>
                    <a:pt x="1712" y="183"/>
                  </a:lnTo>
                  <a:lnTo>
                    <a:pt x="16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2826350" y="3282900"/>
              <a:ext cx="4925" cy="4600"/>
            </a:xfrm>
            <a:custGeom>
              <a:rect b="b" l="l" r="r" t="t"/>
              <a:pathLst>
                <a:path extrusionOk="0" h="184" w="197">
                  <a:moveTo>
                    <a:pt x="105" y="1"/>
                  </a:moveTo>
                  <a:cubicBezTo>
                    <a:pt x="39" y="1"/>
                    <a:pt x="0" y="40"/>
                    <a:pt x="0" y="92"/>
                  </a:cubicBezTo>
                  <a:cubicBezTo>
                    <a:pt x="0" y="144"/>
                    <a:pt x="39" y="184"/>
                    <a:pt x="105" y="184"/>
                  </a:cubicBezTo>
                  <a:cubicBezTo>
                    <a:pt x="157" y="184"/>
                    <a:pt x="196" y="144"/>
                    <a:pt x="196" y="92"/>
                  </a:cubicBezTo>
                  <a:cubicBezTo>
                    <a:pt x="196" y="40"/>
                    <a:pt x="157" y="1"/>
                    <a:pt x="1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2763525" y="3268500"/>
              <a:ext cx="82150" cy="48125"/>
            </a:xfrm>
            <a:custGeom>
              <a:rect b="b" l="l" r="r" t="t"/>
              <a:pathLst>
                <a:path extrusionOk="0" h="1925" w="3286">
                  <a:moveTo>
                    <a:pt x="2608" y="373"/>
                  </a:moveTo>
                  <a:cubicBezTo>
                    <a:pt x="2756" y="373"/>
                    <a:pt x="2897" y="491"/>
                    <a:pt x="2906" y="668"/>
                  </a:cubicBezTo>
                  <a:cubicBezTo>
                    <a:pt x="2906" y="825"/>
                    <a:pt x="2775" y="956"/>
                    <a:pt x="2618" y="956"/>
                  </a:cubicBezTo>
                  <a:cubicBezTo>
                    <a:pt x="2356" y="956"/>
                    <a:pt x="2225" y="642"/>
                    <a:pt x="2408" y="459"/>
                  </a:cubicBezTo>
                  <a:cubicBezTo>
                    <a:pt x="2467" y="400"/>
                    <a:pt x="2539" y="373"/>
                    <a:pt x="2608" y="373"/>
                  </a:cubicBezTo>
                  <a:close/>
                  <a:moveTo>
                    <a:pt x="302" y="1"/>
                  </a:moveTo>
                  <a:cubicBezTo>
                    <a:pt x="132" y="1"/>
                    <a:pt x="1" y="119"/>
                    <a:pt x="1" y="289"/>
                  </a:cubicBezTo>
                  <a:lnTo>
                    <a:pt x="1" y="1924"/>
                  </a:lnTo>
                  <a:lnTo>
                    <a:pt x="590" y="1924"/>
                  </a:lnTo>
                  <a:lnTo>
                    <a:pt x="590" y="1636"/>
                  </a:lnTo>
                  <a:cubicBezTo>
                    <a:pt x="590" y="1584"/>
                    <a:pt x="629" y="1532"/>
                    <a:pt x="681" y="1532"/>
                  </a:cubicBezTo>
                  <a:lnTo>
                    <a:pt x="838" y="1532"/>
                  </a:lnTo>
                  <a:cubicBezTo>
                    <a:pt x="851" y="1506"/>
                    <a:pt x="851" y="1479"/>
                    <a:pt x="864" y="1453"/>
                  </a:cubicBezTo>
                  <a:lnTo>
                    <a:pt x="760" y="1349"/>
                  </a:lnTo>
                  <a:cubicBezTo>
                    <a:pt x="721" y="1309"/>
                    <a:pt x="721" y="1244"/>
                    <a:pt x="760" y="1218"/>
                  </a:cubicBezTo>
                  <a:lnTo>
                    <a:pt x="1035" y="943"/>
                  </a:lnTo>
                  <a:cubicBezTo>
                    <a:pt x="1054" y="923"/>
                    <a:pt x="1080" y="913"/>
                    <a:pt x="1107" y="913"/>
                  </a:cubicBezTo>
                  <a:cubicBezTo>
                    <a:pt x="1133" y="913"/>
                    <a:pt x="1159" y="923"/>
                    <a:pt x="1178" y="943"/>
                  </a:cubicBezTo>
                  <a:lnTo>
                    <a:pt x="1283" y="1048"/>
                  </a:lnTo>
                  <a:cubicBezTo>
                    <a:pt x="1309" y="1035"/>
                    <a:pt x="1336" y="1021"/>
                    <a:pt x="1362" y="1008"/>
                  </a:cubicBezTo>
                  <a:lnTo>
                    <a:pt x="1362" y="864"/>
                  </a:lnTo>
                  <a:cubicBezTo>
                    <a:pt x="1362" y="812"/>
                    <a:pt x="1401" y="760"/>
                    <a:pt x="1453" y="760"/>
                  </a:cubicBezTo>
                  <a:lnTo>
                    <a:pt x="1833" y="760"/>
                  </a:lnTo>
                  <a:cubicBezTo>
                    <a:pt x="1885" y="760"/>
                    <a:pt x="1937" y="812"/>
                    <a:pt x="1937" y="864"/>
                  </a:cubicBezTo>
                  <a:lnTo>
                    <a:pt x="1937" y="1008"/>
                  </a:lnTo>
                  <a:cubicBezTo>
                    <a:pt x="1964" y="1021"/>
                    <a:pt x="1990" y="1035"/>
                    <a:pt x="2016" y="1048"/>
                  </a:cubicBezTo>
                  <a:lnTo>
                    <a:pt x="2121" y="943"/>
                  </a:lnTo>
                  <a:cubicBezTo>
                    <a:pt x="2140" y="923"/>
                    <a:pt x="2166" y="913"/>
                    <a:pt x="2191" y="913"/>
                  </a:cubicBezTo>
                  <a:cubicBezTo>
                    <a:pt x="2215" y="913"/>
                    <a:pt x="2238" y="923"/>
                    <a:pt x="2251" y="943"/>
                  </a:cubicBezTo>
                  <a:lnTo>
                    <a:pt x="2526" y="1218"/>
                  </a:lnTo>
                  <a:cubicBezTo>
                    <a:pt x="2565" y="1244"/>
                    <a:pt x="2565" y="1309"/>
                    <a:pt x="2526" y="1349"/>
                  </a:cubicBezTo>
                  <a:lnTo>
                    <a:pt x="2422" y="1453"/>
                  </a:lnTo>
                  <a:cubicBezTo>
                    <a:pt x="2435" y="1479"/>
                    <a:pt x="2448" y="1506"/>
                    <a:pt x="2461" y="1532"/>
                  </a:cubicBezTo>
                  <a:lnTo>
                    <a:pt x="2605" y="1532"/>
                  </a:lnTo>
                  <a:cubicBezTo>
                    <a:pt x="2657" y="1532"/>
                    <a:pt x="2709" y="1584"/>
                    <a:pt x="2709" y="1636"/>
                  </a:cubicBezTo>
                  <a:lnTo>
                    <a:pt x="2709" y="1924"/>
                  </a:lnTo>
                  <a:lnTo>
                    <a:pt x="3285" y="1924"/>
                  </a:lnTo>
                  <a:lnTo>
                    <a:pt x="3285" y="289"/>
                  </a:lnTo>
                  <a:cubicBezTo>
                    <a:pt x="3285" y="119"/>
                    <a:pt x="3154" y="1"/>
                    <a:pt x="2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2797550" y="3307350"/>
              <a:ext cx="14425" cy="9275"/>
            </a:xfrm>
            <a:custGeom>
              <a:rect b="b" l="l" r="r" t="t"/>
              <a:pathLst>
                <a:path extrusionOk="0" h="371" w="577">
                  <a:moveTo>
                    <a:pt x="289" y="1"/>
                  </a:moveTo>
                  <a:cubicBezTo>
                    <a:pt x="151" y="1"/>
                    <a:pt x="14" y="89"/>
                    <a:pt x="1" y="266"/>
                  </a:cubicBezTo>
                  <a:cubicBezTo>
                    <a:pt x="1" y="305"/>
                    <a:pt x="1" y="331"/>
                    <a:pt x="14" y="370"/>
                  </a:cubicBezTo>
                  <a:lnTo>
                    <a:pt x="563" y="370"/>
                  </a:lnTo>
                  <a:cubicBezTo>
                    <a:pt x="563" y="331"/>
                    <a:pt x="576" y="305"/>
                    <a:pt x="576" y="266"/>
                  </a:cubicBezTo>
                  <a:cubicBezTo>
                    <a:pt x="563" y="89"/>
                    <a:pt x="426" y="1"/>
                    <a:pt x="2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2783150" y="3292725"/>
              <a:ext cx="43225" cy="23900"/>
            </a:xfrm>
            <a:custGeom>
              <a:rect b="b" l="l" r="r" t="t"/>
              <a:pathLst>
                <a:path extrusionOk="0" h="956" w="1729">
                  <a:moveTo>
                    <a:pt x="773" y="0"/>
                  </a:moveTo>
                  <a:lnTo>
                    <a:pt x="773" y="118"/>
                  </a:lnTo>
                  <a:cubicBezTo>
                    <a:pt x="773" y="157"/>
                    <a:pt x="734" y="196"/>
                    <a:pt x="694" y="209"/>
                  </a:cubicBezTo>
                  <a:cubicBezTo>
                    <a:pt x="642" y="223"/>
                    <a:pt x="590" y="249"/>
                    <a:pt x="537" y="288"/>
                  </a:cubicBezTo>
                  <a:cubicBezTo>
                    <a:pt x="521" y="293"/>
                    <a:pt x="503" y="297"/>
                    <a:pt x="485" y="297"/>
                  </a:cubicBezTo>
                  <a:cubicBezTo>
                    <a:pt x="459" y="297"/>
                    <a:pt x="435" y="290"/>
                    <a:pt x="420" y="275"/>
                  </a:cubicBezTo>
                  <a:lnTo>
                    <a:pt x="328" y="183"/>
                  </a:lnTo>
                  <a:lnTo>
                    <a:pt x="197" y="314"/>
                  </a:lnTo>
                  <a:lnTo>
                    <a:pt x="276" y="406"/>
                  </a:lnTo>
                  <a:cubicBezTo>
                    <a:pt x="315" y="432"/>
                    <a:pt x="315" y="484"/>
                    <a:pt x="289" y="523"/>
                  </a:cubicBezTo>
                  <a:cubicBezTo>
                    <a:pt x="263" y="576"/>
                    <a:pt x="236" y="628"/>
                    <a:pt x="210" y="680"/>
                  </a:cubicBezTo>
                  <a:cubicBezTo>
                    <a:pt x="197" y="733"/>
                    <a:pt x="158" y="759"/>
                    <a:pt x="119" y="759"/>
                  </a:cubicBezTo>
                  <a:lnTo>
                    <a:pt x="1" y="759"/>
                  </a:lnTo>
                  <a:lnTo>
                    <a:pt x="1" y="955"/>
                  </a:lnTo>
                  <a:lnTo>
                    <a:pt x="393" y="955"/>
                  </a:lnTo>
                  <a:cubicBezTo>
                    <a:pt x="393" y="916"/>
                    <a:pt x="380" y="890"/>
                    <a:pt x="380" y="851"/>
                  </a:cubicBezTo>
                  <a:cubicBezTo>
                    <a:pt x="400" y="550"/>
                    <a:pt x="632" y="399"/>
                    <a:pt x="865" y="399"/>
                  </a:cubicBezTo>
                  <a:cubicBezTo>
                    <a:pt x="1097" y="399"/>
                    <a:pt x="1329" y="550"/>
                    <a:pt x="1349" y="851"/>
                  </a:cubicBezTo>
                  <a:cubicBezTo>
                    <a:pt x="1349" y="890"/>
                    <a:pt x="1336" y="916"/>
                    <a:pt x="1336" y="955"/>
                  </a:cubicBezTo>
                  <a:lnTo>
                    <a:pt x="1728" y="955"/>
                  </a:lnTo>
                  <a:lnTo>
                    <a:pt x="1728" y="759"/>
                  </a:lnTo>
                  <a:lnTo>
                    <a:pt x="1610" y="759"/>
                  </a:lnTo>
                  <a:cubicBezTo>
                    <a:pt x="1558" y="759"/>
                    <a:pt x="1532" y="733"/>
                    <a:pt x="1519" y="680"/>
                  </a:cubicBezTo>
                  <a:cubicBezTo>
                    <a:pt x="1493" y="628"/>
                    <a:pt x="1480" y="576"/>
                    <a:pt x="1440" y="523"/>
                  </a:cubicBezTo>
                  <a:cubicBezTo>
                    <a:pt x="1427" y="484"/>
                    <a:pt x="1427" y="432"/>
                    <a:pt x="1453" y="406"/>
                  </a:cubicBezTo>
                  <a:lnTo>
                    <a:pt x="1545" y="314"/>
                  </a:lnTo>
                  <a:lnTo>
                    <a:pt x="1414" y="183"/>
                  </a:lnTo>
                  <a:lnTo>
                    <a:pt x="1322" y="275"/>
                  </a:lnTo>
                  <a:cubicBezTo>
                    <a:pt x="1307" y="290"/>
                    <a:pt x="1283" y="297"/>
                    <a:pt x="1257" y="297"/>
                  </a:cubicBezTo>
                  <a:cubicBezTo>
                    <a:pt x="1239" y="297"/>
                    <a:pt x="1221" y="293"/>
                    <a:pt x="1205" y="288"/>
                  </a:cubicBezTo>
                  <a:cubicBezTo>
                    <a:pt x="1152" y="249"/>
                    <a:pt x="1087" y="223"/>
                    <a:pt x="1035" y="209"/>
                  </a:cubicBezTo>
                  <a:cubicBezTo>
                    <a:pt x="995" y="196"/>
                    <a:pt x="956" y="157"/>
                    <a:pt x="956" y="118"/>
                  </a:cubicBezTo>
                  <a:lnTo>
                    <a:pt x="9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2763525" y="3321175"/>
              <a:ext cx="82475" cy="9825"/>
            </a:xfrm>
            <a:custGeom>
              <a:rect b="b" l="l" r="r" t="t"/>
              <a:pathLst>
                <a:path extrusionOk="0" h="393" w="3299">
                  <a:moveTo>
                    <a:pt x="1" y="0"/>
                  </a:moveTo>
                  <a:lnTo>
                    <a:pt x="1" y="105"/>
                  </a:lnTo>
                  <a:cubicBezTo>
                    <a:pt x="1" y="262"/>
                    <a:pt x="132" y="393"/>
                    <a:pt x="302" y="393"/>
                  </a:cubicBezTo>
                  <a:lnTo>
                    <a:pt x="2997" y="393"/>
                  </a:lnTo>
                  <a:cubicBezTo>
                    <a:pt x="3154" y="393"/>
                    <a:pt x="3285" y="262"/>
                    <a:pt x="3298" y="105"/>
                  </a:cubicBezTo>
                  <a:lnTo>
                    <a:pt x="32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" name="Google Shape;256;p16"/>
          <p:cNvSpPr/>
          <p:nvPr/>
        </p:nvSpPr>
        <p:spPr>
          <a:xfrm>
            <a:off x="4716988" y="1279950"/>
            <a:ext cx="1121700" cy="1121700"/>
          </a:xfrm>
          <a:prstGeom prst="blockArc">
            <a:avLst>
              <a:gd fmla="val 5399891" name="adj1"/>
              <a:gd fmla="val 21252884" name="adj2"/>
              <a:gd fmla="val 18069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4886638" y="2401650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Spanish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4886638" y="1615875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85%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983338" y="1279950"/>
            <a:ext cx="1121700" cy="1121700"/>
          </a:xfrm>
          <a:prstGeom prst="blockArc">
            <a:avLst>
              <a:gd fmla="val 14554054" name="adj1"/>
              <a:gd fmla="val 21252884" name="adj2"/>
              <a:gd fmla="val 18069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6152988" y="2401650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English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6152988" y="1615875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r>
              <a:rPr b="1" lang="en"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5%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7249688" y="1279950"/>
            <a:ext cx="1121700" cy="1121700"/>
          </a:xfrm>
          <a:prstGeom prst="blockArc">
            <a:avLst>
              <a:gd fmla="val 601460" name="adj1"/>
              <a:gd fmla="val 21252884" name="adj2"/>
              <a:gd fmla="val 18069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7419338" y="2401650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French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7419338" y="1615875"/>
            <a:ext cx="782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95%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7415763" y="1222550"/>
            <a:ext cx="572400" cy="57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/>
          <p:nvPr/>
        </p:nvSpPr>
        <p:spPr>
          <a:xfrm>
            <a:off x="5290688" y="1222550"/>
            <a:ext cx="572400" cy="57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17"/>
          <p:cNvGrpSpPr/>
          <p:nvPr/>
        </p:nvGrpSpPr>
        <p:grpSpPr>
          <a:xfrm>
            <a:off x="6843254" y="3672547"/>
            <a:ext cx="1717344" cy="903939"/>
            <a:chOff x="6359876" y="2148547"/>
            <a:chExt cx="1717344" cy="903939"/>
          </a:xfrm>
        </p:grpSpPr>
        <p:sp>
          <p:nvSpPr>
            <p:cNvPr id="272" name="Google Shape;272;p17"/>
            <p:cNvSpPr/>
            <p:nvPr/>
          </p:nvSpPr>
          <p:spPr>
            <a:xfrm>
              <a:off x="6359876" y="2148547"/>
              <a:ext cx="1717344" cy="903939"/>
            </a:xfrm>
            <a:custGeom>
              <a:rect b="b" l="l" r="r" t="t"/>
              <a:pathLst>
                <a:path extrusionOk="0" h="20678" w="39285">
                  <a:moveTo>
                    <a:pt x="19615" y="3463"/>
                  </a:moveTo>
                  <a:cubicBezTo>
                    <a:pt x="22572" y="3463"/>
                    <a:pt x="25532" y="4115"/>
                    <a:pt x="27792" y="5421"/>
                  </a:cubicBezTo>
                  <a:cubicBezTo>
                    <a:pt x="32313" y="8031"/>
                    <a:pt x="32313" y="12233"/>
                    <a:pt x="27824" y="14844"/>
                  </a:cubicBezTo>
                  <a:cubicBezTo>
                    <a:pt x="25580" y="16149"/>
                    <a:pt x="22627" y="16802"/>
                    <a:pt x="19675" y="16802"/>
                  </a:cubicBezTo>
                  <a:cubicBezTo>
                    <a:pt x="16722" y="16802"/>
                    <a:pt x="13769" y="16149"/>
                    <a:pt x="11525" y="14844"/>
                  </a:cubicBezTo>
                  <a:cubicBezTo>
                    <a:pt x="7004" y="12233"/>
                    <a:pt x="6972" y="7999"/>
                    <a:pt x="11461" y="5421"/>
                  </a:cubicBezTo>
                  <a:cubicBezTo>
                    <a:pt x="13706" y="4115"/>
                    <a:pt x="16658" y="3463"/>
                    <a:pt x="19615" y="3463"/>
                  </a:cubicBezTo>
                  <a:close/>
                  <a:moveTo>
                    <a:pt x="19599" y="1"/>
                  </a:moveTo>
                  <a:cubicBezTo>
                    <a:pt x="15027" y="1"/>
                    <a:pt x="10458" y="1012"/>
                    <a:pt x="6972" y="3033"/>
                  </a:cubicBezTo>
                  <a:cubicBezTo>
                    <a:pt x="1" y="7076"/>
                    <a:pt x="64" y="13602"/>
                    <a:pt x="7036" y="17645"/>
                  </a:cubicBezTo>
                  <a:cubicBezTo>
                    <a:pt x="10538" y="19667"/>
                    <a:pt x="15114" y="20677"/>
                    <a:pt x="19687" y="20677"/>
                  </a:cubicBezTo>
                  <a:cubicBezTo>
                    <a:pt x="24259" y="20677"/>
                    <a:pt x="28827" y="19667"/>
                    <a:pt x="32313" y="17645"/>
                  </a:cubicBezTo>
                  <a:cubicBezTo>
                    <a:pt x="39285" y="13634"/>
                    <a:pt x="39253" y="7044"/>
                    <a:pt x="32249" y="3033"/>
                  </a:cubicBezTo>
                  <a:cubicBezTo>
                    <a:pt x="28748" y="1012"/>
                    <a:pt x="24171" y="1"/>
                    <a:pt x="19599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7750148" y="2158646"/>
              <a:ext cx="18142" cy="114184"/>
            </a:xfrm>
            <a:custGeom>
              <a:rect b="b" l="l" r="r" t="t"/>
              <a:pathLst>
                <a:path extrusionOk="0" h="2612" w="415">
                  <a:moveTo>
                    <a:pt x="1" y="1"/>
                  </a:moveTo>
                  <a:lnTo>
                    <a:pt x="1" y="2356"/>
                  </a:lnTo>
                  <a:lnTo>
                    <a:pt x="415" y="2611"/>
                  </a:lnTo>
                  <a:lnTo>
                    <a:pt x="415" y="255"/>
                  </a:lnTo>
                  <a:cubicBezTo>
                    <a:pt x="255" y="160"/>
                    <a:pt x="128" y="96"/>
                    <a:pt x="1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7847589" y="2327036"/>
              <a:ext cx="11147" cy="8393"/>
            </a:xfrm>
            <a:custGeom>
              <a:rect b="b" l="l" r="r" t="t"/>
              <a:pathLst>
                <a:path extrusionOk="0" h="192" w="255">
                  <a:moveTo>
                    <a:pt x="0" y="1"/>
                  </a:moveTo>
                  <a:lnTo>
                    <a:pt x="255" y="192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7860092" y="2336784"/>
              <a:ext cx="4240" cy="4197"/>
            </a:xfrm>
            <a:custGeom>
              <a:rect b="b" l="l" r="r" t="t"/>
              <a:pathLst>
                <a:path extrusionOk="0" h="96" w="97">
                  <a:moveTo>
                    <a:pt x="96" y="96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7865643" y="2340937"/>
              <a:ext cx="4240" cy="4240"/>
            </a:xfrm>
            <a:custGeom>
              <a:rect b="b" l="l" r="r" t="t"/>
              <a:pathLst>
                <a:path extrusionOk="0" h="97" w="97">
                  <a:moveTo>
                    <a:pt x="96" y="9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7875392" y="2350686"/>
              <a:ext cx="5639" cy="4240"/>
            </a:xfrm>
            <a:custGeom>
              <a:rect b="b" l="l" r="r" t="t"/>
              <a:pathLst>
                <a:path extrusionOk="0" h="97" w="129">
                  <a:moveTo>
                    <a:pt x="128" y="9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7847589" y="2224043"/>
              <a:ext cx="11147" cy="112785"/>
            </a:xfrm>
            <a:custGeom>
              <a:rect b="b" l="l" r="r" t="t"/>
              <a:pathLst>
                <a:path extrusionOk="0" h="2580" w="255">
                  <a:moveTo>
                    <a:pt x="0" y="1"/>
                  </a:moveTo>
                  <a:lnTo>
                    <a:pt x="0" y="2357"/>
                  </a:lnTo>
                  <a:lnTo>
                    <a:pt x="255" y="2579"/>
                  </a:lnTo>
                  <a:cubicBezTo>
                    <a:pt x="255" y="1847"/>
                    <a:pt x="255" y="924"/>
                    <a:pt x="255" y="22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7860092" y="2233792"/>
              <a:ext cx="5596" cy="107189"/>
            </a:xfrm>
            <a:custGeom>
              <a:rect b="b" l="l" r="r" t="t"/>
              <a:pathLst>
                <a:path extrusionOk="0" h="2452" w="128">
                  <a:moveTo>
                    <a:pt x="1" y="1"/>
                  </a:moveTo>
                  <a:lnTo>
                    <a:pt x="1" y="2356"/>
                  </a:lnTo>
                  <a:lnTo>
                    <a:pt x="128" y="2452"/>
                  </a:lnTo>
                  <a:lnTo>
                    <a:pt x="128" y="96"/>
                  </a:lnTo>
                  <a:cubicBezTo>
                    <a:pt x="64" y="64"/>
                    <a:pt x="32" y="33"/>
                    <a:pt x="1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7865643" y="2239387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1" y="0"/>
                  </a:moveTo>
                  <a:lnTo>
                    <a:pt x="1" y="2356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7865643" y="2239387"/>
              <a:ext cx="4240" cy="105790"/>
            </a:xfrm>
            <a:custGeom>
              <a:rect b="b" l="l" r="r" t="t"/>
              <a:pathLst>
                <a:path extrusionOk="0" h="2420" w="97">
                  <a:moveTo>
                    <a:pt x="1" y="0"/>
                  </a:moveTo>
                  <a:lnTo>
                    <a:pt x="1" y="2356"/>
                  </a:lnTo>
                  <a:lnTo>
                    <a:pt x="96" y="2419"/>
                  </a:lnTo>
                  <a:lnTo>
                    <a:pt x="96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7871239" y="2242141"/>
              <a:ext cx="1443" cy="104435"/>
            </a:xfrm>
            <a:custGeom>
              <a:rect b="b" l="l" r="r" t="t"/>
              <a:pathLst>
                <a:path extrusionOk="0" h="2389" w="33">
                  <a:moveTo>
                    <a:pt x="0" y="1"/>
                  </a:moveTo>
                  <a:lnTo>
                    <a:pt x="0" y="2356"/>
                  </a:lnTo>
                  <a:lnTo>
                    <a:pt x="32" y="2388"/>
                  </a:lnTo>
                  <a:lnTo>
                    <a:pt x="32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7871239" y="2243540"/>
              <a:ext cx="4197" cy="107189"/>
            </a:xfrm>
            <a:custGeom>
              <a:rect b="b" l="l" r="r" t="t"/>
              <a:pathLst>
                <a:path extrusionOk="0" h="2452" w="96">
                  <a:moveTo>
                    <a:pt x="0" y="1"/>
                  </a:moveTo>
                  <a:lnTo>
                    <a:pt x="0" y="2356"/>
                  </a:lnTo>
                  <a:lnTo>
                    <a:pt x="96" y="2452"/>
                  </a:lnTo>
                  <a:lnTo>
                    <a:pt x="96" y="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7876791" y="2247737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1" y="0"/>
                  </a:moveTo>
                  <a:lnTo>
                    <a:pt x="1" y="2356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7876791" y="2247737"/>
              <a:ext cx="4240" cy="107189"/>
            </a:xfrm>
            <a:custGeom>
              <a:rect b="b" l="l" r="r" t="t"/>
              <a:pathLst>
                <a:path extrusionOk="0" h="2452" w="97">
                  <a:moveTo>
                    <a:pt x="1" y="0"/>
                  </a:moveTo>
                  <a:lnTo>
                    <a:pt x="1" y="2356"/>
                  </a:lnTo>
                  <a:lnTo>
                    <a:pt x="96" y="2451"/>
                  </a:lnTo>
                  <a:lnTo>
                    <a:pt x="96" y="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7880987" y="2251890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0" y="1"/>
                  </a:moveTo>
                  <a:lnTo>
                    <a:pt x="0" y="2356"/>
                  </a:lnTo>
                  <a:lnTo>
                    <a:pt x="0" y="23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7880987" y="2251890"/>
              <a:ext cx="12546" cy="115539"/>
            </a:xfrm>
            <a:custGeom>
              <a:rect b="b" l="l" r="r" t="t"/>
              <a:pathLst>
                <a:path extrusionOk="0" h="2643" w="287">
                  <a:moveTo>
                    <a:pt x="0" y="1"/>
                  </a:moveTo>
                  <a:lnTo>
                    <a:pt x="0" y="2356"/>
                  </a:lnTo>
                  <a:cubicBezTo>
                    <a:pt x="96" y="2452"/>
                    <a:pt x="191" y="2547"/>
                    <a:pt x="287" y="2643"/>
                  </a:cubicBezTo>
                  <a:lnTo>
                    <a:pt x="287" y="2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7552556" y="2275540"/>
              <a:ext cx="153090" cy="253328"/>
            </a:xfrm>
            <a:custGeom>
              <a:rect b="b" l="l" r="r" t="t"/>
              <a:pathLst>
                <a:path extrusionOk="0" h="5795" w="3502">
                  <a:moveTo>
                    <a:pt x="0" y="1"/>
                  </a:moveTo>
                  <a:lnTo>
                    <a:pt x="0" y="2356"/>
                  </a:lnTo>
                  <a:lnTo>
                    <a:pt x="159" y="2452"/>
                  </a:lnTo>
                  <a:lnTo>
                    <a:pt x="382" y="2579"/>
                  </a:lnTo>
                  <a:lnTo>
                    <a:pt x="478" y="2643"/>
                  </a:lnTo>
                  <a:lnTo>
                    <a:pt x="509" y="2643"/>
                  </a:lnTo>
                  <a:lnTo>
                    <a:pt x="573" y="2675"/>
                  </a:lnTo>
                  <a:lnTo>
                    <a:pt x="605" y="2675"/>
                  </a:lnTo>
                  <a:lnTo>
                    <a:pt x="701" y="2739"/>
                  </a:lnTo>
                  <a:lnTo>
                    <a:pt x="732" y="2739"/>
                  </a:lnTo>
                  <a:lnTo>
                    <a:pt x="796" y="2770"/>
                  </a:lnTo>
                  <a:lnTo>
                    <a:pt x="828" y="2802"/>
                  </a:lnTo>
                  <a:lnTo>
                    <a:pt x="860" y="2834"/>
                  </a:lnTo>
                  <a:lnTo>
                    <a:pt x="1051" y="2961"/>
                  </a:lnTo>
                  <a:cubicBezTo>
                    <a:pt x="2133" y="3630"/>
                    <a:pt x="2993" y="4617"/>
                    <a:pt x="3502" y="5795"/>
                  </a:cubicBezTo>
                  <a:lnTo>
                    <a:pt x="3502" y="3439"/>
                  </a:lnTo>
                  <a:cubicBezTo>
                    <a:pt x="2993" y="2261"/>
                    <a:pt x="2133" y="1274"/>
                    <a:pt x="1051" y="606"/>
                  </a:cubicBezTo>
                  <a:lnTo>
                    <a:pt x="860" y="478"/>
                  </a:lnTo>
                  <a:lnTo>
                    <a:pt x="828" y="446"/>
                  </a:lnTo>
                  <a:lnTo>
                    <a:pt x="796" y="415"/>
                  </a:lnTo>
                  <a:lnTo>
                    <a:pt x="732" y="383"/>
                  </a:lnTo>
                  <a:lnTo>
                    <a:pt x="701" y="351"/>
                  </a:lnTo>
                  <a:lnTo>
                    <a:pt x="605" y="319"/>
                  </a:lnTo>
                  <a:lnTo>
                    <a:pt x="509" y="287"/>
                  </a:lnTo>
                  <a:lnTo>
                    <a:pt x="478" y="287"/>
                  </a:lnTo>
                  <a:lnTo>
                    <a:pt x="414" y="224"/>
                  </a:lnTo>
                  <a:lnTo>
                    <a:pt x="159" y="9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B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7552556" y="2157247"/>
              <a:ext cx="196237" cy="169833"/>
            </a:xfrm>
            <a:custGeom>
              <a:rect b="b" l="l" r="r" t="t"/>
              <a:pathLst>
                <a:path extrusionOk="0" h="3885" w="4489">
                  <a:moveTo>
                    <a:pt x="4489" y="1"/>
                  </a:moveTo>
                  <a:lnTo>
                    <a:pt x="0" y="2675"/>
                  </a:lnTo>
                  <a:lnTo>
                    <a:pt x="159" y="2739"/>
                  </a:lnTo>
                  <a:lnTo>
                    <a:pt x="414" y="2898"/>
                  </a:lnTo>
                  <a:lnTo>
                    <a:pt x="509" y="2930"/>
                  </a:lnTo>
                  <a:lnTo>
                    <a:pt x="605" y="2993"/>
                  </a:lnTo>
                  <a:lnTo>
                    <a:pt x="701" y="3025"/>
                  </a:lnTo>
                  <a:lnTo>
                    <a:pt x="732" y="3057"/>
                  </a:lnTo>
                  <a:lnTo>
                    <a:pt x="796" y="3089"/>
                  </a:lnTo>
                  <a:lnTo>
                    <a:pt x="828" y="3121"/>
                  </a:lnTo>
                  <a:lnTo>
                    <a:pt x="860" y="3152"/>
                  </a:lnTo>
                  <a:lnTo>
                    <a:pt x="1051" y="3248"/>
                  </a:lnTo>
                  <a:cubicBezTo>
                    <a:pt x="1337" y="3439"/>
                    <a:pt x="1592" y="3662"/>
                    <a:pt x="1878" y="3885"/>
                  </a:cubicBezTo>
                  <a:lnTo>
                    <a:pt x="4489" y="2357"/>
                  </a:lnTo>
                  <a:lnTo>
                    <a:pt x="4489" y="1"/>
                  </a:lnTo>
                  <a:close/>
                </a:path>
              </a:pathLst>
            </a:custGeom>
            <a:solidFill>
              <a:srgbClr val="FCB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7893490" y="2264436"/>
              <a:ext cx="87736" cy="233832"/>
            </a:xfrm>
            <a:custGeom>
              <a:rect b="b" l="l" r="r" t="t"/>
              <a:pathLst>
                <a:path extrusionOk="0" h="5349" w="2007">
                  <a:moveTo>
                    <a:pt x="1" y="0"/>
                  </a:moveTo>
                  <a:lnTo>
                    <a:pt x="1" y="1401"/>
                  </a:lnTo>
                  <a:lnTo>
                    <a:pt x="1" y="1878"/>
                  </a:lnTo>
                  <a:lnTo>
                    <a:pt x="1" y="2260"/>
                  </a:lnTo>
                  <a:cubicBezTo>
                    <a:pt x="1" y="2292"/>
                    <a:pt x="1" y="2324"/>
                    <a:pt x="1" y="2356"/>
                  </a:cubicBezTo>
                  <a:cubicBezTo>
                    <a:pt x="860" y="3215"/>
                    <a:pt x="1561" y="4202"/>
                    <a:pt x="2006" y="5348"/>
                  </a:cubicBezTo>
                  <a:lnTo>
                    <a:pt x="2006" y="2993"/>
                  </a:lnTo>
                  <a:cubicBezTo>
                    <a:pt x="1561" y="1846"/>
                    <a:pt x="860" y="828"/>
                    <a:pt x="1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7705602" y="2395231"/>
              <a:ext cx="274224" cy="133637"/>
            </a:xfrm>
            <a:custGeom>
              <a:rect b="b" l="l" r="r" t="t"/>
              <a:pathLst>
                <a:path extrusionOk="0" h="3057" w="6273">
                  <a:moveTo>
                    <a:pt x="6272" y="1"/>
                  </a:moveTo>
                  <a:lnTo>
                    <a:pt x="1" y="701"/>
                  </a:lnTo>
                  <a:lnTo>
                    <a:pt x="1" y="3057"/>
                  </a:lnTo>
                  <a:lnTo>
                    <a:pt x="6272" y="2356"/>
                  </a:lnTo>
                  <a:lnTo>
                    <a:pt x="6272" y="1"/>
                  </a:lnTo>
                  <a:close/>
                </a:path>
              </a:pathLst>
            </a:custGeom>
            <a:solidFill>
              <a:srgbClr val="FCBA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7552556" y="2160044"/>
              <a:ext cx="428669" cy="264476"/>
            </a:xfrm>
            <a:custGeom>
              <a:rect b="b" l="l" r="r" t="t"/>
              <a:pathLst>
                <a:path extrusionOk="0" h="6050" w="9806">
                  <a:moveTo>
                    <a:pt x="4521" y="0"/>
                  </a:moveTo>
                  <a:lnTo>
                    <a:pt x="0" y="2611"/>
                  </a:lnTo>
                  <a:lnTo>
                    <a:pt x="159" y="2706"/>
                  </a:lnTo>
                  <a:lnTo>
                    <a:pt x="414" y="2834"/>
                  </a:lnTo>
                  <a:lnTo>
                    <a:pt x="509" y="2897"/>
                  </a:lnTo>
                  <a:lnTo>
                    <a:pt x="541" y="2897"/>
                  </a:lnTo>
                  <a:lnTo>
                    <a:pt x="605" y="2929"/>
                  </a:lnTo>
                  <a:lnTo>
                    <a:pt x="637" y="2929"/>
                  </a:lnTo>
                  <a:lnTo>
                    <a:pt x="701" y="2993"/>
                  </a:lnTo>
                  <a:lnTo>
                    <a:pt x="764" y="2993"/>
                  </a:lnTo>
                  <a:lnTo>
                    <a:pt x="796" y="3025"/>
                  </a:lnTo>
                  <a:lnTo>
                    <a:pt x="828" y="3057"/>
                  </a:lnTo>
                  <a:lnTo>
                    <a:pt x="892" y="3088"/>
                  </a:lnTo>
                  <a:lnTo>
                    <a:pt x="1051" y="3216"/>
                  </a:lnTo>
                  <a:cubicBezTo>
                    <a:pt x="2165" y="3884"/>
                    <a:pt x="3024" y="4871"/>
                    <a:pt x="3534" y="6049"/>
                  </a:cubicBezTo>
                  <a:lnTo>
                    <a:pt x="9805" y="5349"/>
                  </a:lnTo>
                  <a:cubicBezTo>
                    <a:pt x="9200" y="3884"/>
                    <a:pt x="8277" y="2611"/>
                    <a:pt x="7036" y="1656"/>
                  </a:cubicBezTo>
                  <a:lnTo>
                    <a:pt x="6781" y="1433"/>
                  </a:lnTo>
                  <a:lnTo>
                    <a:pt x="6749" y="1401"/>
                  </a:lnTo>
                  <a:lnTo>
                    <a:pt x="6685" y="1369"/>
                  </a:lnTo>
                  <a:lnTo>
                    <a:pt x="6622" y="1337"/>
                  </a:lnTo>
                  <a:lnTo>
                    <a:pt x="6526" y="1242"/>
                  </a:lnTo>
                  <a:lnTo>
                    <a:pt x="6463" y="1210"/>
                  </a:lnTo>
                  <a:lnTo>
                    <a:pt x="6399" y="1146"/>
                  </a:lnTo>
                  <a:lnTo>
                    <a:pt x="6335" y="1115"/>
                  </a:lnTo>
                  <a:lnTo>
                    <a:pt x="6272" y="1051"/>
                  </a:lnTo>
                  <a:lnTo>
                    <a:pt x="6176" y="987"/>
                  </a:lnTo>
                  <a:lnTo>
                    <a:pt x="6144" y="955"/>
                  </a:lnTo>
                  <a:lnTo>
                    <a:pt x="6017" y="892"/>
                  </a:lnTo>
                  <a:lnTo>
                    <a:pt x="5985" y="860"/>
                  </a:lnTo>
                  <a:lnTo>
                    <a:pt x="5890" y="796"/>
                  </a:lnTo>
                  <a:lnTo>
                    <a:pt x="5858" y="764"/>
                  </a:lnTo>
                  <a:lnTo>
                    <a:pt x="5730" y="669"/>
                  </a:lnTo>
                  <a:lnTo>
                    <a:pt x="5699" y="669"/>
                  </a:lnTo>
                  <a:lnTo>
                    <a:pt x="5571" y="573"/>
                  </a:lnTo>
                  <a:lnTo>
                    <a:pt x="5539" y="573"/>
                  </a:lnTo>
                  <a:lnTo>
                    <a:pt x="5444" y="478"/>
                  </a:lnTo>
                  <a:lnTo>
                    <a:pt x="5412" y="478"/>
                  </a:lnTo>
                  <a:lnTo>
                    <a:pt x="5253" y="382"/>
                  </a:lnTo>
                  <a:lnTo>
                    <a:pt x="5221" y="351"/>
                  </a:lnTo>
                  <a:lnTo>
                    <a:pt x="5126" y="287"/>
                  </a:lnTo>
                  <a:lnTo>
                    <a:pt x="5062" y="287"/>
                  </a:lnTo>
                  <a:lnTo>
                    <a:pt x="4935" y="223"/>
                  </a:lnTo>
                  <a:cubicBezTo>
                    <a:pt x="4775" y="128"/>
                    <a:pt x="4648" y="64"/>
                    <a:pt x="45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17"/>
          <p:cNvSpPr txBox="1"/>
          <p:nvPr/>
        </p:nvSpPr>
        <p:spPr>
          <a:xfrm>
            <a:off x="6738626" y="25472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6738626" y="223579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PHOTOSHOP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95" name="Google Shape;295;p17"/>
          <p:cNvGrpSpPr/>
          <p:nvPr/>
        </p:nvGrpSpPr>
        <p:grpSpPr>
          <a:xfrm>
            <a:off x="7555418" y="1379982"/>
            <a:ext cx="293015" cy="257535"/>
            <a:chOff x="892750" y="267400"/>
            <a:chExt cx="483125" cy="424625"/>
          </a:xfrm>
        </p:grpSpPr>
        <p:sp>
          <p:nvSpPr>
            <p:cNvPr id="296" name="Google Shape;296;p17"/>
            <p:cNvSpPr/>
            <p:nvPr/>
          </p:nvSpPr>
          <p:spPr>
            <a:xfrm>
              <a:off x="892750" y="26740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1091875" y="465500"/>
              <a:ext cx="88275" cy="85000"/>
            </a:xfrm>
            <a:custGeom>
              <a:rect b="b" l="l" r="r" t="t"/>
              <a:pathLst>
                <a:path extrusionOk="0" h="3400" w="3531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1005975" y="380625"/>
              <a:ext cx="28325" cy="28350"/>
            </a:xfrm>
            <a:custGeom>
              <a:rect b="b" l="l" r="r" t="t"/>
              <a:pathLst>
                <a:path extrusionOk="0" h="1134" w="1133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299" name="Google Shape;299;p17"/>
          <p:cNvGrpSpPr/>
          <p:nvPr/>
        </p:nvGrpSpPr>
        <p:grpSpPr>
          <a:xfrm>
            <a:off x="2592463" y="3561074"/>
            <a:ext cx="1718743" cy="1015412"/>
            <a:chOff x="2553689" y="2037074"/>
            <a:chExt cx="1718743" cy="1015412"/>
          </a:xfrm>
        </p:grpSpPr>
        <p:sp>
          <p:nvSpPr>
            <p:cNvPr id="300" name="Google Shape;300;p17"/>
            <p:cNvSpPr/>
            <p:nvPr/>
          </p:nvSpPr>
          <p:spPr>
            <a:xfrm>
              <a:off x="2553689" y="2148547"/>
              <a:ext cx="1718743" cy="903939"/>
            </a:xfrm>
            <a:custGeom>
              <a:rect b="b" l="l" r="r" t="t"/>
              <a:pathLst>
                <a:path extrusionOk="0" h="20678" w="39317">
                  <a:moveTo>
                    <a:pt x="19630" y="3463"/>
                  </a:moveTo>
                  <a:cubicBezTo>
                    <a:pt x="22579" y="3463"/>
                    <a:pt x="25532" y="4115"/>
                    <a:pt x="27792" y="5421"/>
                  </a:cubicBezTo>
                  <a:cubicBezTo>
                    <a:pt x="32313" y="8031"/>
                    <a:pt x="32344" y="12233"/>
                    <a:pt x="27856" y="14844"/>
                  </a:cubicBezTo>
                  <a:cubicBezTo>
                    <a:pt x="25611" y="16149"/>
                    <a:pt x="22659" y="16802"/>
                    <a:pt x="19702" y="16802"/>
                  </a:cubicBezTo>
                  <a:cubicBezTo>
                    <a:pt x="16745" y="16802"/>
                    <a:pt x="13785" y="16149"/>
                    <a:pt x="11524" y="14844"/>
                  </a:cubicBezTo>
                  <a:cubicBezTo>
                    <a:pt x="7004" y="12233"/>
                    <a:pt x="6972" y="7999"/>
                    <a:pt x="11493" y="5421"/>
                  </a:cubicBezTo>
                  <a:cubicBezTo>
                    <a:pt x="13737" y="4115"/>
                    <a:pt x="16682" y="3463"/>
                    <a:pt x="19630" y="3463"/>
                  </a:cubicBezTo>
                  <a:close/>
                  <a:moveTo>
                    <a:pt x="19599" y="1"/>
                  </a:moveTo>
                  <a:cubicBezTo>
                    <a:pt x="15026" y="1"/>
                    <a:pt x="10458" y="1012"/>
                    <a:pt x="6972" y="3033"/>
                  </a:cubicBezTo>
                  <a:cubicBezTo>
                    <a:pt x="0" y="7076"/>
                    <a:pt x="64" y="13602"/>
                    <a:pt x="7068" y="17645"/>
                  </a:cubicBezTo>
                  <a:cubicBezTo>
                    <a:pt x="10569" y="19667"/>
                    <a:pt x="15146" y="20677"/>
                    <a:pt x="19718" y="20677"/>
                  </a:cubicBezTo>
                  <a:cubicBezTo>
                    <a:pt x="24290" y="20677"/>
                    <a:pt x="28859" y="19667"/>
                    <a:pt x="32344" y="17645"/>
                  </a:cubicBezTo>
                  <a:cubicBezTo>
                    <a:pt x="39316" y="13634"/>
                    <a:pt x="39253" y="7044"/>
                    <a:pt x="32249" y="3033"/>
                  </a:cubicBezTo>
                  <a:cubicBezTo>
                    <a:pt x="28747" y="1012"/>
                    <a:pt x="24171" y="1"/>
                    <a:pt x="19599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3974561" y="2173946"/>
              <a:ext cx="4240" cy="104435"/>
            </a:xfrm>
            <a:custGeom>
              <a:rect b="b" l="l" r="r" t="t"/>
              <a:pathLst>
                <a:path extrusionOk="0" h="2389" w="97">
                  <a:moveTo>
                    <a:pt x="1" y="1"/>
                  </a:moveTo>
                  <a:lnTo>
                    <a:pt x="1" y="2357"/>
                  </a:lnTo>
                  <a:lnTo>
                    <a:pt x="96" y="2388"/>
                  </a:lnTo>
                  <a:lnTo>
                    <a:pt x="96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2840373" y="2180897"/>
              <a:ext cx="2798" cy="105834"/>
            </a:xfrm>
            <a:custGeom>
              <a:rect b="b" l="l" r="r" t="t"/>
              <a:pathLst>
                <a:path extrusionOk="0" h="2421" w="64">
                  <a:moveTo>
                    <a:pt x="64" y="1"/>
                  </a:moveTo>
                  <a:lnTo>
                    <a:pt x="0" y="65"/>
                  </a:lnTo>
                  <a:lnTo>
                    <a:pt x="0" y="2420"/>
                  </a:lnTo>
                  <a:lnTo>
                    <a:pt x="64" y="2389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4067806" y="2342336"/>
              <a:ext cx="4240" cy="4240"/>
            </a:xfrm>
            <a:custGeom>
              <a:rect b="b" l="l" r="r" t="t"/>
              <a:pathLst>
                <a:path extrusionOk="0" h="97" w="97">
                  <a:moveTo>
                    <a:pt x="1" y="1"/>
                  </a:moveTo>
                  <a:lnTo>
                    <a:pt x="96" y="9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4002408" y="2190645"/>
              <a:ext cx="4197" cy="104435"/>
            </a:xfrm>
            <a:custGeom>
              <a:rect b="b" l="l" r="r" t="t"/>
              <a:pathLst>
                <a:path extrusionOk="0" h="2389" w="96">
                  <a:moveTo>
                    <a:pt x="0" y="1"/>
                  </a:moveTo>
                  <a:lnTo>
                    <a:pt x="0" y="2357"/>
                  </a:lnTo>
                  <a:lnTo>
                    <a:pt x="96" y="2388"/>
                  </a:lnTo>
                  <a:lnTo>
                    <a:pt x="96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2819477" y="2194842"/>
              <a:ext cx="4240" cy="104391"/>
            </a:xfrm>
            <a:custGeom>
              <a:rect b="b" l="l" r="r" t="t"/>
              <a:pathLst>
                <a:path extrusionOk="0" h="2388" w="97">
                  <a:moveTo>
                    <a:pt x="96" y="0"/>
                  </a:moveTo>
                  <a:lnTo>
                    <a:pt x="1" y="32"/>
                  </a:lnTo>
                  <a:lnTo>
                    <a:pt x="1" y="2388"/>
                  </a:lnTo>
                  <a:lnTo>
                    <a:pt x="96" y="235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2819477" y="2194842"/>
              <a:ext cx="4240" cy="1443"/>
            </a:xfrm>
            <a:custGeom>
              <a:rect b="b" l="l" r="r" t="t"/>
              <a:pathLst>
                <a:path extrusionOk="0" h="33" w="97">
                  <a:moveTo>
                    <a:pt x="1" y="32"/>
                  </a:moveTo>
                  <a:lnTo>
                    <a:pt x="9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2744331" y="2356281"/>
              <a:ext cx="5596" cy="4197"/>
            </a:xfrm>
            <a:custGeom>
              <a:rect b="b" l="l" r="r" t="t"/>
              <a:pathLst>
                <a:path extrusionOk="0" h="96" w="128">
                  <a:moveTo>
                    <a:pt x="1" y="96"/>
                  </a:moveTo>
                  <a:lnTo>
                    <a:pt x="128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2788876" y="2215694"/>
              <a:ext cx="4197" cy="107233"/>
            </a:xfrm>
            <a:custGeom>
              <a:rect b="b" l="l" r="r" t="t"/>
              <a:pathLst>
                <a:path extrusionOk="0" h="2453" w="96">
                  <a:moveTo>
                    <a:pt x="96" y="1"/>
                  </a:moveTo>
                  <a:lnTo>
                    <a:pt x="0" y="96"/>
                  </a:lnTo>
                  <a:lnTo>
                    <a:pt x="0" y="2452"/>
                  </a:lnTo>
                  <a:lnTo>
                    <a:pt x="96" y="2357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2788876" y="2219890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0" y="2356"/>
                  </a:moveTo>
                  <a:lnTo>
                    <a:pt x="0" y="2356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764"/>
                    <a:pt x="0" y="1560"/>
                    <a:pt x="0" y="2356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7"/>
            <p:cNvSpPr/>
            <p:nvPr/>
          </p:nvSpPr>
          <p:spPr>
            <a:xfrm>
              <a:off x="2717883" y="2385483"/>
              <a:ext cx="2841" cy="2841"/>
            </a:xfrm>
            <a:custGeom>
              <a:rect b="b" l="l" r="r" t="t"/>
              <a:pathLst>
                <a:path extrusionOk="0" h="65" w="65">
                  <a:moveTo>
                    <a:pt x="1" y="64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7"/>
            <p:cNvSpPr/>
            <p:nvPr/>
          </p:nvSpPr>
          <p:spPr>
            <a:xfrm>
              <a:off x="4067806" y="2239387"/>
              <a:ext cx="1443" cy="104391"/>
            </a:xfrm>
            <a:custGeom>
              <a:rect b="b" l="l" r="r" t="t"/>
              <a:pathLst>
                <a:path extrusionOk="0" h="2388" w="33">
                  <a:moveTo>
                    <a:pt x="1" y="0"/>
                  </a:moveTo>
                  <a:lnTo>
                    <a:pt x="1" y="2356"/>
                  </a:lnTo>
                  <a:lnTo>
                    <a:pt x="32" y="2388"/>
                  </a:lnTo>
                  <a:cubicBezTo>
                    <a:pt x="32" y="1592"/>
                    <a:pt x="32" y="828"/>
                    <a:pt x="32" y="3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7"/>
            <p:cNvSpPr/>
            <p:nvPr/>
          </p:nvSpPr>
          <p:spPr>
            <a:xfrm>
              <a:off x="4069205" y="2240742"/>
              <a:ext cx="2841" cy="105834"/>
            </a:xfrm>
            <a:custGeom>
              <a:rect b="b" l="l" r="r" t="t"/>
              <a:pathLst>
                <a:path extrusionOk="0" h="2421" w="65">
                  <a:moveTo>
                    <a:pt x="0" y="1"/>
                  </a:moveTo>
                  <a:lnTo>
                    <a:pt x="0" y="2357"/>
                  </a:lnTo>
                  <a:lnTo>
                    <a:pt x="64" y="2420"/>
                  </a:lnTo>
                  <a:lnTo>
                    <a:pt x="6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7"/>
            <p:cNvSpPr/>
            <p:nvPr/>
          </p:nvSpPr>
          <p:spPr>
            <a:xfrm>
              <a:off x="4072002" y="2243540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0" y="2356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7"/>
            <p:cNvSpPr/>
            <p:nvPr/>
          </p:nvSpPr>
          <p:spPr>
            <a:xfrm>
              <a:off x="2710932" y="2393833"/>
              <a:ext cx="2841" cy="2841"/>
            </a:xfrm>
            <a:custGeom>
              <a:rect b="b" l="l" r="r" t="t"/>
              <a:pathLst>
                <a:path extrusionOk="0" h="65" w="65">
                  <a:moveTo>
                    <a:pt x="1" y="64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7"/>
            <p:cNvSpPr/>
            <p:nvPr/>
          </p:nvSpPr>
          <p:spPr>
            <a:xfrm>
              <a:off x="4078953" y="2249092"/>
              <a:ext cx="1443" cy="104435"/>
            </a:xfrm>
            <a:custGeom>
              <a:rect b="b" l="l" r="r" t="t"/>
              <a:pathLst>
                <a:path extrusionOk="0" h="2389" w="33">
                  <a:moveTo>
                    <a:pt x="0" y="1"/>
                  </a:moveTo>
                  <a:lnTo>
                    <a:pt x="0" y="2357"/>
                  </a:lnTo>
                  <a:lnTo>
                    <a:pt x="32" y="2388"/>
                  </a:lnTo>
                  <a:lnTo>
                    <a:pt x="32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7"/>
            <p:cNvSpPr/>
            <p:nvPr/>
          </p:nvSpPr>
          <p:spPr>
            <a:xfrm>
              <a:off x="4080352" y="2250491"/>
              <a:ext cx="2798" cy="105834"/>
            </a:xfrm>
            <a:custGeom>
              <a:rect b="b" l="l" r="r" t="t"/>
              <a:pathLst>
                <a:path extrusionOk="0" h="2421" w="64">
                  <a:moveTo>
                    <a:pt x="0" y="1"/>
                  </a:moveTo>
                  <a:lnTo>
                    <a:pt x="0" y="2356"/>
                  </a:lnTo>
                  <a:lnTo>
                    <a:pt x="64" y="2420"/>
                  </a:lnTo>
                  <a:lnTo>
                    <a:pt x="64" y="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7"/>
            <p:cNvSpPr/>
            <p:nvPr/>
          </p:nvSpPr>
          <p:spPr>
            <a:xfrm>
              <a:off x="4083106" y="2253289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1" y="2356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7"/>
            <p:cNvSpPr/>
            <p:nvPr/>
          </p:nvSpPr>
          <p:spPr>
            <a:xfrm>
              <a:off x="2749883" y="2253289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1" y="2356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7"/>
            <p:cNvSpPr/>
            <p:nvPr/>
          </p:nvSpPr>
          <p:spPr>
            <a:xfrm>
              <a:off x="2745730" y="2253289"/>
              <a:ext cx="2841" cy="107189"/>
            </a:xfrm>
            <a:custGeom>
              <a:rect b="b" l="l" r="r" t="t"/>
              <a:pathLst>
                <a:path extrusionOk="0" h="2452" w="65">
                  <a:moveTo>
                    <a:pt x="64" y="0"/>
                  </a:moveTo>
                  <a:cubicBezTo>
                    <a:pt x="32" y="32"/>
                    <a:pt x="0" y="64"/>
                    <a:pt x="0" y="64"/>
                  </a:cubicBezTo>
                  <a:lnTo>
                    <a:pt x="0" y="2452"/>
                  </a:lnTo>
                  <a:lnTo>
                    <a:pt x="64" y="235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7"/>
            <p:cNvSpPr/>
            <p:nvPr/>
          </p:nvSpPr>
          <p:spPr>
            <a:xfrm>
              <a:off x="2745730" y="2256086"/>
              <a:ext cx="44" cy="104391"/>
            </a:xfrm>
            <a:custGeom>
              <a:rect b="b" l="l" r="r" t="t"/>
              <a:pathLst>
                <a:path extrusionOk="0" h="2388" w="1">
                  <a:moveTo>
                    <a:pt x="0" y="2388"/>
                  </a:moveTo>
                  <a:lnTo>
                    <a:pt x="0" y="2388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796"/>
                    <a:pt x="0" y="1592"/>
                    <a:pt x="0" y="2388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7"/>
            <p:cNvSpPr/>
            <p:nvPr/>
          </p:nvSpPr>
          <p:spPr>
            <a:xfrm>
              <a:off x="2735981" y="2261638"/>
              <a:ext cx="4240" cy="107189"/>
            </a:xfrm>
            <a:custGeom>
              <a:rect b="b" l="l" r="r" t="t"/>
              <a:pathLst>
                <a:path extrusionOk="0" h="2452" w="97">
                  <a:moveTo>
                    <a:pt x="96" y="0"/>
                  </a:moveTo>
                  <a:lnTo>
                    <a:pt x="1" y="96"/>
                  </a:lnTo>
                  <a:lnTo>
                    <a:pt x="1" y="2452"/>
                  </a:lnTo>
                  <a:lnTo>
                    <a:pt x="96" y="235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7"/>
            <p:cNvSpPr/>
            <p:nvPr/>
          </p:nvSpPr>
          <p:spPr>
            <a:xfrm>
              <a:off x="2734582" y="2265791"/>
              <a:ext cx="1443" cy="2841"/>
            </a:xfrm>
            <a:custGeom>
              <a:rect b="b" l="l" r="r" t="t"/>
              <a:pathLst>
                <a:path extrusionOk="0" h="65" w="33">
                  <a:moveTo>
                    <a:pt x="1" y="65"/>
                  </a:moveTo>
                  <a:lnTo>
                    <a:pt x="33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7"/>
            <p:cNvSpPr/>
            <p:nvPr/>
          </p:nvSpPr>
          <p:spPr>
            <a:xfrm>
              <a:off x="2734582" y="2265791"/>
              <a:ext cx="1443" cy="105834"/>
            </a:xfrm>
            <a:custGeom>
              <a:rect b="b" l="l" r="r" t="t"/>
              <a:pathLst>
                <a:path extrusionOk="0" h="2421" w="33">
                  <a:moveTo>
                    <a:pt x="33" y="1"/>
                  </a:moveTo>
                  <a:lnTo>
                    <a:pt x="1" y="65"/>
                  </a:lnTo>
                  <a:lnTo>
                    <a:pt x="1" y="2420"/>
                  </a:lnTo>
                  <a:lnTo>
                    <a:pt x="33" y="235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2731828" y="2268589"/>
              <a:ext cx="2798" cy="104435"/>
            </a:xfrm>
            <a:custGeom>
              <a:rect b="b" l="l" r="r" t="t"/>
              <a:pathLst>
                <a:path extrusionOk="0" h="2389" w="64">
                  <a:moveTo>
                    <a:pt x="64" y="1"/>
                  </a:moveTo>
                  <a:lnTo>
                    <a:pt x="0" y="32"/>
                  </a:lnTo>
                  <a:lnTo>
                    <a:pt x="0" y="2388"/>
                  </a:lnTo>
                  <a:lnTo>
                    <a:pt x="64" y="2356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7"/>
            <p:cNvSpPr/>
            <p:nvPr/>
          </p:nvSpPr>
          <p:spPr>
            <a:xfrm>
              <a:off x="2730429" y="2269988"/>
              <a:ext cx="1443" cy="2841"/>
            </a:xfrm>
            <a:custGeom>
              <a:rect b="b" l="l" r="r" t="t"/>
              <a:pathLst>
                <a:path extrusionOk="0" h="65" w="33">
                  <a:moveTo>
                    <a:pt x="0" y="64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7"/>
            <p:cNvSpPr/>
            <p:nvPr/>
          </p:nvSpPr>
          <p:spPr>
            <a:xfrm>
              <a:off x="2730429" y="2269988"/>
              <a:ext cx="1443" cy="105790"/>
            </a:xfrm>
            <a:custGeom>
              <a:rect b="b" l="l" r="r" t="t"/>
              <a:pathLst>
                <a:path extrusionOk="0" h="2420" w="33">
                  <a:moveTo>
                    <a:pt x="32" y="0"/>
                  </a:moveTo>
                  <a:lnTo>
                    <a:pt x="0" y="64"/>
                  </a:lnTo>
                  <a:lnTo>
                    <a:pt x="0" y="2420"/>
                  </a:lnTo>
                  <a:lnTo>
                    <a:pt x="32" y="2356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7"/>
            <p:cNvSpPr/>
            <p:nvPr/>
          </p:nvSpPr>
          <p:spPr>
            <a:xfrm>
              <a:off x="2729031" y="2272786"/>
              <a:ext cx="1443" cy="104391"/>
            </a:xfrm>
            <a:custGeom>
              <a:rect b="b" l="l" r="r" t="t"/>
              <a:pathLst>
                <a:path extrusionOk="0" h="2388" w="33">
                  <a:moveTo>
                    <a:pt x="32" y="0"/>
                  </a:moveTo>
                  <a:lnTo>
                    <a:pt x="0" y="32"/>
                  </a:lnTo>
                  <a:lnTo>
                    <a:pt x="0" y="2388"/>
                  </a:lnTo>
                  <a:cubicBezTo>
                    <a:pt x="0" y="2388"/>
                    <a:pt x="0" y="2356"/>
                    <a:pt x="32" y="2356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7"/>
            <p:cNvSpPr/>
            <p:nvPr/>
          </p:nvSpPr>
          <p:spPr>
            <a:xfrm>
              <a:off x="2726233" y="2274141"/>
              <a:ext cx="2841" cy="105834"/>
            </a:xfrm>
            <a:custGeom>
              <a:rect b="b" l="l" r="r" t="t"/>
              <a:pathLst>
                <a:path extrusionOk="0" h="2421" w="65">
                  <a:moveTo>
                    <a:pt x="64" y="1"/>
                  </a:moveTo>
                  <a:lnTo>
                    <a:pt x="1" y="65"/>
                  </a:lnTo>
                  <a:lnTo>
                    <a:pt x="1" y="2420"/>
                  </a:lnTo>
                  <a:lnTo>
                    <a:pt x="64" y="235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7"/>
            <p:cNvSpPr/>
            <p:nvPr/>
          </p:nvSpPr>
          <p:spPr>
            <a:xfrm>
              <a:off x="2726233" y="2274141"/>
              <a:ext cx="2841" cy="2841"/>
            </a:xfrm>
            <a:custGeom>
              <a:rect b="b" l="l" r="r" t="t"/>
              <a:pathLst>
                <a:path extrusionOk="0" h="65" w="65">
                  <a:moveTo>
                    <a:pt x="1" y="65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7"/>
            <p:cNvSpPr/>
            <p:nvPr/>
          </p:nvSpPr>
          <p:spPr>
            <a:xfrm>
              <a:off x="2724834" y="2276939"/>
              <a:ext cx="1443" cy="104435"/>
            </a:xfrm>
            <a:custGeom>
              <a:rect b="b" l="l" r="r" t="t"/>
              <a:pathLst>
                <a:path extrusionOk="0" h="2389" w="33">
                  <a:moveTo>
                    <a:pt x="33" y="1"/>
                  </a:moveTo>
                  <a:lnTo>
                    <a:pt x="1" y="32"/>
                  </a:lnTo>
                  <a:lnTo>
                    <a:pt x="1" y="2388"/>
                  </a:lnTo>
                  <a:lnTo>
                    <a:pt x="33" y="2356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7"/>
            <p:cNvSpPr/>
            <p:nvPr/>
          </p:nvSpPr>
          <p:spPr>
            <a:xfrm>
              <a:off x="2722080" y="2278337"/>
              <a:ext cx="2798" cy="105790"/>
            </a:xfrm>
            <a:custGeom>
              <a:rect b="b" l="l" r="r" t="t"/>
              <a:pathLst>
                <a:path extrusionOk="0" h="2420" w="64">
                  <a:moveTo>
                    <a:pt x="64" y="0"/>
                  </a:moveTo>
                  <a:lnTo>
                    <a:pt x="0" y="64"/>
                  </a:lnTo>
                  <a:lnTo>
                    <a:pt x="0" y="2420"/>
                  </a:lnTo>
                  <a:lnTo>
                    <a:pt x="64" y="235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2722080" y="2281135"/>
              <a:ext cx="44" cy="104391"/>
            </a:xfrm>
            <a:custGeom>
              <a:rect b="b" l="l" r="r" t="t"/>
              <a:pathLst>
                <a:path extrusionOk="0" h="2388" w="1">
                  <a:moveTo>
                    <a:pt x="0" y="0"/>
                  </a:moveTo>
                  <a:lnTo>
                    <a:pt x="0" y="2356"/>
                  </a:lnTo>
                  <a:lnTo>
                    <a:pt x="0" y="238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7"/>
            <p:cNvSpPr/>
            <p:nvPr/>
          </p:nvSpPr>
          <p:spPr>
            <a:xfrm>
              <a:off x="2717883" y="2282490"/>
              <a:ext cx="2841" cy="105834"/>
            </a:xfrm>
            <a:custGeom>
              <a:rect b="b" l="l" r="r" t="t"/>
              <a:pathLst>
                <a:path extrusionOk="0" h="2421" w="65">
                  <a:moveTo>
                    <a:pt x="64" y="1"/>
                  </a:moveTo>
                  <a:lnTo>
                    <a:pt x="1" y="65"/>
                  </a:lnTo>
                  <a:lnTo>
                    <a:pt x="1" y="2420"/>
                  </a:lnTo>
                  <a:lnTo>
                    <a:pt x="64" y="235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2717883" y="2285288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1" y="1"/>
                  </a:moveTo>
                  <a:lnTo>
                    <a:pt x="1" y="2356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7"/>
            <p:cNvSpPr/>
            <p:nvPr/>
          </p:nvSpPr>
          <p:spPr>
            <a:xfrm>
              <a:off x="2715129" y="2286687"/>
              <a:ext cx="2798" cy="105790"/>
            </a:xfrm>
            <a:custGeom>
              <a:rect b="b" l="l" r="r" t="t"/>
              <a:pathLst>
                <a:path extrusionOk="0" h="2420" w="64">
                  <a:moveTo>
                    <a:pt x="64" y="0"/>
                  </a:moveTo>
                  <a:lnTo>
                    <a:pt x="0" y="64"/>
                  </a:lnTo>
                  <a:lnTo>
                    <a:pt x="0" y="2420"/>
                  </a:lnTo>
                  <a:lnTo>
                    <a:pt x="64" y="235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2715129" y="2289485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0" y="0"/>
                  </a:moveTo>
                  <a:lnTo>
                    <a:pt x="0" y="2356"/>
                  </a:lnTo>
                  <a:lnTo>
                    <a:pt x="0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2710932" y="2290840"/>
              <a:ext cx="2841" cy="105834"/>
            </a:xfrm>
            <a:custGeom>
              <a:rect b="b" l="l" r="r" t="t"/>
              <a:pathLst>
                <a:path extrusionOk="0" h="2421" w="65">
                  <a:moveTo>
                    <a:pt x="64" y="1"/>
                  </a:moveTo>
                  <a:lnTo>
                    <a:pt x="1" y="65"/>
                  </a:lnTo>
                  <a:lnTo>
                    <a:pt x="1" y="2420"/>
                  </a:lnTo>
                  <a:lnTo>
                    <a:pt x="64" y="2357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2710932" y="2293638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1" y="1"/>
                  </a:moveTo>
                  <a:lnTo>
                    <a:pt x="1" y="2356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708135" y="2295037"/>
              <a:ext cx="2841" cy="2841"/>
            </a:xfrm>
            <a:custGeom>
              <a:rect b="b" l="l" r="r" t="t"/>
              <a:pathLst>
                <a:path extrusionOk="0" h="65" w="65">
                  <a:moveTo>
                    <a:pt x="1" y="64"/>
                  </a:moveTo>
                  <a:lnTo>
                    <a:pt x="65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2708135" y="2295037"/>
              <a:ext cx="2841" cy="105790"/>
            </a:xfrm>
            <a:custGeom>
              <a:rect b="b" l="l" r="r" t="t"/>
              <a:pathLst>
                <a:path extrusionOk="0" h="2420" w="65">
                  <a:moveTo>
                    <a:pt x="65" y="0"/>
                  </a:moveTo>
                  <a:lnTo>
                    <a:pt x="1" y="64"/>
                  </a:lnTo>
                  <a:lnTo>
                    <a:pt x="1" y="2420"/>
                  </a:lnTo>
                  <a:lnTo>
                    <a:pt x="65" y="2356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2708135" y="2297834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1" y="0"/>
                  </a:moveTo>
                  <a:lnTo>
                    <a:pt x="1" y="2356"/>
                  </a:lnTo>
                  <a:lnTo>
                    <a:pt x="1" y="2356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2695632" y="2299189"/>
              <a:ext cx="11191" cy="118337"/>
            </a:xfrm>
            <a:custGeom>
              <a:rect b="b" l="l" r="r" t="t"/>
              <a:pathLst>
                <a:path extrusionOk="0" h="2707" w="256">
                  <a:moveTo>
                    <a:pt x="255" y="1"/>
                  </a:moveTo>
                  <a:cubicBezTo>
                    <a:pt x="160" y="96"/>
                    <a:pt x="64" y="224"/>
                    <a:pt x="0" y="351"/>
                  </a:cubicBezTo>
                  <a:lnTo>
                    <a:pt x="0" y="2707"/>
                  </a:lnTo>
                  <a:cubicBezTo>
                    <a:pt x="96" y="2580"/>
                    <a:pt x="160" y="2484"/>
                    <a:pt x="255" y="2357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2676135" y="2314533"/>
              <a:ext cx="19541" cy="132238"/>
            </a:xfrm>
            <a:custGeom>
              <a:rect b="b" l="l" r="r" t="t"/>
              <a:pathLst>
                <a:path extrusionOk="0" h="3025" w="447">
                  <a:moveTo>
                    <a:pt x="446" y="0"/>
                  </a:moveTo>
                  <a:cubicBezTo>
                    <a:pt x="287" y="191"/>
                    <a:pt x="128" y="414"/>
                    <a:pt x="1" y="669"/>
                  </a:cubicBezTo>
                  <a:lnTo>
                    <a:pt x="1" y="3024"/>
                  </a:lnTo>
                  <a:cubicBezTo>
                    <a:pt x="160" y="2802"/>
                    <a:pt x="287" y="2579"/>
                    <a:pt x="446" y="2356"/>
                  </a:cubicBezTo>
                  <a:lnTo>
                    <a:pt x="44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2976764" y="2345134"/>
              <a:ext cx="4197" cy="4197"/>
            </a:xfrm>
            <a:custGeom>
              <a:rect b="b" l="l" r="r" t="t"/>
              <a:pathLst>
                <a:path extrusionOk="0" h="96" w="96">
                  <a:moveTo>
                    <a:pt x="0" y="96"/>
                  </a:moveTo>
                  <a:lnTo>
                    <a:pt x="96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7"/>
            <p:cNvSpPr/>
            <p:nvPr/>
          </p:nvSpPr>
          <p:spPr>
            <a:xfrm>
              <a:off x="2925268" y="2530224"/>
              <a:ext cx="1399" cy="5596"/>
            </a:xfrm>
            <a:custGeom>
              <a:rect b="b" l="l" r="r" t="t"/>
              <a:pathLst>
                <a:path extrusionOk="0" h="128" w="32">
                  <a:moveTo>
                    <a:pt x="0" y="128"/>
                  </a:moveTo>
                  <a:cubicBezTo>
                    <a:pt x="0" y="96"/>
                    <a:pt x="32" y="32"/>
                    <a:pt x="32" y="0"/>
                  </a:cubicBezTo>
                  <a:cubicBezTo>
                    <a:pt x="32" y="32"/>
                    <a:pt x="0" y="96"/>
                    <a:pt x="0" y="128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2658037" y="2343735"/>
              <a:ext cx="18142" cy="139232"/>
            </a:xfrm>
            <a:custGeom>
              <a:rect b="b" l="l" r="r" t="t"/>
              <a:pathLst>
                <a:path extrusionOk="0" h="3185" w="415">
                  <a:moveTo>
                    <a:pt x="415" y="1"/>
                  </a:moveTo>
                  <a:cubicBezTo>
                    <a:pt x="255" y="255"/>
                    <a:pt x="128" y="542"/>
                    <a:pt x="1" y="828"/>
                  </a:cubicBezTo>
                  <a:lnTo>
                    <a:pt x="1" y="3184"/>
                  </a:lnTo>
                  <a:cubicBezTo>
                    <a:pt x="128" y="2898"/>
                    <a:pt x="255" y="2611"/>
                    <a:pt x="415" y="2356"/>
                  </a:cubicBezTo>
                  <a:lnTo>
                    <a:pt x="415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2950316" y="2377133"/>
              <a:ext cx="4197" cy="4240"/>
            </a:xfrm>
            <a:custGeom>
              <a:rect b="b" l="l" r="r" t="t"/>
              <a:pathLst>
                <a:path extrusionOk="0" h="97" w="96">
                  <a:moveTo>
                    <a:pt x="0" y="96"/>
                  </a:moveTo>
                  <a:cubicBezTo>
                    <a:pt x="32" y="64"/>
                    <a:pt x="64" y="32"/>
                    <a:pt x="64" y="32"/>
                  </a:cubicBezTo>
                  <a:cubicBezTo>
                    <a:pt x="96" y="1"/>
                    <a:pt x="32" y="64"/>
                    <a:pt x="0" y="96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2947519" y="2382685"/>
              <a:ext cx="1443" cy="4240"/>
            </a:xfrm>
            <a:custGeom>
              <a:rect b="b" l="l" r="r" t="t"/>
              <a:pathLst>
                <a:path extrusionOk="0" h="97" w="33">
                  <a:moveTo>
                    <a:pt x="0" y="97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2946120" y="2386882"/>
              <a:ext cx="1443" cy="1443"/>
            </a:xfrm>
            <a:custGeom>
              <a:rect b="b" l="l" r="r" t="t"/>
              <a:pathLst>
                <a:path extrusionOk="0" h="33" w="33">
                  <a:moveTo>
                    <a:pt x="1" y="32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2943322" y="2388281"/>
              <a:ext cx="2841" cy="4197"/>
            </a:xfrm>
            <a:custGeom>
              <a:rect b="b" l="l" r="r" t="t"/>
              <a:pathLst>
                <a:path extrusionOk="0" h="96" w="65">
                  <a:moveTo>
                    <a:pt x="65" y="0"/>
                  </a:moveTo>
                  <a:lnTo>
                    <a:pt x="65" y="0"/>
                  </a:lnTo>
                  <a:cubicBezTo>
                    <a:pt x="33" y="32"/>
                    <a:pt x="1" y="64"/>
                    <a:pt x="1" y="96"/>
                  </a:cubicBezTo>
                  <a:cubicBezTo>
                    <a:pt x="33" y="64"/>
                    <a:pt x="33" y="32"/>
                    <a:pt x="65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2937770" y="2399428"/>
              <a:ext cx="1443" cy="4197"/>
            </a:xfrm>
            <a:custGeom>
              <a:rect b="b" l="l" r="r" t="t"/>
              <a:pathLst>
                <a:path extrusionOk="0" h="96" w="33">
                  <a:moveTo>
                    <a:pt x="1" y="96"/>
                  </a:moveTo>
                  <a:cubicBezTo>
                    <a:pt x="1" y="64"/>
                    <a:pt x="32" y="32"/>
                    <a:pt x="32" y="0"/>
                  </a:cubicBezTo>
                  <a:cubicBezTo>
                    <a:pt x="32" y="32"/>
                    <a:pt x="1" y="64"/>
                    <a:pt x="1" y="96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2934972" y="2404980"/>
              <a:ext cx="1443" cy="4197"/>
            </a:xfrm>
            <a:custGeom>
              <a:rect b="b" l="l" r="r" t="t"/>
              <a:pathLst>
                <a:path extrusionOk="0" h="96" w="33">
                  <a:moveTo>
                    <a:pt x="1" y="96"/>
                  </a:moveTo>
                  <a:lnTo>
                    <a:pt x="33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2646934" y="2379931"/>
              <a:ext cx="11147" cy="133637"/>
            </a:xfrm>
            <a:custGeom>
              <a:rect b="b" l="l" r="r" t="t"/>
              <a:pathLst>
                <a:path extrusionOk="0" h="3057" w="255">
                  <a:moveTo>
                    <a:pt x="255" y="0"/>
                  </a:moveTo>
                  <a:cubicBezTo>
                    <a:pt x="159" y="223"/>
                    <a:pt x="96" y="478"/>
                    <a:pt x="0" y="701"/>
                  </a:cubicBezTo>
                  <a:lnTo>
                    <a:pt x="0" y="3056"/>
                  </a:lnTo>
                  <a:cubicBezTo>
                    <a:pt x="96" y="2834"/>
                    <a:pt x="159" y="2579"/>
                    <a:pt x="255" y="235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2929421" y="2416127"/>
              <a:ext cx="2841" cy="4197"/>
            </a:xfrm>
            <a:custGeom>
              <a:rect b="b" l="l" r="r" t="t"/>
              <a:pathLst>
                <a:path extrusionOk="0" h="96" w="65">
                  <a:moveTo>
                    <a:pt x="1" y="96"/>
                  </a:moveTo>
                  <a:lnTo>
                    <a:pt x="64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2926623" y="2421679"/>
              <a:ext cx="2841" cy="5596"/>
            </a:xfrm>
            <a:custGeom>
              <a:rect b="b" l="l" r="r" t="t"/>
              <a:pathLst>
                <a:path extrusionOk="0" h="128" w="65">
                  <a:moveTo>
                    <a:pt x="1" y="128"/>
                  </a:moveTo>
                  <a:lnTo>
                    <a:pt x="65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2923869" y="2432826"/>
              <a:ext cx="1443" cy="5596"/>
            </a:xfrm>
            <a:custGeom>
              <a:rect b="b" l="l" r="r" t="t"/>
              <a:pathLst>
                <a:path extrusionOk="0" h="128" w="33">
                  <a:moveTo>
                    <a:pt x="0" y="12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2921071" y="2443930"/>
              <a:ext cx="44" cy="1443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33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2915519" y="2198295"/>
              <a:ext cx="1002035" cy="395970"/>
            </a:xfrm>
            <a:custGeom>
              <a:rect b="b" l="l" r="r" t="t"/>
              <a:pathLst>
                <a:path extrusionOk="0" h="9058" w="22922">
                  <a:moveTo>
                    <a:pt x="11429" y="1"/>
                  </a:moveTo>
                  <a:cubicBezTo>
                    <a:pt x="8492" y="1"/>
                    <a:pt x="5555" y="654"/>
                    <a:pt x="3311" y="1959"/>
                  </a:cubicBezTo>
                  <a:lnTo>
                    <a:pt x="3216" y="2022"/>
                  </a:lnTo>
                  <a:cubicBezTo>
                    <a:pt x="1688" y="3168"/>
                    <a:pt x="1656" y="3168"/>
                    <a:pt x="1624" y="3200"/>
                  </a:cubicBezTo>
                  <a:lnTo>
                    <a:pt x="1560" y="3264"/>
                  </a:lnTo>
                  <a:lnTo>
                    <a:pt x="1497" y="3359"/>
                  </a:lnTo>
                  <a:cubicBezTo>
                    <a:pt x="828" y="3996"/>
                    <a:pt x="350" y="4792"/>
                    <a:pt x="96" y="5652"/>
                  </a:cubicBezTo>
                  <a:cubicBezTo>
                    <a:pt x="96" y="5683"/>
                    <a:pt x="96" y="5747"/>
                    <a:pt x="64" y="5811"/>
                  </a:cubicBezTo>
                  <a:cubicBezTo>
                    <a:pt x="64" y="5874"/>
                    <a:pt x="32" y="5938"/>
                    <a:pt x="32" y="6002"/>
                  </a:cubicBezTo>
                  <a:lnTo>
                    <a:pt x="32" y="5970"/>
                  </a:lnTo>
                  <a:cubicBezTo>
                    <a:pt x="32" y="6034"/>
                    <a:pt x="32" y="6065"/>
                    <a:pt x="0" y="6129"/>
                  </a:cubicBezTo>
                  <a:lnTo>
                    <a:pt x="0" y="6225"/>
                  </a:lnTo>
                  <a:cubicBezTo>
                    <a:pt x="0" y="6352"/>
                    <a:pt x="0" y="6479"/>
                    <a:pt x="0" y="6607"/>
                  </a:cubicBezTo>
                  <a:lnTo>
                    <a:pt x="0" y="8485"/>
                  </a:lnTo>
                  <a:cubicBezTo>
                    <a:pt x="191" y="7434"/>
                    <a:pt x="701" y="6447"/>
                    <a:pt x="1465" y="5715"/>
                  </a:cubicBezTo>
                  <a:lnTo>
                    <a:pt x="1560" y="5652"/>
                  </a:lnTo>
                  <a:lnTo>
                    <a:pt x="1624" y="5556"/>
                  </a:lnTo>
                  <a:cubicBezTo>
                    <a:pt x="1624" y="5556"/>
                    <a:pt x="1656" y="5524"/>
                    <a:pt x="3216" y="4378"/>
                  </a:cubicBezTo>
                  <a:lnTo>
                    <a:pt x="3311" y="4315"/>
                  </a:lnTo>
                  <a:cubicBezTo>
                    <a:pt x="5555" y="3009"/>
                    <a:pt x="8492" y="2357"/>
                    <a:pt x="11429" y="2357"/>
                  </a:cubicBezTo>
                  <a:cubicBezTo>
                    <a:pt x="14366" y="2357"/>
                    <a:pt x="17303" y="3009"/>
                    <a:pt x="19547" y="4315"/>
                  </a:cubicBezTo>
                  <a:cubicBezTo>
                    <a:pt x="19579" y="4346"/>
                    <a:pt x="19611" y="4346"/>
                    <a:pt x="20948" y="5270"/>
                  </a:cubicBezTo>
                  <a:lnTo>
                    <a:pt x="21011" y="5333"/>
                  </a:lnTo>
                  <a:lnTo>
                    <a:pt x="21075" y="5429"/>
                  </a:lnTo>
                  <a:lnTo>
                    <a:pt x="21170" y="5492"/>
                  </a:lnTo>
                  <a:lnTo>
                    <a:pt x="21234" y="5556"/>
                  </a:lnTo>
                  <a:lnTo>
                    <a:pt x="21298" y="5620"/>
                  </a:lnTo>
                  <a:lnTo>
                    <a:pt x="21393" y="5683"/>
                  </a:lnTo>
                  <a:lnTo>
                    <a:pt x="21457" y="5779"/>
                  </a:lnTo>
                  <a:cubicBezTo>
                    <a:pt x="22348" y="6607"/>
                    <a:pt x="22890" y="7784"/>
                    <a:pt x="22921" y="9058"/>
                  </a:cubicBezTo>
                  <a:lnTo>
                    <a:pt x="22921" y="6702"/>
                  </a:lnTo>
                  <a:cubicBezTo>
                    <a:pt x="22890" y="5429"/>
                    <a:pt x="22380" y="4251"/>
                    <a:pt x="21457" y="3391"/>
                  </a:cubicBezTo>
                  <a:lnTo>
                    <a:pt x="21393" y="3328"/>
                  </a:lnTo>
                  <a:lnTo>
                    <a:pt x="21330" y="3264"/>
                  </a:lnTo>
                  <a:lnTo>
                    <a:pt x="21234" y="3200"/>
                  </a:lnTo>
                  <a:lnTo>
                    <a:pt x="21170" y="3137"/>
                  </a:lnTo>
                  <a:cubicBezTo>
                    <a:pt x="21139" y="3105"/>
                    <a:pt x="21107" y="3073"/>
                    <a:pt x="21107" y="3041"/>
                  </a:cubicBezTo>
                  <a:lnTo>
                    <a:pt x="21011" y="2977"/>
                  </a:lnTo>
                  <a:cubicBezTo>
                    <a:pt x="20979" y="2946"/>
                    <a:pt x="20979" y="2946"/>
                    <a:pt x="20948" y="2914"/>
                  </a:cubicBezTo>
                  <a:cubicBezTo>
                    <a:pt x="19611" y="1991"/>
                    <a:pt x="19579" y="1959"/>
                    <a:pt x="19547" y="1959"/>
                  </a:cubicBezTo>
                  <a:cubicBezTo>
                    <a:pt x="17303" y="654"/>
                    <a:pt x="14366" y="1"/>
                    <a:pt x="114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4098406" y="2268589"/>
              <a:ext cx="100282" cy="325677"/>
            </a:xfrm>
            <a:custGeom>
              <a:rect b="b" l="l" r="r" t="t"/>
              <a:pathLst>
                <a:path extrusionOk="0" h="7450" w="2294">
                  <a:moveTo>
                    <a:pt x="1" y="1"/>
                  </a:moveTo>
                  <a:lnTo>
                    <a:pt x="1" y="2356"/>
                  </a:lnTo>
                  <a:cubicBezTo>
                    <a:pt x="1529" y="3916"/>
                    <a:pt x="2293" y="5699"/>
                    <a:pt x="2293" y="7450"/>
                  </a:cubicBezTo>
                  <a:cubicBezTo>
                    <a:pt x="2293" y="6750"/>
                    <a:pt x="2293" y="5794"/>
                    <a:pt x="2293" y="5094"/>
                  </a:cubicBezTo>
                  <a:cubicBezTo>
                    <a:pt x="2293" y="3343"/>
                    <a:pt x="1529" y="1592"/>
                    <a:pt x="1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2915519" y="2487077"/>
              <a:ext cx="2798" cy="130883"/>
            </a:xfrm>
            <a:custGeom>
              <a:rect b="b" l="l" r="r" t="t"/>
              <a:pathLst>
                <a:path extrusionOk="0" h="2994" w="64">
                  <a:moveTo>
                    <a:pt x="0" y="1"/>
                  </a:moveTo>
                  <a:lnTo>
                    <a:pt x="0" y="2388"/>
                  </a:lnTo>
                  <a:cubicBezTo>
                    <a:pt x="0" y="2579"/>
                    <a:pt x="32" y="2770"/>
                    <a:pt x="64" y="2993"/>
                  </a:cubicBezTo>
                  <a:cubicBezTo>
                    <a:pt x="64" y="2197"/>
                    <a:pt x="64" y="1433"/>
                    <a:pt x="64" y="637"/>
                  </a:cubicBezTo>
                  <a:cubicBezTo>
                    <a:pt x="0" y="414"/>
                    <a:pt x="0" y="223"/>
                    <a:pt x="0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2918273" y="2514923"/>
              <a:ext cx="2841" cy="119735"/>
            </a:xfrm>
            <a:custGeom>
              <a:rect b="b" l="l" r="r" t="t"/>
              <a:pathLst>
                <a:path extrusionOk="0" h="2739" w="65">
                  <a:moveTo>
                    <a:pt x="1" y="0"/>
                  </a:moveTo>
                  <a:lnTo>
                    <a:pt x="1" y="255"/>
                  </a:lnTo>
                  <a:lnTo>
                    <a:pt x="1" y="1306"/>
                  </a:lnTo>
                  <a:lnTo>
                    <a:pt x="1" y="2101"/>
                  </a:lnTo>
                  <a:lnTo>
                    <a:pt x="1" y="2356"/>
                  </a:lnTo>
                  <a:cubicBezTo>
                    <a:pt x="1" y="2483"/>
                    <a:pt x="33" y="2611"/>
                    <a:pt x="65" y="2738"/>
                  </a:cubicBezTo>
                  <a:lnTo>
                    <a:pt x="65" y="382"/>
                  </a:lnTo>
                  <a:cubicBezTo>
                    <a:pt x="33" y="255"/>
                    <a:pt x="1" y="128"/>
                    <a:pt x="1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2921071" y="2530224"/>
              <a:ext cx="29289" cy="167035"/>
            </a:xfrm>
            <a:custGeom>
              <a:rect b="b" l="l" r="r" t="t"/>
              <a:pathLst>
                <a:path extrusionOk="0" h="3821" w="670">
                  <a:moveTo>
                    <a:pt x="1" y="0"/>
                  </a:moveTo>
                  <a:lnTo>
                    <a:pt x="1" y="2038"/>
                  </a:lnTo>
                  <a:lnTo>
                    <a:pt x="1" y="2197"/>
                  </a:lnTo>
                  <a:lnTo>
                    <a:pt x="1" y="2356"/>
                  </a:lnTo>
                  <a:cubicBezTo>
                    <a:pt x="128" y="2866"/>
                    <a:pt x="351" y="3375"/>
                    <a:pt x="669" y="3821"/>
                  </a:cubicBezTo>
                  <a:lnTo>
                    <a:pt x="669" y="1465"/>
                  </a:lnTo>
                  <a:cubicBezTo>
                    <a:pt x="351" y="1019"/>
                    <a:pt x="128" y="510"/>
                    <a:pt x="1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950316" y="2594222"/>
              <a:ext cx="15344" cy="123932"/>
            </a:xfrm>
            <a:custGeom>
              <a:rect b="b" l="l" r="r" t="t"/>
              <a:pathLst>
                <a:path extrusionOk="0" h="2835" w="351">
                  <a:moveTo>
                    <a:pt x="0" y="1"/>
                  </a:moveTo>
                  <a:lnTo>
                    <a:pt x="0" y="2197"/>
                  </a:lnTo>
                  <a:cubicBezTo>
                    <a:pt x="0" y="2229"/>
                    <a:pt x="0" y="2293"/>
                    <a:pt x="0" y="2357"/>
                  </a:cubicBezTo>
                  <a:cubicBezTo>
                    <a:pt x="96" y="2516"/>
                    <a:pt x="223" y="2675"/>
                    <a:pt x="350" y="2834"/>
                  </a:cubicBezTo>
                  <a:lnTo>
                    <a:pt x="350" y="478"/>
                  </a:lnTo>
                  <a:cubicBezTo>
                    <a:pt x="223" y="319"/>
                    <a:pt x="96" y="160"/>
                    <a:pt x="0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2967016" y="2615118"/>
              <a:ext cx="80742" cy="172587"/>
            </a:xfrm>
            <a:custGeom>
              <a:rect b="b" l="l" r="r" t="t"/>
              <a:pathLst>
                <a:path extrusionOk="0" h="3948" w="1847">
                  <a:moveTo>
                    <a:pt x="0" y="0"/>
                  </a:moveTo>
                  <a:lnTo>
                    <a:pt x="0" y="2101"/>
                  </a:lnTo>
                  <a:lnTo>
                    <a:pt x="0" y="2356"/>
                  </a:lnTo>
                  <a:cubicBezTo>
                    <a:pt x="510" y="2993"/>
                    <a:pt x="1146" y="3534"/>
                    <a:pt x="1847" y="3948"/>
                  </a:cubicBezTo>
                  <a:lnTo>
                    <a:pt x="1847" y="1592"/>
                  </a:lnTo>
                  <a:cubicBezTo>
                    <a:pt x="1146" y="1178"/>
                    <a:pt x="510" y="637"/>
                    <a:pt x="0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2635786" y="2410532"/>
              <a:ext cx="214378" cy="491313"/>
            </a:xfrm>
            <a:custGeom>
              <a:rect b="b" l="l" r="r" t="t"/>
              <a:pathLst>
                <a:path extrusionOk="0" h="11239" w="4904">
                  <a:moveTo>
                    <a:pt x="255" y="1"/>
                  </a:moveTo>
                  <a:cubicBezTo>
                    <a:pt x="191" y="287"/>
                    <a:pt x="128" y="574"/>
                    <a:pt x="64" y="860"/>
                  </a:cubicBezTo>
                  <a:cubicBezTo>
                    <a:pt x="32" y="1083"/>
                    <a:pt x="0" y="1338"/>
                    <a:pt x="0" y="1561"/>
                  </a:cubicBezTo>
                  <a:lnTo>
                    <a:pt x="0" y="1752"/>
                  </a:lnTo>
                  <a:lnTo>
                    <a:pt x="0" y="4107"/>
                  </a:lnTo>
                  <a:cubicBezTo>
                    <a:pt x="0" y="4426"/>
                    <a:pt x="32" y="4744"/>
                    <a:pt x="96" y="5062"/>
                  </a:cubicBezTo>
                  <a:cubicBezTo>
                    <a:pt x="96" y="5190"/>
                    <a:pt x="128" y="5349"/>
                    <a:pt x="160" y="5508"/>
                  </a:cubicBezTo>
                  <a:lnTo>
                    <a:pt x="160" y="5540"/>
                  </a:lnTo>
                  <a:cubicBezTo>
                    <a:pt x="191" y="5604"/>
                    <a:pt x="223" y="5667"/>
                    <a:pt x="223" y="5763"/>
                  </a:cubicBezTo>
                  <a:cubicBezTo>
                    <a:pt x="255" y="5826"/>
                    <a:pt x="255" y="5890"/>
                    <a:pt x="287" y="5954"/>
                  </a:cubicBezTo>
                  <a:cubicBezTo>
                    <a:pt x="319" y="6049"/>
                    <a:pt x="319" y="6081"/>
                    <a:pt x="351" y="6113"/>
                  </a:cubicBezTo>
                  <a:cubicBezTo>
                    <a:pt x="382" y="6272"/>
                    <a:pt x="446" y="6399"/>
                    <a:pt x="510" y="6559"/>
                  </a:cubicBezTo>
                  <a:cubicBezTo>
                    <a:pt x="573" y="6686"/>
                    <a:pt x="605" y="6718"/>
                    <a:pt x="637" y="6813"/>
                  </a:cubicBezTo>
                  <a:lnTo>
                    <a:pt x="796" y="7164"/>
                  </a:lnTo>
                  <a:cubicBezTo>
                    <a:pt x="892" y="7291"/>
                    <a:pt x="956" y="7418"/>
                    <a:pt x="1051" y="7577"/>
                  </a:cubicBezTo>
                  <a:cubicBezTo>
                    <a:pt x="1115" y="7705"/>
                    <a:pt x="1178" y="7800"/>
                    <a:pt x="1274" y="7928"/>
                  </a:cubicBezTo>
                  <a:cubicBezTo>
                    <a:pt x="1338" y="8055"/>
                    <a:pt x="1401" y="8119"/>
                    <a:pt x="1465" y="8214"/>
                  </a:cubicBezTo>
                  <a:cubicBezTo>
                    <a:pt x="1560" y="8310"/>
                    <a:pt x="1624" y="8405"/>
                    <a:pt x="1720" y="8501"/>
                  </a:cubicBezTo>
                  <a:cubicBezTo>
                    <a:pt x="1783" y="8628"/>
                    <a:pt x="1942" y="8819"/>
                    <a:pt x="2070" y="8946"/>
                  </a:cubicBezTo>
                  <a:lnTo>
                    <a:pt x="2356" y="9233"/>
                  </a:lnTo>
                  <a:lnTo>
                    <a:pt x="2675" y="9551"/>
                  </a:lnTo>
                  <a:cubicBezTo>
                    <a:pt x="2738" y="9615"/>
                    <a:pt x="2834" y="9710"/>
                    <a:pt x="2929" y="9774"/>
                  </a:cubicBezTo>
                  <a:cubicBezTo>
                    <a:pt x="3120" y="9933"/>
                    <a:pt x="3279" y="10092"/>
                    <a:pt x="3470" y="10220"/>
                  </a:cubicBezTo>
                  <a:lnTo>
                    <a:pt x="3789" y="10474"/>
                  </a:lnTo>
                  <a:cubicBezTo>
                    <a:pt x="3916" y="10570"/>
                    <a:pt x="4043" y="10665"/>
                    <a:pt x="4203" y="10761"/>
                  </a:cubicBezTo>
                  <a:lnTo>
                    <a:pt x="4521" y="10984"/>
                  </a:lnTo>
                  <a:cubicBezTo>
                    <a:pt x="4648" y="11047"/>
                    <a:pt x="4744" y="11111"/>
                    <a:pt x="4839" y="11207"/>
                  </a:cubicBezTo>
                  <a:lnTo>
                    <a:pt x="4903" y="11238"/>
                  </a:lnTo>
                  <a:lnTo>
                    <a:pt x="4903" y="8883"/>
                  </a:lnTo>
                  <a:cubicBezTo>
                    <a:pt x="4776" y="8819"/>
                    <a:pt x="4648" y="8723"/>
                    <a:pt x="4521" y="8660"/>
                  </a:cubicBezTo>
                  <a:lnTo>
                    <a:pt x="4203" y="8437"/>
                  </a:lnTo>
                  <a:lnTo>
                    <a:pt x="3789" y="8150"/>
                  </a:lnTo>
                  <a:lnTo>
                    <a:pt x="3470" y="7896"/>
                  </a:lnTo>
                  <a:cubicBezTo>
                    <a:pt x="3279" y="7737"/>
                    <a:pt x="3120" y="7609"/>
                    <a:pt x="2929" y="7450"/>
                  </a:cubicBezTo>
                  <a:cubicBezTo>
                    <a:pt x="2834" y="7355"/>
                    <a:pt x="2738" y="7291"/>
                    <a:pt x="2675" y="7195"/>
                  </a:cubicBezTo>
                  <a:cubicBezTo>
                    <a:pt x="2579" y="7100"/>
                    <a:pt x="2452" y="7004"/>
                    <a:pt x="2356" y="6909"/>
                  </a:cubicBezTo>
                  <a:cubicBezTo>
                    <a:pt x="2261" y="6813"/>
                    <a:pt x="2165" y="6718"/>
                    <a:pt x="2070" y="6622"/>
                  </a:cubicBezTo>
                  <a:cubicBezTo>
                    <a:pt x="2006" y="6527"/>
                    <a:pt x="1815" y="6336"/>
                    <a:pt x="1720" y="6177"/>
                  </a:cubicBezTo>
                  <a:lnTo>
                    <a:pt x="1465" y="5890"/>
                  </a:lnTo>
                  <a:cubicBezTo>
                    <a:pt x="1401" y="5795"/>
                    <a:pt x="1338" y="5699"/>
                    <a:pt x="1274" y="5604"/>
                  </a:cubicBezTo>
                  <a:lnTo>
                    <a:pt x="1051" y="5222"/>
                  </a:lnTo>
                  <a:cubicBezTo>
                    <a:pt x="956" y="5094"/>
                    <a:pt x="892" y="4967"/>
                    <a:pt x="828" y="4840"/>
                  </a:cubicBezTo>
                  <a:cubicBezTo>
                    <a:pt x="733" y="4712"/>
                    <a:pt x="701" y="4617"/>
                    <a:pt x="637" y="4489"/>
                  </a:cubicBezTo>
                  <a:cubicBezTo>
                    <a:pt x="573" y="4362"/>
                    <a:pt x="542" y="4298"/>
                    <a:pt x="510" y="4203"/>
                  </a:cubicBezTo>
                  <a:cubicBezTo>
                    <a:pt x="478" y="4107"/>
                    <a:pt x="414" y="3916"/>
                    <a:pt x="351" y="3789"/>
                  </a:cubicBezTo>
                  <a:cubicBezTo>
                    <a:pt x="319" y="3630"/>
                    <a:pt x="223" y="3375"/>
                    <a:pt x="191" y="3184"/>
                  </a:cubicBezTo>
                  <a:lnTo>
                    <a:pt x="191" y="3152"/>
                  </a:lnTo>
                  <a:cubicBezTo>
                    <a:pt x="160" y="3089"/>
                    <a:pt x="128" y="2993"/>
                    <a:pt x="128" y="2929"/>
                  </a:cubicBezTo>
                  <a:cubicBezTo>
                    <a:pt x="160" y="2738"/>
                    <a:pt x="223" y="2547"/>
                    <a:pt x="255" y="2356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850121" y="2684713"/>
              <a:ext cx="196237" cy="217132"/>
            </a:xfrm>
            <a:custGeom>
              <a:rect b="b" l="l" r="r" t="t"/>
              <a:pathLst>
                <a:path extrusionOk="0" h="4967" w="4489">
                  <a:moveTo>
                    <a:pt x="4489" y="0"/>
                  </a:moveTo>
                  <a:lnTo>
                    <a:pt x="0" y="2611"/>
                  </a:lnTo>
                  <a:lnTo>
                    <a:pt x="0" y="4966"/>
                  </a:lnTo>
                  <a:lnTo>
                    <a:pt x="4489" y="2356"/>
                  </a:lnTo>
                  <a:lnTo>
                    <a:pt x="44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3982911" y="2803006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1" y="2356"/>
                  </a:moveTo>
                  <a:lnTo>
                    <a:pt x="1" y="2356"/>
                  </a:lnTo>
                  <a:lnTo>
                    <a:pt x="1" y="0"/>
                  </a:lnTo>
                  <a:lnTo>
                    <a:pt x="1" y="0"/>
                  </a:lnTo>
                  <a:cubicBezTo>
                    <a:pt x="1" y="764"/>
                    <a:pt x="1" y="1560"/>
                    <a:pt x="1" y="2356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3977359" y="2495426"/>
              <a:ext cx="221329" cy="413369"/>
            </a:xfrm>
            <a:custGeom>
              <a:rect b="b" l="l" r="r" t="t"/>
              <a:pathLst>
                <a:path extrusionOk="0" h="9456" w="5063">
                  <a:moveTo>
                    <a:pt x="5062" y="1"/>
                  </a:moveTo>
                  <a:cubicBezTo>
                    <a:pt x="5062" y="160"/>
                    <a:pt x="5062" y="319"/>
                    <a:pt x="5030" y="478"/>
                  </a:cubicBezTo>
                  <a:cubicBezTo>
                    <a:pt x="5030" y="542"/>
                    <a:pt x="4998" y="605"/>
                    <a:pt x="4998" y="701"/>
                  </a:cubicBezTo>
                  <a:cubicBezTo>
                    <a:pt x="4998" y="765"/>
                    <a:pt x="4967" y="924"/>
                    <a:pt x="4935" y="1051"/>
                  </a:cubicBezTo>
                  <a:cubicBezTo>
                    <a:pt x="4903" y="1178"/>
                    <a:pt x="4903" y="1242"/>
                    <a:pt x="4871" y="1370"/>
                  </a:cubicBezTo>
                  <a:cubicBezTo>
                    <a:pt x="4839" y="1497"/>
                    <a:pt x="4807" y="1656"/>
                    <a:pt x="4744" y="1783"/>
                  </a:cubicBezTo>
                  <a:lnTo>
                    <a:pt x="4712" y="1879"/>
                  </a:lnTo>
                  <a:cubicBezTo>
                    <a:pt x="4680" y="2006"/>
                    <a:pt x="4616" y="2134"/>
                    <a:pt x="4585" y="2261"/>
                  </a:cubicBezTo>
                  <a:cubicBezTo>
                    <a:pt x="4553" y="2293"/>
                    <a:pt x="4553" y="2325"/>
                    <a:pt x="4553" y="2356"/>
                  </a:cubicBezTo>
                  <a:cubicBezTo>
                    <a:pt x="4489" y="2484"/>
                    <a:pt x="4425" y="2643"/>
                    <a:pt x="4330" y="2770"/>
                  </a:cubicBezTo>
                  <a:cubicBezTo>
                    <a:pt x="4171" y="3089"/>
                    <a:pt x="4011" y="3407"/>
                    <a:pt x="3789" y="3693"/>
                  </a:cubicBezTo>
                  <a:lnTo>
                    <a:pt x="3757" y="3725"/>
                  </a:lnTo>
                  <a:cubicBezTo>
                    <a:pt x="3693" y="3884"/>
                    <a:pt x="3566" y="4012"/>
                    <a:pt x="3470" y="4139"/>
                  </a:cubicBezTo>
                  <a:lnTo>
                    <a:pt x="3438" y="4203"/>
                  </a:lnTo>
                  <a:cubicBezTo>
                    <a:pt x="3311" y="4330"/>
                    <a:pt x="3216" y="4457"/>
                    <a:pt x="3088" y="4585"/>
                  </a:cubicBezTo>
                  <a:lnTo>
                    <a:pt x="3056" y="4648"/>
                  </a:lnTo>
                  <a:cubicBezTo>
                    <a:pt x="2643" y="5094"/>
                    <a:pt x="2197" y="5508"/>
                    <a:pt x="1719" y="5890"/>
                  </a:cubicBezTo>
                  <a:lnTo>
                    <a:pt x="1688" y="5922"/>
                  </a:lnTo>
                  <a:cubicBezTo>
                    <a:pt x="1528" y="6049"/>
                    <a:pt x="1369" y="6177"/>
                    <a:pt x="1210" y="6304"/>
                  </a:cubicBezTo>
                  <a:lnTo>
                    <a:pt x="1178" y="6304"/>
                  </a:lnTo>
                  <a:cubicBezTo>
                    <a:pt x="796" y="6590"/>
                    <a:pt x="414" y="6845"/>
                    <a:pt x="0" y="7100"/>
                  </a:cubicBezTo>
                  <a:lnTo>
                    <a:pt x="0" y="9456"/>
                  </a:lnTo>
                  <a:lnTo>
                    <a:pt x="128" y="9360"/>
                  </a:lnTo>
                  <a:cubicBezTo>
                    <a:pt x="510" y="9137"/>
                    <a:pt x="860" y="8914"/>
                    <a:pt x="1178" y="8660"/>
                  </a:cubicBezTo>
                  <a:lnTo>
                    <a:pt x="1210" y="8660"/>
                  </a:lnTo>
                  <a:cubicBezTo>
                    <a:pt x="1369" y="8532"/>
                    <a:pt x="1528" y="8405"/>
                    <a:pt x="1688" y="8278"/>
                  </a:cubicBezTo>
                  <a:lnTo>
                    <a:pt x="1719" y="8246"/>
                  </a:lnTo>
                  <a:cubicBezTo>
                    <a:pt x="2197" y="7864"/>
                    <a:pt x="2643" y="7450"/>
                    <a:pt x="3056" y="6972"/>
                  </a:cubicBezTo>
                  <a:lnTo>
                    <a:pt x="3088" y="6941"/>
                  </a:lnTo>
                  <a:lnTo>
                    <a:pt x="3247" y="6781"/>
                  </a:lnTo>
                  <a:lnTo>
                    <a:pt x="3311" y="6686"/>
                  </a:lnTo>
                  <a:lnTo>
                    <a:pt x="3438" y="6559"/>
                  </a:lnTo>
                  <a:lnTo>
                    <a:pt x="3470" y="6495"/>
                  </a:lnTo>
                  <a:cubicBezTo>
                    <a:pt x="3566" y="6368"/>
                    <a:pt x="3661" y="6240"/>
                    <a:pt x="3757" y="6081"/>
                  </a:cubicBezTo>
                  <a:lnTo>
                    <a:pt x="3789" y="6049"/>
                  </a:lnTo>
                  <a:cubicBezTo>
                    <a:pt x="4011" y="5763"/>
                    <a:pt x="4171" y="5444"/>
                    <a:pt x="4330" y="5158"/>
                  </a:cubicBezTo>
                  <a:cubicBezTo>
                    <a:pt x="4394" y="4999"/>
                    <a:pt x="4457" y="4871"/>
                    <a:pt x="4521" y="4712"/>
                  </a:cubicBezTo>
                  <a:cubicBezTo>
                    <a:pt x="4521" y="4680"/>
                    <a:pt x="4553" y="4648"/>
                    <a:pt x="4553" y="4648"/>
                  </a:cubicBezTo>
                  <a:cubicBezTo>
                    <a:pt x="4616" y="4521"/>
                    <a:pt x="4680" y="4394"/>
                    <a:pt x="4712" y="4235"/>
                  </a:cubicBezTo>
                  <a:cubicBezTo>
                    <a:pt x="4712" y="4203"/>
                    <a:pt x="4712" y="4171"/>
                    <a:pt x="4744" y="4171"/>
                  </a:cubicBezTo>
                  <a:cubicBezTo>
                    <a:pt x="4776" y="4012"/>
                    <a:pt x="4839" y="3853"/>
                    <a:pt x="4871" y="3725"/>
                  </a:cubicBezTo>
                  <a:cubicBezTo>
                    <a:pt x="4871" y="3693"/>
                    <a:pt x="4871" y="3693"/>
                    <a:pt x="4871" y="3662"/>
                  </a:cubicBezTo>
                  <a:lnTo>
                    <a:pt x="4871" y="3630"/>
                  </a:lnTo>
                  <a:lnTo>
                    <a:pt x="4871" y="3566"/>
                  </a:lnTo>
                  <a:cubicBezTo>
                    <a:pt x="4871" y="3502"/>
                    <a:pt x="4871" y="3471"/>
                    <a:pt x="4871" y="3407"/>
                  </a:cubicBezTo>
                  <a:cubicBezTo>
                    <a:pt x="4903" y="3280"/>
                    <a:pt x="4935" y="3184"/>
                    <a:pt x="4935" y="3057"/>
                  </a:cubicBezTo>
                  <a:cubicBezTo>
                    <a:pt x="4967" y="2929"/>
                    <a:pt x="4998" y="2898"/>
                    <a:pt x="5030" y="2834"/>
                  </a:cubicBezTo>
                  <a:cubicBezTo>
                    <a:pt x="5030" y="2675"/>
                    <a:pt x="5062" y="2516"/>
                    <a:pt x="5062" y="2356"/>
                  </a:cubicBezTo>
                  <a:lnTo>
                    <a:pt x="5062" y="2261"/>
                  </a:lnTo>
                  <a:lnTo>
                    <a:pt x="50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3977359" y="2803006"/>
              <a:ext cx="5596" cy="105790"/>
            </a:xfrm>
            <a:custGeom>
              <a:rect b="b" l="l" r="r" t="t"/>
              <a:pathLst>
                <a:path extrusionOk="0" h="2420" w="128">
                  <a:moveTo>
                    <a:pt x="128" y="0"/>
                  </a:moveTo>
                  <a:lnTo>
                    <a:pt x="0" y="64"/>
                  </a:lnTo>
                  <a:lnTo>
                    <a:pt x="0" y="2420"/>
                  </a:lnTo>
                  <a:lnTo>
                    <a:pt x="128" y="2356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EA5E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2570388" y="2037074"/>
              <a:ext cx="1693694" cy="768728"/>
            </a:xfrm>
            <a:custGeom>
              <a:rect b="b" l="l" r="r" t="t"/>
              <a:pathLst>
                <a:path extrusionOk="0" h="17585" w="38744">
                  <a:moveTo>
                    <a:pt x="19297" y="0"/>
                  </a:moveTo>
                  <a:cubicBezTo>
                    <a:pt x="14730" y="0"/>
                    <a:pt x="10165" y="1003"/>
                    <a:pt x="6686" y="3004"/>
                  </a:cubicBezTo>
                  <a:lnTo>
                    <a:pt x="6495" y="3132"/>
                  </a:lnTo>
                  <a:lnTo>
                    <a:pt x="6335" y="3227"/>
                  </a:lnTo>
                  <a:lnTo>
                    <a:pt x="6176" y="3323"/>
                  </a:lnTo>
                  <a:lnTo>
                    <a:pt x="6017" y="3450"/>
                  </a:lnTo>
                  <a:lnTo>
                    <a:pt x="5922" y="3482"/>
                  </a:lnTo>
                  <a:lnTo>
                    <a:pt x="5794" y="3577"/>
                  </a:lnTo>
                  <a:lnTo>
                    <a:pt x="5635" y="3673"/>
                  </a:lnTo>
                  <a:lnTo>
                    <a:pt x="5508" y="3800"/>
                  </a:lnTo>
                  <a:lnTo>
                    <a:pt x="5348" y="3896"/>
                  </a:lnTo>
                  <a:lnTo>
                    <a:pt x="5221" y="3991"/>
                  </a:lnTo>
                  <a:lnTo>
                    <a:pt x="5094" y="4087"/>
                  </a:lnTo>
                  <a:lnTo>
                    <a:pt x="4935" y="4214"/>
                  </a:lnTo>
                  <a:lnTo>
                    <a:pt x="4807" y="4310"/>
                  </a:lnTo>
                  <a:lnTo>
                    <a:pt x="4680" y="4405"/>
                  </a:lnTo>
                  <a:lnTo>
                    <a:pt x="4553" y="4533"/>
                  </a:lnTo>
                  <a:lnTo>
                    <a:pt x="4425" y="4628"/>
                  </a:lnTo>
                  <a:lnTo>
                    <a:pt x="4330" y="4724"/>
                  </a:lnTo>
                  <a:lnTo>
                    <a:pt x="4202" y="4851"/>
                  </a:lnTo>
                  <a:lnTo>
                    <a:pt x="4075" y="4946"/>
                  </a:lnTo>
                  <a:cubicBezTo>
                    <a:pt x="4043" y="4978"/>
                    <a:pt x="4011" y="5010"/>
                    <a:pt x="3980" y="5042"/>
                  </a:cubicBezTo>
                  <a:lnTo>
                    <a:pt x="3884" y="5169"/>
                  </a:lnTo>
                  <a:cubicBezTo>
                    <a:pt x="0" y="9021"/>
                    <a:pt x="860" y="14051"/>
                    <a:pt x="6367" y="17426"/>
                  </a:cubicBezTo>
                  <a:lnTo>
                    <a:pt x="10888" y="14815"/>
                  </a:lnTo>
                  <a:cubicBezTo>
                    <a:pt x="7481" y="12650"/>
                    <a:pt x="6972" y="9499"/>
                    <a:pt x="9392" y="7047"/>
                  </a:cubicBezTo>
                  <a:lnTo>
                    <a:pt x="9455" y="6952"/>
                  </a:lnTo>
                  <a:lnTo>
                    <a:pt x="9551" y="6888"/>
                  </a:lnTo>
                  <a:cubicBezTo>
                    <a:pt x="9583" y="6856"/>
                    <a:pt x="9583" y="6856"/>
                    <a:pt x="11142" y="5710"/>
                  </a:cubicBezTo>
                  <a:lnTo>
                    <a:pt x="11238" y="5647"/>
                  </a:lnTo>
                  <a:cubicBezTo>
                    <a:pt x="13466" y="4342"/>
                    <a:pt x="16395" y="3689"/>
                    <a:pt x="19332" y="3689"/>
                  </a:cubicBezTo>
                  <a:cubicBezTo>
                    <a:pt x="22269" y="3689"/>
                    <a:pt x="25213" y="4342"/>
                    <a:pt x="27474" y="5647"/>
                  </a:cubicBezTo>
                  <a:cubicBezTo>
                    <a:pt x="27506" y="5647"/>
                    <a:pt x="27537" y="5679"/>
                    <a:pt x="28843" y="6602"/>
                  </a:cubicBezTo>
                  <a:cubicBezTo>
                    <a:pt x="28874" y="6634"/>
                    <a:pt x="28906" y="6634"/>
                    <a:pt x="28938" y="6665"/>
                  </a:cubicBezTo>
                  <a:lnTo>
                    <a:pt x="29002" y="6729"/>
                  </a:lnTo>
                  <a:cubicBezTo>
                    <a:pt x="29034" y="6761"/>
                    <a:pt x="29065" y="6793"/>
                    <a:pt x="29097" y="6793"/>
                  </a:cubicBezTo>
                  <a:lnTo>
                    <a:pt x="29161" y="6888"/>
                  </a:lnTo>
                  <a:lnTo>
                    <a:pt x="29225" y="6952"/>
                  </a:lnTo>
                  <a:lnTo>
                    <a:pt x="29288" y="7016"/>
                  </a:lnTo>
                  <a:lnTo>
                    <a:pt x="29384" y="7079"/>
                  </a:lnTo>
                  <a:cubicBezTo>
                    <a:pt x="31803" y="9594"/>
                    <a:pt x="31230" y="12810"/>
                    <a:pt x="27633" y="14974"/>
                  </a:cubicBezTo>
                  <a:lnTo>
                    <a:pt x="32185" y="17585"/>
                  </a:lnTo>
                  <a:cubicBezTo>
                    <a:pt x="37820" y="14210"/>
                    <a:pt x="38743" y="9180"/>
                    <a:pt x="34955" y="5297"/>
                  </a:cubicBezTo>
                  <a:lnTo>
                    <a:pt x="34828" y="5169"/>
                  </a:lnTo>
                  <a:lnTo>
                    <a:pt x="34732" y="5042"/>
                  </a:lnTo>
                  <a:lnTo>
                    <a:pt x="34605" y="4946"/>
                  </a:lnTo>
                  <a:lnTo>
                    <a:pt x="34477" y="4819"/>
                  </a:lnTo>
                  <a:lnTo>
                    <a:pt x="34350" y="4724"/>
                  </a:lnTo>
                  <a:lnTo>
                    <a:pt x="34223" y="4628"/>
                  </a:lnTo>
                  <a:lnTo>
                    <a:pt x="34095" y="4501"/>
                  </a:lnTo>
                  <a:lnTo>
                    <a:pt x="33968" y="4405"/>
                  </a:lnTo>
                  <a:lnTo>
                    <a:pt x="33841" y="4278"/>
                  </a:lnTo>
                  <a:lnTo>
                    <a:pt x="33713" y="4182"/>
                  </a:lnTo>
                  <a:lnTo>
                    <a:pt x="33554" y="4087"/>
                  </a:lnTo>
                  <a:lnTo>
                    <a:pt x="33427" y="3959"/>
                  </a:lnTo>
                  <a:lnTo>
                    <a:pt x="33300" y="3864"/>
                  </a:lnTo>
                  <a:lnTo>
                    <a:pt x="33140" y="3768"/>
                  </a:lnTo>
                  <a:lnTo>
                    <a:pt x="33045" y="3705"/>
                  </a:lnTo>
                  <a:lnTo>
                    <a:pt x="32822" y="3546"/>
                  </a:lnTo>
                  <a:lnTo>
                    <a:pt x="32758" y="3514"/>
                  </a:lnTo>
                  <a:lnTo>
                    <a:pt x="32599" y="3418"/>
                  </a:lnTo>
                  <a:lnTo>
                    <a:pt x="32440" y="3323"/>
                  </a:lnTo>
                  <a:lnTo>
                    <a:pt x="32281" y="3227"/>
                  </a:lnTo>
                  <a:lnTo>
                    <a:pt x="32122" y="3132"/>
                  </a:lnTo>
                  <a:lnTo>
                    <a:pt x="31962" y="3036"/>
                  </a:lnTo>
                  <a:cubicBezTo>
                    <a:pt x="28470" y="1011"/>
                    <a:pt x="23882" y="0"/>
                    <a:pt x="19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3778324" y="2691663"/>
              <a:ext cx="199078" cy="217132"/>
            </a:xfrm>
            <a:custGeom>
              <a:rect b="b" l="l" r="r" t="t"/>
              <a:pathLst>
                <a:path extrusionOk="0" h="4967" w="4554">
                  <a:moveTo>
                    <a:pt x="33" y="0"/>
                  </a:moveTo>
                  <a:lnTo>
                    <a:pt x="1" y="2356"/>
                  </a:lnTo>
                  <a:lnTo>
                    <a:pt x="4553" y="4967"/>
                  </a:lnTo>
                  <a:lnTo>
                    <a:pt x="4553" y="2611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17"/>
          <p:cNvSpPr/>
          <p:nvPr/>
        </p:nvSpPr>
        <p:spPr>
          <a:xfrm>
            <a:off x="2802008" y="2693854"/>
            <a:ext cx="32129" cy="32008"/>
          </a:xfrm>
          <a:custGeom>
            <a:rect b="b" l="l" r="r" t="t"/>
            <a:pathLst>
              <a:path extrusionOk="0" h="264" w="265">
                <a:moveTo>
                  <a:pt x="132" y="1"/>
                </a:moveTo>
                <a:cubicBezTo>
                  <a:pt x="97" y="1"/>
                  <a:pt x="63" y="13"/>
                  <a:pt x="39" y="39"/>
                </a:cubicBezTo>
                <a:cubicBezTo>
                  <a:pt x="13" y="61"/>
                  <a:pt x="0" y="96"/>
                  <a:pt x="0" y="131"/>
                </a:cubicBezTo>
                <a:cubicBezTo>
                  <a:pt x="0" y="164"/>
                  <a:pt x="13" y="199"/>
                  <a:pt x="39" y="226"/>
                </a:cubicBezTo>
                <a:cubicBezTo>
                  <a:pt x="64" y="250"/>
                  <a:pt x="99" y="264"/>
                  <a:pt x="133" y="264"/>
                </a:cubicBezTo>
                <a:cubicBezTo>
                  <a:pt x="167" y="264"/>
                  <a:pt x="202" y="250"/>
                  <a:pt x="226" y="226"/>
                </a:cubicBezTo>
                <a:cubicBezTo>
                  <a:pt x="252" y="199"/>
                  <a:pt x="264" y="164"/>
                  <a:pt x="264" y="131"/>
                </a:cubicBezTo>
                <a:cubicBezTo>
                  <a:pt x="264" y="97"/>
                  <a:pt x="252" y="62"/>
                  <a:pt x="226" y="39"/>
                </a:cubicBezTo>
                <a:cubicBezTo>
                  <a:pt x="200" y="13"/>
                  <a:pt x="166" y="1"/>
                  <a:pt x="132" y="1"/>
                </a:cubicBezTo>
                <a:close/>
              </a:path>
            </a:pathLst>
          </a:custGeom>
          <a:solidFill>
            <a:srgbClr val="B9BD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2488533" y="25472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2488535" y="223579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LIGHTROOM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75" name="Google Shape;375;p17"/>
          <p:cNvGrpSpPr/>
          <p:nvPr/>
        </p:nvGrpSpPr>
        <p:grpSpPr>
          <a:xfrm>
            <a:off x="582703" y="3560549"/>
            <a:ext cx="1718743" cy="1015937"/>
            <a:chOff x="669349" y="2036549"/>
            <a:chExt cx="1718743" cy="1015937"/>
          </a:xfrm>
        </p:grpSpPr>
        <p:sp>
          <p:nvSpPr>
            <p:cNvPr id="376" name="Google Shape;376;p17"/>
            <p:cNvSpPr/>
            <p:nvPr/>
          </p:nvSpPr>
          <p:spPr>
            <a:xfrm>
              <a:off x="669349" y="2148547"/>
              <a:ext cx="1718743" cy="903939"/>
            </a:xfrm>
            <a:custGeom>
              <a:rect b="b" l="l" r="r" t="t"/>
              <a:pathLst>
                <a:path extrusionOk="0" h="20678" w="39317">
                  <a:moveTo>
                    <a:pt x="19663" y="3463"/>
                  </a:moveTo>
                  <a:cubicBezTo>
                    <a:pt x="22611" y="3463"/>
                    <a:pt x="25564" y="4115"/>
                    <a:pt x="27824" y="5421"/>
                  </a:cubicBezTo>
                  <a:cubicBezTo>
                    <a:pt x="32345" y="8031"/>
                    <a:pt x="32345" y="12233"/>
                    <a:pt x="27888" y="14844"/>
                  </a:cubicBezTo>
                  <a:cubicBezTo>
                    <a:pt x="25628" y="16149"/>
                    <a:pt x="22675" y="16802"/>
                    <a:pt x="19722" y="16802"/>
                  </a:cubicBezTo>
                  <a:cubicBezTo>
                    <a:pt x="16770" y="16802"/>
                    <a:pt x="13817" y="16149"/>
                    <a:pt x="11557" y="14844"/>
                  </a:cubicBezTo>
                  <a:cubicBezTo>
                    <a:pt x="7036" y="12233"/>
                    <a:pt x="7004" y="7999"/>
                    <a:pt x="11525" y="5421"/>
                  </a:cubicBezTo>
                  <a:cubicBezTo>
                    <a:pt x="13769" y="4115"/>
                    <a:pt x="16714" y="3463"/>
                    <a:pt x="19663" y="3463"/>
                  </a:cubicBezTo>
                  <a:close/>
                  <a:moveTo>
                    <a:pt x="19599" y="1"/>
                  </a:moveTo>
                  <a:cubicBezTo>
                    <a:pt x="15027" y="1"/>
                    <a:pt x="10459" y="1012"/>
                    <a:pt x="6973" y="3033"/>
                  </a:cubicBezTo>
                  <a:cubicBezTo>
                    <a:pt x="1" y="7076"/>
                    <a:pt x="64" y="13602"/>
                    <a:pt x="7068" y="17645"/>
                  </a:cubicBezTo>
                  <a:cubicBezTo>
                    <a:pt x="10570" y="19667"/>
                    <a:pt x="15146" y="20677"/>
                    <a:pt x="19718" y="20677"/>
                  </a:cubicBezTo>
                  <a:cubicBezTo>
                    <a:pt x="24291" y="20677"/>
                    <a:pt x="28859" y="19667"/>
                    <a:pt x="32345" y="17645"/>
                  </a:cubicBezTo>
                  <a:cubicBezTo>
                    <a:pt x="39317" y="13634"/>
                    <a:pt x="39253" y="7044"/>
                    <a:pt x="32249" y="3033"/>
                  </a:cubicBezTo>
                  <a:cubicBezTo>
                    <a:pt x="28748" y="1012"/>
                    <a:pt x="24171" y="1"/>
                    <a:pt x="19599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1031179" y="2283889"/>
              <a:ext cx="144784" cy="306224"/>
            </a:xfrm>
            <a:custGeom>
              <a:rect b="b" l="l" r="r" t="t"/>
              <a:pathLst>
                <a:path extrusionOk="0" h="7005" w="3312">
                  <a:moveTo>
                    <a:pt x="3312" y="1"/>
                  </a:moveTo>
                  <a:cubicBezTo>
                    <a:pt x="1115" y="1274"/>
                    <a:pt x="1" y="2961"/>
                    <a:pt x="1" y="4649"/>
                  </a:cubicBezTo>
                  <a:lnTo>
                    <a:pt x="1" y="7004"/>
                  </a:lnTo>
                  <a:cubicBezTo>
                    <a:pt x="1" y="5317"/>
                    <a:pt x="1115" y="3630"/>
                    <a:pt x="3312" y="2357"/>
                  </a:cubicBezTo>
                  <a:lnTo>
                    <a:pt x="3312" y="1"/>
                  </a:lnTo>
                  <a:close/>
                </a:path>
              </a:pathLst>
            </a:custGeom>
            <a:solidFill>
              <a:srgbClr val="F16A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981082" y="2694417"/>
              <a:ext cx="197679" cy="217176"/>
            </a:xfrm>
            <a:custGeom>
              <a:rect b="b" l="l" r="r" t="t"/>
              <a:pathLst>
                <a:path extrusionOk="0" h="4968" w="4522">
                  <a:moveTo>
                    <a:pt x="4521" y="1"/>
                  </a:moveTo>
                  <a:lnTo>
                    <a:pt x="33" y="2611"/>
                  </a:lnTo>
                  <a:lnTo>
                    <a:pt x="1" y="4967"/>
                  </a:lnTo>
                  <a:lnTo>
                    <a:pt x="4521" y="2357"/>
                  </a:lnTo>
                  <a:lnTo>
                    <a:pt x="4521" y="1"/>
                  </a:lnTo>
                  <a:close/>
                </a:path>
              </a:pathLst>
            </a:custGeom>
            <a:solidFill>
              <a:srgbClr val="F16A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1175920" y="2198295"/>
              <a:ext cx="709800" cy="188630"/>
            </a:xfrm>
            <a:custGeom>
              <a:rect b="b" l="l" r="r" t="t"/>
              <a:pathLst>
                <a:path extrusionOk="0" h="4315" w="16237">
                  <a:moveTo>
                    <a:pt x="8119" y="1"/>
                  </a:moveTo>
                  <a:cubicBezTo>
                    <a:pt x="5182" y="1"/>
                    <a:pt x="2245" y="654"/>
                    <a:pt x="1" y="1959"/>
                  </a:cubicBezTo>
                  <a:lnTo>
                    <a:pt x="1" y="4315"/>
                  </a:lnTo>
                  <a:cubicBezTo>
                    <a:pt x="2245" y="3009"/>
                    <a:pt x="5182" y="2357"/>
                    <a:pt x="8119" y="2357"/>
                  </a:cubicBezTo>
                  <a:cubicBezTo>
                    <a:pt x="11055" y="2357"/>
                    <a:pt x="13992" y="3009"/>
                    <a:pt x="16236" y="4315"/>
                  </a:cubicBezTo>
                  <a:lnTo>
                    <a:pt x="16236" y="1959"/>
                  </a:lnTo>
                  <a:cubicBezTo>
                    <a:pt x="13992" y="654"/>
                    <a:pt x="11055" y="1"/>
                    <a:pt x="8119" y="1"/>
                  </a:cubicBezTo>
                  <a:close/>
                </a:path>
              </a:pathLst>
            </a:custGeom>
            <a:solidFill>
              <a:srgbClr val="A3BB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1175920" y="2198295"/>
              <a:ext cx="709800" cy="188630"/>
            </a:xfrm>
            <a:custGeom>
              <a:rect b="b" l="l" r="r" t="t"/>
              <a:pathLst>
                <a:path extrusionOk="0" h="4315" w="16237">
                  <a:moveTo>
                    <a:pt x="8119" y="1"/>
                  </a:moveTo>
                  <a:cubicBezTo>
                    <a:pt x="5182" y="1"/>
                    <a:pt x="2245" y="654"/>
                    <a:pt x="1" y="1959"/>
                  </a:cubicBezTo>
                  <a:lnTo>
                    <a:pt x="1" y="4315"/>
                  </a:lnTo>
                  <a:cubicBezTo>
                    <a:pt x="2245" y="3009"/>
                    <a:pt x="5182" y="2357"/>
                    <a:pt x="8119" y="2357"/>
                  </a:cubicBezTo>
                  <a:cubicBezTo>
                    <a:pt x="11055" y="2357"/>
                    <a:pt x="13992" y="3009"/>
                    <a:pt x="16236" y="4315"/>
                  </a:cubicBezTo>
                  <a:cubicBezTo>
                    <a:pt x="16236" y="3519"/>
                    <a:pt x="16236" y="2755"/>
                    <a:pt x="16236" y="1959"/>
                  </a:cubicBezTo>
                  <a:cubicBezTo>
                    <a:pt x="13992" y="654"/>
                    <a:pt x="11055" y="1"/>
                    <a:pt x="8119" y="1"/>
                  </a:cubicBezTo>
                  <a:close/>
                </a:path>
              </a:pathLst>
            </a:custGeom>
            <a:solidFill>
              <a:srgbClr val="F16A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1885679" y="2169793"/>
              <a:ext cx="197636" cy="217132"/>
            </a:xfrm>
            <a:custGeom>
              <a:rect b="b" l="l" r="r" t="t"/>
              <a:pathLst>
                <a:path extrusionOk="0" h="4967" w="4521">
                  <a:moveTo>
                    <a:pt x="4521" y="0"/>
                  </a:moveTo>
                  <a:lnTo>
                    <a:pt x="0" y="2611"/>
                  </a:lnTo>
                  <a:lnTo>
                    <a:pt x="0" y="4967"/>
                  </a:lnTo>
                  <a:lnTo>
                    <a:pt x="4489" y="2356"/>
                  </a:lnTo>
                  <a:lnTo>
                    <a:pt x="4521" y="0"/>
                  </a:lnTo>
                  <a:close/>
                </a:path>
              </a:pathLst>
            </a:custGeom>
            <a:solidFill>
              <a:srgbClr val="F16A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751490" y="2169793"/>
              <a:ext cx="225482" cy="420320"/>
            </a:xfrm>
            <a:custGeom>
              <a:rect b="b" l="l" r="r" t="t"/>
              <a:pathLst>
                <a:path extrusionOk="0" h="9615" w="5158">
                  <a:moveTo>
                    <a:pt x="5157" y="0"/>
                  </a:moveTo>
                  <a:cubicBezTo>
                    <a:pt x="1719" y="1974"/>
                    <a:pt x="0" y="4616"/>
                    <a:pt x="0" y="7259"/>
                  </a:cubicBezTo>
                  <a:lnTo>
                    <a:pt x="0" y="9614"/>
                  </a:lnTo>
                  <a:cubicBezTo>
                    <a:pt x="0" y="6972"/>
                    <a:pt x="1719" y="4362"/>
                    <a:pt x="5157" y="2356"/>
                  </a:cubicBezTo>
                  <a:lnTo>
                    <a:pt x="5157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750091" y="2487077"/>
              <a:ext cx="231034" cy="424516"/>
            </a:xfrm>
            <a:custGeom>
              <a:rect b="b" l="l" r="r" t="t"/>
              <a:pathLst>
                <a:path extrusionOk="0" h="9711" w="5285">
                  <a:moveTo>
                    <a:pt x="32" y="1"/>
                  </a:moveTo>
                  <a:lnTo>
                    <a:pt x="32" y="2356"/>
                  </a:lnTo>
                  <a:cubicBezTo>
                    <a:pt x="0" y="5030"/>
                    <a:pt x="1751" y="7705"/>
                    <a:pt x="5285" y="9710"/>
                  </a:cubicBezTo>
                  <a:lnTo>
                    <a:pt x="5285" y="7354"/>
                  </a:lnTo>
                  <a:cubicBezTo>
                    <a:pt x="1783" y="5317"/>
                    <a:pt x="32" y="2675"/>
                    <a:pt x="32" y="1"/>
                  </a:cubicBezTo>
                  <a:close/>
                </a:path>
              </a:pathLst>
            </a:custGeom>
            <a:solidFill>
              <a:srgbClr val="F16A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673546" y="2036549"/>
              <a:ext cx="1409765" cy="772051"/>
            </a:xfrm>
            <a:custGeom>
              <a:rect b="b" l="l" r="r" t="t"/>
              <a:pathLst>
                <a:path extrusionOk="0" h="17661" w="32249">
                  <a:moveTo>
                    <a:pt x="19533" y="0"/>
                  </a:moveTo>
                  <a:cubicBezTo>
                    <a:pt x="14974" y="0"/>
                    <a:pt x="10428" y="1003"/>
                    <a:pt x="6972" y="3016"/>
                  </a:cubicBezTo>
                  <a:cubicBezTo>
                    <a:pt x="0" y="7059"/>
                    <a:pt x="64" y="13617"/>
                    <a:pt x="7036" y="17660"/>
                  </a:cubicBezTo>
                  <a:lnTo>
                    <a:pt x="11556" y="15050"/>
                  </a:lnTo>
                  <a:cubicBezTo>
                    <a:pt x="7068" y="12471"/>
                    <a:pt x="7036" y="8237"/>
                    <a:pt x="11493" y="5659"/>
                  </a:cubicBezTo>
                  <a:cubicBezTo>
                    <a:pt x="13737" y="4354"/>
                    <a:pt x="16674" y="3701"/>
                    <a:pt x="19611" y="3701"/>
                  </a:cubicBezTo>
                  <a:cubicBezTo>
                    <a:pt x="22547" y="3701"/>
                    <a:pt x="25484" y="4354"/>
                    <a:pt x="27728" y="5659"/>
                  </a:cubicBezTo>
                  <a:lnTo>
                    <a:pt x="32249" y="3048"/>
                  </a:lnTo>
                  <a:cubicBezTo>
                    <a:pt x="28733" y="1019"/>
                    <a:pt x="24127" y="0"/>
                    <a:pt x="195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" name="Google Shape;385;p17"/>
          <p:cNvSpPr/>
          <p:nvPr/>
        </p:nvSpPr>
        <p:spPr>
          <a:xfrm>
            <a:off x="792248" y="2693854"/>
            <a:ext cx="32129" cy="32008"/>
          </a:xfrm>
          <a:custGeom>
            <a:rect b="b" l="l" r="r" t="t"/>
            <a:pathLst>
              <a:path extrusionOk="0" h="264" w="265">
                <a:moveTo>
                  <a:pt x="132" y="1"/>
                </a:moveTo>
                <a:cubicBezTo>
                  <a:pt x="97" y="1"/>
                  <a:pt x="63" y="13"/>
                  <a:pt x="39" y="39"/>
                </a:cubicBezTo>
                <a:cubicBezTo>
                  <a:pt x="13" y="61"/>
                  <a:pt x="0" y="96"/>
                  <a:pt x="0" y="131"/>
                </a:cubicBezTo>
                <a:cubicBezTo>
                  <a:pt x="0" y="164"/>
                  <a:pt x="13" y="199"/>
                  <a:pt x="39" y="226"/>
                </a:cubicBezTo>
                <a:cubicBezTo>
                  <a:pt x="64" y="250"/>
                  <a:pt x="99" y="264"/>
                  <a:pt x="133" y="264"/>
                </a:cubicBezTo>
                <a:cubicBezTo>
                  <a:pt x="167" y="264"/>
                  <a:pt x="202" y="250"/>
                  <a:pt x="226" y="226"/>
                </a:cubicBezTo>
                <a:cubicBezTo>
                  <a:pt x="252" y="199"/>
                  <a:pt x="264" y="164"/>
                  <a:pt x="264" y="131"/>
                </a:cubicBezTo>
                <a:cubicBezTo>
                  <a:pt x="264" y="97"/>
                  <a:pt x="252" y="62"/>
                  <a:pt x="226" y="39"/>
                </a:cubicBezTo>
                <a:cubicBezTo>
                  <a:pt x="200" y="13"/>
                  <a:pt x="166" y="1"/>
                  <a:pt x="132" y="1"/>
                </a:cubicBezTo>
                <a:close/>
              </a:path>
            </a:pathLst>
          </a:custGeom>
          <a:solidFill>
            <a:srgbClr val="B9BD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 txBox="1"/>
          <p:nvPr/>
        </p:nvSpPr>
        <p:spPr>
          <a:xfrm>
            <a:off x="478774" y="25472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478775" y="223579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PREMIERE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88" name="Google Shape;388;p17"/>
          <p:cNvGrpSpPr/>
          <p:nvPr/>
        </p:nvGrpSpPr>
        <p:grpSpPr>
          <a:xfrm>
            <a:off x="4718208" y="3672547"/>
            <a:ext cx="1717344" cy="903939"/>
            <a:chOff x="4464433" y="2148547"/>
            <a:chExt cx="1717344" cy="903939"/>
          </a:xfrm>
        </p:grpSpPr>
        <p:sp>
          <p:nvSpPr>
            <p:cNvPr id="389" name="Google Shape;389;p17"/>
            <p:cNvSpPr/>
            <p:nvPr/>
          </p:nvSpPr>
          <p:spPr>
            <a:xfrm>
              <a:off x="4464433" y="2148547"/>
              <a:ext cx="1717344" cy="903939"/>
            </a:xfrm>
            <a:custGeom>
              <a:rect b="b" l="l" r="r" t="t"/>
              <a:pathLst>
                <a:path extrusionOk="0" h="20678" w="39285">
                  <a:moveTo>
                    <a:pt x="19599" y="3463"/>
                  </a:moveTo>
                  <a:cubicBezTo>
                    <a:pt x="22548" y="3463"/>
                    <a:pt x="25500" y="4115"/>
                    <a:pt x="27761" y="5421"/>
                  </a:cubicBezTo>
                  <a:cubicBezTo>
                    <a:pt x="32281" y="8031"/>
                    <a:pt x="32313" y="12233"/>
                    <a:pt x="27824" y="14844"/>
                  </a:cubicBezTo>
                  <a:cubicBezTo>
                    <a:pt x="25564" y="16149"/>
                    <a:pt x="22611" y="16802"/>
                    <a:pt x="19659" y="16802"/>
                  </a:cubicBezTo>
                  <a:cubicBezTo>
                    <a:pt x="16706" y="16802"/>
                    <a:pt x="13753" y="16149"/>
                    <a:pt x="11493" y="14844"/>
                  </a:cubicBezTo>
                  <a:cubicBezTo>
                    <a:pt x="6972" y="12233"/>
                    <a:pt x="6941" y="7999"/>
                    <a:pt x="11461" y="5421"/>
                  </a:cubicBezTo>
                  <a:cubicBezTo>
                    <a:pt x="13705" y="4115"/>
                    <a:pt x="16650" y="3463"/>
                    <a:pt x="19599" y="3463"/>
                  </a:cubicBezTo>
                  <a:close/>
                  <a:moveTo>
                    <a:pt x="19583" y="1"/>
                  </a:moveTo>
                  <a:cubicBezTo>
                    <a:pt x="15011" y="1"/>
                    <a:pt x="10442" y="1012"/>
                    <a:pt x="6972" y="3033"/>
                  </a:cubicBezTo>
                  <a:cubicBezTo>
                    <a:pt x="1" y="7076"/>
                    <a:pt x="32" y="13602"/>
                    <a:pt x="7036" y="17645"/>
                  </a:cubicBezTo>
                  <a:cubicBezTo>
                    <a:pt x="10538" y="19667"/>
                    <a:pt x="15114" y="20677"/>
                    <a:pt x="19686" y="20677"/>
                  </a:cubicBezTo>
                  <a:cubicBezTo>
                    <a:pt x="24259" y="20677"/>
                    <a:pt x="28827" y="19667"/>
                    <a:pt x="32313" y="17645"/>
                  </a:cubicBezTo>
                  <a:cubicBezTo>
                    <a:pt x="39285" y="13634"/>
                    <a:pt x="39221" y="7044"/>
                    <a:pt x="32217" y="3033"/>
                  </a:cubicBezTo>
                  <a:cubicBezTo>
                    <a:pt x="28731" y="1012"/>
                    <a:pt x="24155" y="1"/>
                    <a:pt x="19583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5858901" y="2158646"/>
              <a:ext cx="16743" cy="114184"/>
            </a:xfrm>
            <a:custGeom>
              <a:rect b="b" l="l" r="r" t="t"/>
              <a:pathLst>
                <a:path extrusionOk="0" h="2612" w="383">
                  <a:moveTo>
                    <a:pt x="0" y="1"/>
                  </a:moveTo>
                  <a:lnTo>
                    <a:pt x="0" y="2356"/>
                  </a:lnTo>
                  <a:lnTo>
                    <a:pt x="382" y="2611"/>
                  </a:lnTo>
                  <a:lnTo>
                    <a:pt x="382" y="255"/>
                  </a:lnTo>
                  <a:cubicBezTo>
                    <a:pt x="255" y="160"/>
                    <a:pt x="127" y="96"/>
                    <a:pt x="0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5882551" y="2173946"/>
              <a:ext cx="4197" cy="104435"/>
            </a:xfrm>
            <a:custGeom>
              <a:rect b="b" l="l" r="r" t="t"/>
              <a:pathLst>
                <a:path extrusionOk="0" h="2389" w="96">
                  <a:moveTo>
                    <a:pt x="0" y="1"/>
                  </a:moveTo>
                  <a:lnTo>
                    <a:pt x="0" y="2357"/>
                  </a:lnTo>
                  <a:lnTo>
                    <a:pt x="96" y="2388"/>
                  </a:lnTo>
                  <a:lnTo>
                    <a:pt x="96" y="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5910354" y="2190645"/>
              <a:ext cx="2841" cy="105834"/>
            </a:xfrm>
            <a:custGeom>
              <a:rect b="b" l="l" r="r" t="t"/>
              <a:pathLst>
                <a:path extrusionOk="0" h="2421" w="65">
                  <a:moveTo>
                    <a:pt x="1" y="1"/>
                  </a:moveTo>
                  <a:lnTo>
                    <a:pt x="1" y="2357"/>
                  </a:lnTo>
                  <a:lnTo>
                    <a:pt x="65" y="2420"/>
                  </a:lnTo>
                  <a:lnTo>
                    <a:pt x="65" y="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5964648" y="2231038"/>
              <a:ext cx="1443" cy="102993"/>
            </a:xfrm>
            <a:custGeom>
              <a:rect b="b" l="l" r="r" t="t"/>
              <a:pathLst>
                <a:path extrusionOk="0" h="2356" w="33">
                  <a:moveTo>
                    <a:pt x="1" y="0"/>
                  </a:moveTo>
                  <a:lnTo>
                    <a:pt x="1" y="2356"/>
                  </a:lnTo>
                  <a:lnTo>
                    <a:pt x="32" y="2356"/>
                  </a:lnTo>
                  <a:cubicBezTo>
                    <a:pt x="32" y="1592"/>
                    <a:pt x="32" y="796"/>
                    <a:pt x="32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5966047" y="2231038"/>
              <a:ext cx="4197" cy="107189"/>
            </a:xfrm>
            <a:custGeom>
              <a:rect b="b" l="l" r="r" t="t"/>
              <a:pathLst>
                <a:path extrusionOk="0" h="2452" w="96">
                  <a:moveTo>
                    <a:pt x="0" y="0"/>
                  </a:moveTo>
                  <a:lnTo>
                    <a:pt x="0" y="2356"/>
                  </a:lnTo>
                  <a:lnTo>
                    <a:pt x="96" y="2451"/>
                  </a:lnTo>
                  <a:lnTo>
                    <a:pt x="96" y="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5970200" y="2235191"/>
              <a:ext cx="44" cy="103036"/>
            </a:xfrm>
            <a:custGeom>
              <a:rect b="b" l="l" r="r" t="t"/>
              <a:pathLst>
                <a:path extrusionOk="0" h="2357" w="1">
                  <a:moveTo>
                    <a:pt x="1" y="2356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5970200" y="2235191"/>
              <a:ext cx="1443" cy="103036"/>
            </a:xfrm>
            <a:custGeom>
              <a:rect b="b" l="l" r="r" t="t"/>
              <a:pathLst>
                <a:path extrusionOk="0" h="2357" w="33">
                  <a:moveTo>
                    <a:pt x="1" y="1"/>
                  </a:moveTo>
                  <a:lnTo>
                    <a:pt x="1" y="2356"/>
                  </a:lnTo>
                  <a:lnTo>
                    <a:pt x="33" y="2356"/>
                  </a:lnTo>
                  <a:cubicBezTo>
                    <a:pt x="33" y="1592"/>
                    <a:pt x="33" y="796"/>
                    <a:pt x="33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5971599" y="2235191"/>
              <a:ext cx="2841" cy="107189"/>
            </a:xfrm>
            <a:custGeom>
              <a:rect b="b" l="l" r="r" t="t"/>
              <a:pathLst>
                <a:path extrusionOk="0" h="2452" w="65">
                  <a:moveTo>
                    <a:pt x="1" y="1"/>
                  </a:moveTo>
                  <a:lnTo>
                    <a:pt x="1" y="2356"/>
                  </a:lnTo>
                  <a:lnTo>
                    <a:pt x="64" y="2452"/>
                  </a:lnTo>
                  <a:lnTo>
                    <a:pt x="64" y="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5975795" y="2239387"/>
              <a:ext cx="44" cy="102993"/>
            </a:xfrm>
            <a:custGeom>
              <a:rect b="b" l="l" r="r" t="t"/>
              <a:pathLst>
                <a:path extrusionOk="0" h="2356" w="1">
                  <a:moveTo>
                    <a:pt x="0" y="2356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5970200" y="2235191"/>
              <a:ext cx="5639" cy="4240"/>
            </a:xfrm>
            <a:custGeom>
              <a:rect b="b" l="l" r="r" t="t"/>
              <a:pathLst>
                <a:path extrusionOk="0" h="97" w="129">
                  <a:moveTo>
                    <a:pt x="1" y="1"/>
                  </a:moveTo>
                  <a:cubicBezTo>
                    <a:pt x="17" y="16"/>
                    <a:pt x="41" y="32"/>
                    <a:pt x="65" y="48"/>
                  </a:cubicBezTo>
                  <a:lnTo>
                    <a:pt x="65" y="48"/>
                  </a:lnTo>
                  <a:lnTo>
                    <a:pt x="1" y="1"/>
                  </a:lnTo>
                  <a:close/>
                  <a:moveTo>
                    <a:pt x="65" y="48"/>
                  </a:moveTo>
                  <a:lnTo>
                    <a:pt x="128" y="96"/>
                  </a:lnTo>
                  <a:cubicBezTo>
                    <a:pt x="112" y="80"/>
                    <a:pt x="88" y="64"/>
                    <a:pt x="65" y="48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5661265" y="2274141"/>
              <a:ext cx="165636" cy="320125"/>
            </a:xfrm>
            <a:custGeom>
              <a:rect b="b" l="l" r="r" t="t"/>
              <a:pathLst>
                <a:path extrusionOk="0" h="7323" w="3789">
                  <a:moveTo>
                    <a:pt x="1" y="1"/>
                  </a:moveTo>
                  <a:lnTo>
                    <a:pt x="1" y="2357"/>
                  </a:lnTo>
                  <a:lnTo>
                    <a:pt x="128" y="2420"/>
                  </a:lnTo>
                  <a:lnTo>
                    <a:pt x="414" y="2580"/>
                  </a:lnTo>
                  <a:lnTo>
                    <a:pt x="510" y="2643"/>
                  </a:lnTo>
                  <a:lnTo>
                    <a:pt x="542" y="2675"/>
                  </a:lnTo>
                  <a:lnTo>
                    <a:pt x="637" y="2739"/>
                  </a:lnTo>
                  <a:lnTo>
                    <a:pt x="701" y="2771"/>
                  </a:lnTo>
                  <a:lnTo>
                    <a:pt x="765" y="2802"/>
                  </a:lnTo>
                  <a:lnTo>
                    <a:pt x="796" y="2834"/>
                  </a:lnTo>
                  <a:lnTo>
                    <a:pt x="860" y="2866"/>
                  </a:lnTo>
                  <a:lnTo>
                    <a:pt x="924" y="2898"/>
                  </a:lnTo>
                  <a:lnTo>
                    <a:pt x="956" y="2930"/>
                  </a:lnTo>
                  <a:lnTo>
                    <a:pt x="1019" y="2962"/>
                  </a:lnTo>
                  <a:lnTo>
                    <a:pt x="1051" y="2993"/>
                  </a:lnTo>
                  <a:lnTo>
                    <a:pt x="1083" y="3025"/>
                  </a:lnTo>
                  <a:lnTo>
                    <a:pt x="1178" y="3089"/>
                  </a:lnTo>
                  <a:lnTo>
                    <a:pt x="1274" y="3153"/>
                  </a:lnTo>
                  <a:lnTo>
                    <a:pt x="1369" y="3216"/>
                  </a:lnTo>
                  <a:lnTo>
                    <a:pt x="1465" y="3280"/>
                  </a:lnTo>
                  <a:lnTo>
                    <a:pt x="1529" y="3344"/>
                  </a:lnTo>
                  <a:lnTo>
                    <a:pt x="1624" y="3407"/>
                  </a:lnTo>
                  <a:lnTo>
                    <a:pt x="1720" y="3471"/>
                  </a:lnTo>
                  <a:cubicBezTo>
                    <a:pt x="1751" y="3503"/>
                    <a:pt x="1751" y="3503"/>
                    <a:pt x="1783" y="3535"/>
                  </a:cubicBezTo>
                  <a:cubicBezTo>
                    <a:pt x="1815" y="3566"/>
                    <a:pt x="1847" y="3598"/>
                    <a:pt x="1879" y="3598"/>
                  </a:cubicBezTo>
                  <a:lnTo>
                    <a:pt x="1942" y="3694"/>
                  </a:lnTo>
                  <a:cubicBezTo>
                    <a:pt x="3184" y="4776"/>
                    <a:pt x="3789" y="6081"/>
                    <a:pt x="3789" y="7323"/>
                  </a:cubicBezTo>
                  <a:lnTo>
                    <a:pt x="3789" y="4967"/>
                  </a:lnTo>
                  <a:cubicBezTo>
                    <a:pt x="3789" y="3694"/>
                    <a:pt x="3184" y="2420"/>
                    <a:pt x="1942" y="1306"/>
                  </a:cubicBezTo>
                  <a:lnTo>
                    <a:pt x="1879" y="1242"/>
                  </a:lnTo>
                  <a:lnTo>
                    <a:pt x="1783" y="1179"/>
                  </a:lnTo>
                  <a:cubicBezTo>
                    <a:pt x="1751" y="1147"/>
                    <a:pt x="1751" y="1147"/>
                    <a:pt x="1720" y="1115"/>
                  </a:cubicBezTo>
                  <a:lnTo>
                    <a:pt x="1624" y="1051"/>
                  </a:lnTo>
                  <a:lnTo>
                    <a:pt x="1560" y="988"/>
                  </a:lnTo>
                  <a:lnTo>
                    <a:pt x="1465" y="924"/>
                  </a:lnTo>
                  <a:cubicBezTo>
                    <a:pt x="1433" y="892"/>
                    <a:pt x="1401" y="860"/>
                    <a:pt x="1369" y="860"/>
                  </a:cubicBezTo>
                  <a:lnTo>
                    <a:pt x="1274" y="797"/>
                  </a:lnTo>
                  <a:lnTo>
                    <a:pt x="1178" y="733"/>
                  </a:lnTo>
                  <a:lnTo>
                    <a:pt x="1083" y="669"/>
                  </a:lnTo>
                  <a:lnTo>
                    <a:pt x="1051" y="638"/>
                  </a:lnTo>
                  <a:lnTo>
                    <a:pt x="1019" y="606"/>
                  </a:lnTo>
                  <a:lnTo>
                    <a:pt x="956" y="574"/>
                  </a:lnTo>
                  <a:lnTo>
                    <a:pt x="892" y="542"/>
                  </a:lnTo>
                  <a:cubicBezTo>
                    <a:pt x="892" y="510"/>
                    <a:pt x="892" y="510"/>
                    <a:pt x="860" y="510"/>
                  </a:cubicBezTo>
                  <a:lnTo>
                    <a:pt x="796" y="478"/>
                  </a:lnTo>
                  <a:lnTo>
                    <a:pt x="765" y="447"/>
                  </a:lnTo>
                  <a:lnTo>
                    <a:pt x="701" y="415"/>
                  </a:lnTo>
                  <a:lnTo>
                    <a:pt x="637" y="351"/>
                  </a:lnTo>
                  <a:lnTo>
                    <a:pt x="542" y="319"/>
                  </a:lnTo>
                  <a:lnTo>
                    <a:pt x="510" y="287"/>
                  </a:lnTo>
                  <a:lnTo>
                    <a:pt x="414" y="224"/>
                  </a:lnTo>
                  <a:lnTo>
                    <a:pt x="128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5661265" y="2158646"/>
              <a:ext cx="196280" cy="169833"/>
            </a:xfrm>
            <a:custGeom>
              <a:rect b="b" l="l" r="r" t="t"/>
              <a:pathLst>
                <a:path extrusionOk="0" h="3885" w="4490">
                  <a:moveTo>
                    <a:pt x="4489" y="1"/>
                  </a:moveTo>
                  <a:lnTo>
                    <a:pt x="1" y="2643"/>
                  </a:lnTo>
                  <a:lnTo>
                    <a:pt x="128" y="2707"/>
                  </a:lnTo>
                  <a:lnTo>
                    <a:pt x="414" y="2866"/>
                  </a:lnTo>
                  <a:lnTo>
                    <a:pt x="510" y="2929"/>
                  </a:lnTo>
                  <a:lnTo>
                    <a:pt x="542" y="2929"/>
                  </a:lnTo>
                  <a:lnTo>
                    <a:pt x="637" y="2993"/>
                  </a:lnTo>
                  <a:lnTo>
                    <a:pt x="701" y="3025"/>
                  </a:lnTo>
                  <a:lnTo>
                    <a:pt x="765" y="3057"/>
                  </a:lnTo>
                  <a:lnTo>
                    <a:pt x="796" y="3089"/>
                  </a:lnTo>
                  <a:lnTo>
                    <a:pt x="860" y="3120"/>
                  </a:lnTo>
                  <a:cubicBezTo>
                    <a:pt x="892" y="3152"/>
                    <a:pt x="892" y="3152"/>
                    <a:pt x="892" y="3152"/>
                  </a:cubicBezTo>
                  <a:lnTo>
                    <a:pt x="956" y="3184"/>
                  </a:lnTo>
                  <a:lnTo>
                    <a:pt x="1019" y="3216"/>
                  </a:lnTo>
                  <a:lnTo>
                    <a:pt x="1051" y="3248"/>
                  </a:lnTo>
                  <a:lnTo>
                    <a:pt x="1083" y="3280"/>
                  </a:lnTo>
                  <a:lnTo>
                    <a:pt x="1178" y="3343"/>
                  </a:lnTo>
                  <a:lnTo>
                    <a:pt x="1274" y="3407"/>
                  </a:lnTo>
                  <a:lnTo>
                    <a:pt x="1369" y="3471"/>
                  </a:lnTo>
                  <a:cubicBezTo>
                    <a:pt x="1401" y="3502"/>
                    <a:pt x="1433" y="3534"/>
                    <a:pt x="1465" y="3534"/>
                  </a:cubicBezTo>
                  <a:lnTo>
                    <a:pt x="1529" y="3630"/>
                  </a:lnTo>
                  <a:lnTo>
                    <a:pt x="1624" y="3693"/>
                  </a:lnTo>
                  <a:lnTo>
                    <a:pt x="1720" y="3757"/>
                  </a:lnTo>
                  <a:cubicBezTo>
                    <a:pt x="1751" y="3789"/>
                    <a:pt x="1751" y="3789"/>
                    <a:pt x="1783" y="3821"/>
                  </a:cubicBezTo>
                  <a:lnTo>
                    <a:pt x="1879" y="3884"/>
                  </a:lnTo>
                  <a:lnTo>
                    <a:pt x="4489" y="2356"/>
                  </a:lnTo>
                  <a:lnTo>
                    <a:pt x="4489" y="1"/>
                  </a:ln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5985544" y="2249092"/>
              <a:ext cx="121091" cy="345174"/>
            </a:xfrm>
            <a:custGeom>
              <a:rect b="b" l="l" r="r" t="t"/>
              <a:pathLst>
                <a:path extrusionOk="0" h="7896" w="2770">
                  <a:moveTo>
                    <a:pt x="0" y="1"/>
                  </a:moveTo>
                  <a:lnTo>
                    <a:pt x="0" y="2357"/>
                  </a:lnTo>
                  <a:cubicBezTo>
                    <a:pt x="1846" y="4044"/>
                    <a:pt x="2770" y="5986"/>
                    <a:pt x="2770" y="7896"/>
                  </a:cubicBezTo>
                  <a:cubicBezTo>
                    <a:pt x="2770" y="7196"/>
                    <a:pt x="2770" y="6240"/>
                    <a:pt x="2770" y="5540"/>
                  </a:cubicBezTo>
                  <a:cubicBezTo>
                    <a:pt x="2770" y="3598"/>
                    <a:pt x="1846" y="1688"/>
                    <a:pt x="0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5885305" y="2491273"/>
              <a:ext cx="221329" cy="417522"/>
            </a:xfrm>
            <a:custGeom>
              <a:rect b="b" l="l" r="r" t="t"/>
              <a:pathLst>
                <a:path extrusionOk="0" h="9551" w="5063">
                  <a:moveTo>
                    <a:pt x="5063" y="0"/>
                  </a:moveTo>
                  <a:cubicBezTo>
                    <a:pt x="5063" y="32"/>
                    <a:pt x="5062" y="64"/>
                    <a:pt x="5062" y="95"/>
                  </a:cubicBezTo>
                  <a:lnTo>
                    <a:pt x="5062" y="95"/>
                  </a:lnTo>
                  <a:lnTo>
                    <a:pt x="4967" y="32"/>
                  </a:lnTo>
                  <a:lnTo>
                    <a:pt x="4967" y="1057"/>
                  </a:lnTo>
                  <a:lnTo>
                    <a:pt x="4967" y="1057"/>
                  </a:lnTo>
                  <a:cubicBezTo>
                    <a:pt x="5021" y="735"/>
                    <a:pt x="5056" y="422"/>
                    <a:pt x="5062" y="95"/>
                  </a:cubicBezTo>
                  <a:lnTo>
                    <a:pt x="5062" y="95"/>
                  </a:lnTo>
                  <a:lnTo>
                    <a:pt x="5063" y="96"/>
                  </a:lnTo>
                  <a:lnTo>
                    <a:pt x="5063" y="0"/>
                  </a:lnTo>
                  <a:close/>
                  <a:moveTo>
                    <a:pt x="4967" y="1057"/>
                  </a:moveTo>
                  <a:cubicBezTo>
                    <a:pt x="4948" y="1170"/>
                    <a:pt x="4927" y="1285"/>
                    <a:pt x="4904" y="1401"/>
                  </a:cubicBezTo>
                  <a:cubicBezTo>
                    <a:pt x="4904" y="1401"/>
                    <a:pt x="4904" y="1433"/>
                    <a:pt x="4904" y="1465"/>
                  </a:cubicBezTo>
                  <a:cubicBezTo>
                    <a:pt x="4872" y="1592"/>
                    <a:pt x="4808" y="1719"/>
                    <a:pt x="4776" y="1878"/>
                  </a:cubicBezTo>
                  <a:cubicBezTo>
                    <a:pt x="4776" y="1910"/>
                    <a:pt x="4776" y="1942"/>
                    <a:pt x="4744" y="1974"/>
                  </a:cubicBezTo>
                  <a:cubicBezTo>
                    <a:pt x="4712" y="2069"/>
                    <a:pt x="4681" y="2197"/>
                    <a:pt x="4617" y="2292"/>
                  </a:cubicBezTo>
                  <a:cubicBezTo>
                    <a:pt x="4585" y="2388"/>
                    <a:pt x="4553" y="2451"/>
                    <a:pt x="4521" y="2547"/>
                  </a:cubicBezTo>
                  <a:cubicBezTo>
                    <a:pt x="4490" y="2611"/>
                    <a:pt x="4426" y="2738"/>
                    <a:pt x="4362" y="2865"/>
                  </a:cubicBezTo>
                  <a:cubicBezTo>
                    <a:pt x="4362" y="2897"/>
                    <a:pt x="4330" y="2929"/>
                    <a:pt x="4330" y="2993"/>
                  </a:cubicBezTo>
                  <a:cubicBezTo>
                    <a:pt x="4267" y="3088"/>
                    <a:pt x="4203" y="3215"/>
                    <a:pt x="4108" y="3343"/>
                  </a:cubicBezTo>
                  <a:lnTo>
                    <a:pt x="4044" y="3438"/>
                  </a:lnTo>
                  <a:cubicBezTo>
                    <a:pt x="3980" y="3566"/>
                    <a:pt x="3885" y="3693"/>
                    <a:pt x="3821" y="3852"/>
                  </a:cubicBezTo>
                  <a:lnTo>
                    <a:pt x="3726" y="3979"/>
                  </a:lnTo>
                  <a:cubicBezTo>
                    <a:pt x="3312" y="4489"/>
                    <a:pt x="2898" y="4998"/>
                    <a:pt x="2420" y="5444"/>
                  </a:cubicBezTo>
                  <a:lnTo>
                    <a:pt x="2102" y="5730"/>
                  </a:lnTo>
                  <a:cubicBezTo>
                    <a:pt x="2007" y="5826"/>
                    <a:pt x="1879" y="5921"/>
                    <a:pt x="1752" y="6017"/>
                  </a:cubicBezTo>
                  <a:lnTo>
                    <a:pt x="1688" y="6049"/>
                  </a:lnTo>
                  <a:cubicBezTo>
                    <a:pt x="1529" y="6144"/>
                    <a:pt x="1370" y="6272"/>
                    <a:pt x="1179" y="6399"/>
                  </a:cubicBezTo>
                  <a:lnTo>
                    <a:pt x="1147" y="6431"/>
                  </a:lnTo>
                  <a:cubicBezTo>
                    <a:pt x="988" y="6526"/>
                    <a:pt x="860" y="6654"/>
                    <a:pt x="701" y="6749"/>
                  </a:cubicBezTo>
                  <a:lnTo>
                    <a:pt x="256" y="7036"/>
                  </a:lnTo>
                  <a:lnTo>
                    <a:pt x="1" y="7195"/>
                  </a:lnTo>
                  <a:lnTo>
                    <a:pt x="1" y="9551"/>
                  </a:lnTo>
                  <a:lnTo>
                    <a:pt x="224" y="9423"/>
                  </a:lnTo>
                  <a:cubicBezTo>
                    <a:pt x="383" y="9328"/>
                    <a:pt x="542" y="9232"/>
                    <a:pt x="701" y="9105"/>
                  </a:cubicBezTo>
                  <a:lnTo>
                    <a:pt x="829" y="9009"/>
                  </a:lnTo>
                  <a:lnTo>
                    <a:pt x="956" y="8946"/>
                  </a:lnTo>
                  <a:lnTo>
                    <a:pt x="1147" y="8818"/>
                  </a:lnTo>
                  <a:lnTo>
                    <a:pt x="1179" y="8786"/>
                  </a:lnTo>
                  <a:cubicBezTo>
                    <a:pt x="1338" y="8659"/>
                    <a:pt x="1497" y="8532"/>
                    <a:pt x="1656" y="8404"/>
                  </a:cubicBezTo>
                  <a:lnTo>
                    <a:pt x="1720" y="8373"/>
                  </a:lnTo>
                  <a:lnTo>
                    <a:pt x="1911" y="8213"/>
                  </a:lnTo>
                  <a:lnTo>
                    <a:pt x="2038" y="8086"/>
                  </a:lnTo>
                  <a:lnTo>
                    <a:pt x="2357" y="7800"/>
                  </a:lnTo>
                  <a:cubicBezTo>
                    <a:pt x="2420" y="7736"/>
                    <a:pt x="2484" y="7704"/>
                    <a:pt x="2548" y="7640"/>
                  </a:cubicBezTo>
                  <a:lnTo>
                    <a:pt x="2675" y="7513"/>
                  </a:lnTo>
                  <a:cubicBezTo>
                    <a:pt x="2930" y="7258"/>
                    <a:pt x="3153" y="7004"/>
                    <a:pt x="3375" y="6717"/>
                  </a:cubicBezTo>
                  <a:cubicBezTo>
                    <a:pt x="3471" y="6590"/>
                    <a:pt x="3566" y="6463"/>
                    <a:pt x="3630" y="6367"/>
                  </a:cubicBezTo>
                  <a:cubicBezTo>
                    <a:pt x="3662" y="6303"/>
                    <a:pt x="3694" y="6272"/>
                    <a:pt x="3726" y="6208"/>
                  </a:cubicBezTo>
                  <a:lnTo>
                    <a:pt x="3789" y="6144"/>
                  </a:lnTo>
                  <a:lnTo>
                    <a:pt x="3789" y="6112"/>
                  </a:lnTo>
                  <a:cubicBezTo>
                    <a:pt x="3853" y="6017"/>
                    <a:pt x="3917" y="5921"/>
                    <a:pt x="3980" y="5826"/>
                  </a:cubicBezTo>
                  <a:lnTo>
                    <a:pt x="4044" y="5730"/>
                  </a:lnTo>
                  <a:cubicBezTo>
                    <a:pt x="4108" y="5603"/>
                    <a:pt x="4171" y="5508"/>
                    <a:pt x="4235" y="5380"/>
                  </a:cubicBezTo>
                  <a:lnTo>
                    <a:pt x="4299" y="5253"/>
                  </a:lnTo>
                  <a:cubicBezTo>
                    <a:pt x="4330" y="5221"/>
                    <a:pt x="4362" y="5157"/>
                    <a:pt x="4362" y="5125"/>
                  </a:cubicBezTo>
                  <a:cubicBezTo>
                    <a:pt x="4394" y="5062"/>
                    <a:pt x="4426" y="4998"/>
                    <a:pt x="4426" y="4934"/>
                  </a:cubicBezTo>
                  <a:cubicBezTo>
                    <a:pt x="4458" y="4871"/>
                    <a:pt x="4521" y="4775"/>
                    <a:pt x="4553" y="4680"/>
                  </a:cubicBezTo>
                  <a:cubicBezTo>
                    <a:pt x="4585" y="4616"/>
                    <a:pt x="4617" y="4552"/>
                    <a:pt x="4617" y="4489"/>
                  </a:cubicBezTo>
                  <a:lnTo>
                    <a:pt x="4649" y="4393"/>
                  </a:lnTo>
                  <a:lnTo>
                    <a:pt x="4712" y="4266"/>
                  </a:lnTo>
                  <a:cubicBezTo>
                    <a:pt x="4744" y="4139"/>
                    <a:pt x="4776" y="4011"/>
                    <a:pt x="4808" y="3852"/>
                  </a:cubicBezTo>
                  <a:lnTo>
                    <a:pt x="4808" y="3788"/>
                  </a:lnTo>
                  <a:cubicBezTo>
                    <a:pt x="4840" y="3661"/>
                    <a:pt x="4872" y="3534"/>
                    <a:pt x="4872" y="3406"/>
                  </a:cubicBezTo>
                  <a:cubicBezTo>
                    <a:pt x="4904" y="3215"/>
                    <a:pt x="4935" y="3024"/>
                    <a:pt x="4967" y="2833"/>
                  </a:cubicBezTo>
                  <a:lnTo>
                    <a:pt x="4967" y="2770"/>
                  </a:lnTo>
                  <a:lnTo>
                    <a:pt x="4967" y="2547"/>
                  </a:lnTo>
                  <a:lnTo>
                    <a:pt x="4967" y="2388"/>
                  </a:lnTo>
                  <a:lnTo>
                    <a:pt x="4967" y="105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5661265" y="2160044"/>
              <a:ext cx="513564" cy="645758"/>
            </a:xfrm>
            <a:custGeom>
              <a:rect b="b" l="l" r="r" t="t"/>
              <a:pathLst>
                <a:path extrusionOk="0" h="14772" w="11748">
                  <a:moveTo>
                    <a:pt x="4489" y="0"/>
                  </a:moveTo>
                  <a:lnTo>
                    <a:pt x="1" y="2611"/>
                  </a:lnTo>
                  <a:lnTo>
                    <a:pt x="128" y="2675"/>
                  </a:lnTo>
                  <a:lnTo>
                    <a:pt x="414" y="2834"/>
                  </a:lnTo>
                  <a:lnTo>
                    <a:pt x="510" y="2897"/>
                  </a:lnTo>
                  <a:lnTo>
                    <a:pt x="542" y="2929"/>
                  </a:lnTo>
                  <a:lnTo>
                    <a:pt x="637" y="2961"/>
                  </a:lnTo>
                  <a:lnTo>
                    <a:pt x="701" y="3025"/>
                  </a:lnTo>
                  <a:lnTo>
                    <a:pt x="765" y="3057"/>
                  </a:lnTo>
                  <a:lnTo>
                    <a:pt x="796" y="3088"/>
                  </a:lnTo>
                  <a:lnTo>
                    <a:pt x="860" y="3120"/>
                  </a:lnTo>
                  <a:cubicBezTo>
                    <a:pt x="892" y="3120"/>
                    <a:pt x="892" y="3120"/>
                    <a:pt x="892" y="3152"/>
                  </a:cubicBezTo>
                  <a:lnTo>
                    <a:pt x="956" y="3184"/>
                  </a:lnTo>
                  <a:lnTo>
                    <a:pt x="1019" y="3216"/>
                  </a:lnTo>
                  <a:lnTo>
                    <a:pt x="1051" y="3248"/>
                  </a:lnTo>
                  <a:lnTo>
                    <a:pt x="1083" y="3279"/>
                  </a:lnTo>
                  <a:lnTo>
                    <a:pt x="1178" y="3343"/>
                  </a:lnTo>
                  <a:lnTo>
                    <a:pt x="1274" y="3407"/>
                  </a:lnTo>
                  <a:lnTo>
                    <a:pt x="1369" y="3470"/>
                  </a:lnTo>
                  <a:cubicBezTo>
                    <a:pt x="1401" y="3470"/>
                    <a:pt x="1433" y="3502"/>
                    <a:pt x="1465" y="3534"/>
                  </a:cubicBezTo>
                  <a:lnTo>
                    <a:pt x="1560" y="3598"/>
                  </a:lnTo>
                  <a:lnTo>
                    <a:pt x="1624" y="3661"/>
                  </a:lnTo>
                  <a:lnTo>
                    <a:pt x="1720" y="3725"/>
                  </a:lnTo>
                  <a:cubicBezTo>
                    <a:pt x="1751" y="3757"/>
                    <a:pt x="1751" y="3757"/>
                    <a:pt x="1783" y="3789"/>
                  </a:cubicBezTo>
                  <a:lnTo>
                    <a:pt x="1879" y="3852"/>
                  </a:lnTo>
                  <a:lnTo>
                    <a:pt x="1942" y="3916"/>
                  </a:lnTo>
                  <a:cubicBezTo>
                    <a:pt x="4808" y="6463"/>
                    <a:pt x="4330" y="9901"/>
                    <a:pt x="574" y="12161"/>
                  </a:cubicBezTo>
                  <a:lnTo>
                    <a:pt x="5126" y="14772"/>
                  </a:lnTo>
                  <a:cubicBezTo>
                    <a:pt x="10984" y="11270"/>
                    <a:pt x="11748" y="6017"/>
                    <a:pt x="7450" y="2038"/>
                  </a:cubicBezTo>
                  <a:lnTo>
                    <a:pt x="7323" y="1911"/>
                  </a:lnTo>
                  <a:lnTo>
                    <a:pt x="7195" y="1815"/>
                  </a:lnTo>
                  <a:lnTo>
                    <a:pt x="7068" y="1688"/>
                  </a:lnTo>
                  <a:lnTo>
                    <a:pt x="6941" y="1592"/>
                  </a:lnTo>
                  <a:lnTo>
                    <a:pt x="6781" y="1497"/>
                  </a:lnTo>
                  <a:lnTo>
                    <a:pt x="6654" y="1369"/>
                  </a:lnTo>
                  <a:lnTo>
                    <a:pt x="6559" y="1306"/>
                  </a:lnTo>
                  <a:lnTo>
                    <a:pt x="6527" y="1274"/>
                  </a:lnTo>
                  <a:lnTo>
                    <a:pt x="6399" y="1210"/>
                  </a:lnTo>
                  <a:lnTo>
                    <a:pt x="6367" y="1178"/>
                  </a:lnTo>
                  <a:lnTo>
                    <a:pt x="6272" y="1083"/>
                  </a:lnTo>
                  <a:lnTo>
                    <a:pt x="6240" y="1051"/>
                  </a:lnTo>
                  <a:lnTo>
                    <a:pt x="6145" y="987"/>
                  </a:lnTo>
                  <a:cubicBezTo>
                    <a:pt x="6113" y="987"/>
                    <a:pt x="6081" y="955"/>
                    <a:pt x="6081" y="955"/>
                  </a:cubicBezTo>
                  <a:lnTo>
                    <a:pt x="5985" y="892"/>
                  </a:lnTo>
                  <a:lnTo>
                    <a:pt x="5922" y="828"/>
                  </a:lnTo>
                  <a:lnTo>
                    <a:pt x="5826" y="796"/>
                  </a:lnTo>
                  <a:lnTo>
                    <a:pt x="5763" y="733"/>
                  </a:lnTo>
                  <a:lnTo>
                    <a:pt x="5699" y="701"/>
                  </a:lnTo>
                  <a:lnTo>
                    <a:pt x="5603" y="637"/>
                  </a:lnTo>
                  <a:lnTo>
                    <a:pt x="5540" y="605"/>
                  </a:lnTo>
                  <a:lnTo>
                    <a:pt x="5381" y="510"/>
                  </a:lnTo>
                  <a:lnTo>
                    <a:pt x="5285" y="414"/>
                  </a:lnTo>
                  <a:lnTo>
                    <a:pt x="5221" y="414"/>
                  </a:lnTo>
                  <a:lnTo>
                    <a:pt x="5126" y="351"/>
                  </a:lnTo>
                  <a:lnTo>
                    <a:pt x="5062" y="319"/>
                  </a:lnTo>
                  <a:lnTo>
                    <a:pt x="4903" y="223"/>
                  </a:lnTo>
                  <a:cubicBezTo>
                    <a:pt x="4776" y="128"/>
                    <a:pt x="4648" y="64"/>
                    <a:pt x="4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5686314" y="2691663"/>
              <a:ext cx="199034" cy="217132"/>
            </a:xfrm>
            <a:custGeom>
              <a:rect b="b" l="l" r="r" t="t"/>
              <a:pathLst>
                <a:path extrusionOk="0" h="4967" w="4553">
                  <a:moveTo>
                    <a:pt x="1" y="0"/>
                  </a:moveTo>
                  <a:lnTo>
                    <a:pt x="1" y="2356"/>
                  </a:lnTo>
                  <a:lnTo>
                    <a:pt x="4553" y="4967"/>
                  </a:lnTo>
                  <a:lnTo>
                    <a:pt x="4553" y="26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5403827" y="2494028"/>
              <a:ext cx="5596" cy="2841"/>
            </a:xfrm>
            <a:custGeom>
              <a:rect b="b" l="l" r="r" t="t"/>
              <a:pathLst>
                <a:path extrusionOk="0" h="65" w="128">
                  <a:moveTo>
                    <a:pt x="0" y="1"/>
                  </a:moveTo>
                  <a:lnTo>
                    <a:pt x="127" y="64"/>
                  </a:lnTo>
                </a:path>
              </a:pathLst>
            </a:custGeom>
            <a:solidFill>
              <a:srgbClr val="FFC2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17"/>
          <p:cNvSpPr txBox="1"/>
          <p:nvPr/>
        </p:nvSpPr>
        <p:spPr>
          <a:xfrm>
            <a:off x="4613580" y="2547299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17"/>
          <p:cNvSpPr txBox="1"/>
          <p:nvPr/>
        </p:nvSpPr>
        <p:spPr>
          <a:xfrm>
            <a:off x="4613580" y="223579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ILLUSTRATOR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5426870" y="1361704"/>
            <a:ext cx="300020" cy="294092"/>
          </a:xfrm>
          <a:custGeom>
            <a:rect b="b" l="l" r="r" t="t"/>
            <a:pathLst>
              <a:path extrusionOk="0" h="19396" w="19787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35D74"/>
              </a:solidFill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478775" y="179644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b="1" sz="30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2488525" y="179644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r>
              <a:rPr b="1" lang="en" sz="30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30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4613563" y="179644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</a:t>
            </a:r>
            <a:r>
              <a:rPr b="1" lang="en" sz="3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30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6738613" y="1796447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r>
              <a:rPr b="1" lang="en" sz="3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3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1155875" y="1222550"/>
            <a:ext cx="572400" cy="5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5" name="Google Shape;415;p17"/>
          <p:cNvGrpSpPr/>
          <p:nvPr/>
        </p:nvGrpSpPr>
        <p:grpSpPr>
          <a:xfrm>
            <a:off x="1293573" y="1379945"/>
            <a:ext cx="297003" cy="257611"/>
            <a:chOff x="4452900" y="861750"/>
            <a:chExt cx="489700" cy="424750"/>
          </a:xfrm>
        </p:grpSpPr>
        <p:sp>
          <p:nvSpPr>
            <p:cNvPr id="416" name="Google Shape;416;p17"/>
            <p:cNvSpPr/>
            <p:nvPr/>
          </p:nvSpPr>
          <p:spPr>
            <a:xfrm>
              <a:off x="4452900" y="861750"/>
              <a:ext cx="489700" cy="424750"/>
            </a:xfrm>
            <a:custGeom>
              <a:rect b="b" l="l" r="r" t="t"/>
              <a:pathLst>
                <a:path extrusionOk="0" h="16990" w="19588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4572675" y="1074100"/>
              <a:ext cx="115375" cy="141625"/>
            </a:xfrm>
            <a:custGeom>
              <a:rect b="b" l="l" r="r" t="t"/>
              <a:pathLst>
                <a:path extrusionOk="0" h="5665" w="4615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4714225" y="1060000"/>
              <a:ext cx="28325" cy="28350"/>
            </a:xfrm>
            <a:custGeom>
              <a:rect b="b" l="l" r="r" t="t"/>
              <a:pathLst>
                <a:path extrusionOk="0" h="1134" w="1133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sp>
        <p:nvSpPr>
          <p:cNvPr id="419" name="Google Shape;419;p17"/>
          <p:cNvSpPr/>
          <p:nvPr/>
        </p:nvSpPr>
        <p:spPr>
          <a:xfrm>
            <a:off x="3165625" y="1222550"/>
            <a:ext cx="572400" cy="57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17"/>
          <p:cNvGrpSpPr/>
          <p:nvPr/>
        </p:nvGrpSpPr>
        <p:grpSpPr>
          <a:xfrm>
            <a:off x="3305327" y="1366743"/>
            <a:ext cx="293015" cy="293015"/>
            <a:chOff x="6242825" y="238125"/>
            <a:chExt cx="483125" cy="483125"/>
          </a:xfrm>
        </p:grpSpPr>
        <p:sp>
          <p:nvSpPr>
            <p:cNvPr id="421" name="Google Shape;421;p17"/>
            <p:cNvSpPr/>
            <p:nvPr/>
          </p:nvSpPr>
          <p:spPr>
            <a:xfrm>
              <a:off x="6242825" y="238125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18192" y="1132"/>
                  </a:moveTo>
                  <a:lnTo>
                    <a:pt x="18192" y="2400"/>
                  </a:lnTo>
                  <a:cubicBezTo>
                    <a:pt x="17513" y="2639"/>
                    <a:pt x="17060" y="3282"/>
                    <a:pt x="17060" y="4001"/>
                  </a:cubicBezTo>
                  <a:cubicBezTo>
                    <a:pt x="17060" y="4719"/>
                    <a:pt x="17513" y="5363"/>
                    <a:pt x="18192" y="5601"/>
                  </a:cubicBezTo>
                  <a:lnTo>
                    <a:pt x="18192" y="8062"/>
                  </a:lnTo>
                  <a:cubicBezTo>
                    <a:pt x="17513" y="8300"/>
                    <a:pt x="17060" y="8944"/>
                    <a:pt x="17060" y="9662"/>
                  </a:cubicBezTo>
                  <a:cubicBezTo>
                    <a:pt x="17060" y="10381"/>
                    <a:pt x="17513" y="11024"/>
                    <a:pt x="18192" y="11263"/>
                  </a:cubicBezTo>
                  <a:lnTo>
                    <a:pt x="18192" y="13723"/>
                  </a:lnTo>
                  <a:cubicBezTo>
                    <a:pt x="17513" y="13962"/>
                    <a:pt x="17060" y="14605"/>
                    <a:pt x="17060" y="15324"/>
                  </a:cubicBezTo>
                  <a:cubicBezTo>
                    <a:pt x="17060" y="16042"/>
                    <a:pt x="17513" y="16685"/>
                    <a:pt x="18192" y="16924"/>
                  </a:cubicBezTo>
                  <a:lnTo>
                    <a:pt x="18192" y="18192"/>
                  </a:lnTo>
                  <a:lnTo>
                    <a:pt x="16924" y="18192"/>
                  </a:lnTo>
                  <a:cubicBezTo>
                    <a:pt x="16686" y="17513"/>
                    <a:pt x="16043" y="17060"/>
                    <a:pt x="15324" y="17060"/>
                  </a:cubicBezTo>
                  <a:cubicBezTo>
                    <a:pt x="14605" y="17060"/>
                    <a:pt x="13962" y="17513"/>
                    <a:pt x="13724" y="18192"/>
                  </a:cubicBezTo>
                  <a:lnTo>
                    <a:pt x="11263" y="18192"/>
                  </a:lnTo>
                  <a:cubicBezTo>
                    <a:pt x="11024" y="17513"/>
                    <a:pt x="10381" y="17060"/>
                    <a:pt x="9662" y="17060"/>
                  </a:cubicBezTo>
                  <a:cubicBezTo>
                    <a:pt x="8944" y="17060"/>
                    <a:pt x="8301" y="17513"/>
                    <a:pt x="8062" y="18192"/>
                  </a:cubicBezTo>
                  <a:lnTo>
                    <a:pt x="5601" y="18192"/>
                  </a:lnTo>
                  <a:cubicBezTo>
                    <a:pt x="5363" y="17513"/>
                    <a:pt x="4720" y="17060"/>
                    <a:pt x="4001" y="17060"/>
                  </a:cubicBezTo>
                  <a:cubicBezTo>
                    <a:pt x="3282" y="17060"/>
                    <a:pt x="2639" y="17513"/>
                    <a:pt x="2401" y="18192"/>
                  </a:cubicBezTo>
                  <a:lnTo>
                    <a:pt x="1133" y="18192"/>
                  </a:lnTo>
                  <a:lnTo>
                    <a:pt x="1133" y="16924"/>
                  </a:lnTo>
                  <a:cubicBezTo>
                    <a:pt x="1812" y="16685"/>
                    <a:pt x="2265" y="16042"/>
                    <a:pt x="2265" y="15324"/>
                  </a:cubicBezTo>
                  <a:cubicBezTo>
                    <a:pt x="2265" y="14605"/>
                    <a:pt x="1812" y="13962"/>
                    <a:pt x="1133" y="13723"/>
                  </a:cubicBezTo>
                  <a:lnTo>
                    <a:pt x="1133" y="11263"/>
                  </a:lnTo>
                  <a:cubicBezTo>
                    <a:pt x="1812" y="11024"/>
                    <a:pt x="2265" y="10381"/>
                    <a:pt x="2265" y="9662"/>
                  </a:cubicBezTo>
                  <a:cubicBezTo>
                    <a:pt x="2265" y="8944"/>
                    <a:pt x="1812" y="8300"/>
                    <a:pt x="1133" y="8062"/>
                  </a:cubicBezTo>
                  <a:lnTo>
                    <a:pt x="1133" y="5601"/>
                  </a:lnTo>
                  <a:cubicBezTo>
                    <a:pt x="1812" y="5363"/>
                    <a:pt x="2265" y="4719"/>
                    <a:pt x="2265" y="4001"/>
                  </a:cubicBezTo>
                  <a:cubicBezTo>
                    <a:pt x="2265" y="3282"/>
                    <a:pt x="1812" y="2639"/>
                    <a:pt x="1133" y="2400"/>
                  </a:cubicBezTo>
                  <a:lnTo>
                    <a:pt x="1133" y="1132"/>
                  </a:lnTo>
                  <a:lnTo>
                    <a:pt x="2401" y="1132"/>
                  </a:lnTo>
                  <a:cubicBezTo>
                    <a:pt x="2639" y="1812"/>
                    <a:pt x="3282" y="2265"/>
                    <a:pt x="4001" y="2265"/>
                  </a:cubicBezTo>
                  <a:cubicBezTo>
                    <a:pt x="4720" y="2265"/>
                    <a:pt x="5363" y="1812"/>
                    <a:pt x="5601" y="1132"/>
                  </a:cubicBezTo>
                  <a:lnTo>
                    <a:pt x="8062" y="1132"/>
                  </a:lnTo>
                  <a:cubicBezTo>
                    <a:pt x="8301" y="1812"/>
                    <a:pt x="8944" y="2265"/>
                    <a:pt x="9662" y="2265"/>
                  </a:cubicBezTo>
                  <a:cubicBezTo>
                    <a:pt x="10381" y="2265"/>
                    <a:pt x="11024" y="1812"/>
                    <a:pt x="11263" y="1132"/>
                  </a:cubicBezTo>
                  <a:lnTo>
                    <a:pt x="13724" y="1132"/>
                  </a:lnTo>
                  <a:cubicBezTo>
                    <a:pt x="13962" y="1812"/>
                    <a:pt x="14605" y="2265"/>
                    <a:pt x="15324" y="2265"/>
                  </a:cubicBezTo>
                  <a:cubicBezTo>
                    <a:pt x="16043" y="2265"/>
                    <a:pt x="16686" y="1812"/>
                    <a:pt x="16924" y="1132"/>
                  </a:cubicBezTo>
                  <a:close/>
                  <a:moveTo>
                    <a:pt x="568" y="0"/>
                  </a:moveTo>
                  <a:cubicBezTo>
                    <a:pt x="254" y="0"/>
                    <a:pt x="0" y="254"/>
                    <a:pt x="0" y="568"/>
                  </a:cubicBezTo>
                  <a:lnTo>
                    <a:pt x="0" y="2868"/>
                  </a:lnTo>
                  <a:cubicBezTo>
                    <a:pt x="0" y="3183"/>
                    <a:pt x="254" y="3436"/>
                    <a:pt x="568" y="3436"/>
                  </a:cubicBezTo>
                  <a:cubicBezTo>
                    <a:pt x="879" y="3436"/>
                    <a:pt x="1133" y="3687"/>
                    <a:pt x="1133" y="4001"/>
                  </a:cubicBezTo>
                  <a:cubicBezTo>
                    <a:pt x="1133" y="4315"/>
                    <a:pt x="879" y="4568"/>
                    <a:pt x="568" y="4568"/>
                  </a:cubicBezTo>
                  <a:cubicBezTo>
                    <a:pt x="254" y="4568"/>
                    <a:pt x="0" y="4819"/>
                    <a:pt x="0" y="5133"/>
                  </a:cubicBezTo>
                  <a:lnTo>
                    <a:pt x="0" y="8530"/>
                  </a:lnTo>
                  <a:cubicBezTo>
                    <a:pt x="0" y="8844"/>
                    <a:pt x="254" y="9098"/>
                    <a:pt x="568" y="9098"/>
                  </a:cubicBezTo>
                  <a:cubicBezTo>
                    <a:pt x="879" y="9098"/>
                    <a:pt x="1133" y="9348"/>
                    <a:pt x="1133" y="9662"/>
                  </a:cubicBezTo>
                  <a:cubicBezTo>
                    <a:pt x="1133" y="9976"/>
                    <a:pt x="879" y="10230"/>
                    <a:pt x="568" y="10230"/>
                  </a:cubicBezTo>
                  <a:cubicBezTo>
                    <a:pt x="254" y="10230"/>
                    <a:pt x="0" y="10481"/>
                    <a:pt x="0" y="10795"/>
                  </a:cubicBezTo>
                  <a:lnTo>
                    <a:pt x="0" y="14191"/>
                  </a:lnTo>
                  <a:cubicBezTo>
                    <a:pt x="0" y="14505"/>
                    <a:pt x="254" y="14759"/>
                    <a:pt x="568" y="14759"/>
                  </a:cubicBezTo>
                  <a:cubicBezTo>
                    <a:pt x="879" y="14759"/>
                    <a:pt x="1133" y="15010"/>
                    <a:pt x="1133" y="15324"/>
                  </a:cubicBezTo>
                  <a:cubicBezTo>
                    <a:pt x="1133" y="15638"/>
                    <a:pt x="879" y="15891"/>
                    <a:pt x="568" y="15891"/>
                  </a:cubicBezTo>
                  <a:cubicBezTo>
                    <a:pt x="254" y="15891"/>
                    <a:pt x="0" y="16142"/>
                    <a:pt x="0" y="16456"/>
                  </a:cubicBezTo>
                  <a:lnTo>
                    <a:pt x="0" y="18760"/>
                  </a:lnTo>
                  <a:cubicBezTo>
                    <a:pt x="0" y="19071"/>
                    <a:pt x="254" y="19324"/>
                    <a:pt x="568" y="19324"/>
                  </a:cubicBezTo>
                  <a:lnTo>
                    <a:pt x="2869" y="19324"/>
                  </a:lnTo>
                  <a:cubicBezTo>
                    <a:pt x="3183" y="19324"/>
                    <a:pt x="3436" y="19071"/>
                    <a:pt x="3436" y="18760"/>
                  </a:cubicBezTo>
                  <a:cubicBezTo>
                    <a:pt x="3436" y="18446"/>
                    <a:pt x="3687" y="18192"/>
                    <a:pt x="4001" y="18192"/>
                  </a:cubicBezTo>
                  <a:cubicBezTo>
                    <a:pt x="4315" y="18192"/>
                    <a:pt x="4569" y="18446"/>
                    <a:pt x="4569" y="18760"/>
                  </a:cubicBezTo>
                  <a:cubicBezTo>
                    <a:pt x="4569" y="19071"/>
                    <a:pt x="4819" y="19324"/>
                    <a:pt x="5133" y="19324"/>
                  </a:cubicBezTo>
                  <a:lnTo>
                    <a:pt x="8530" y="19324"/>
                  </a:lnTo>
                  <a:cubicBezTo>
                    <a:pt x="8844" y="19324"/>
                    <a:pt x="9098" y="19071"/>
                    <a:pt x="9098" y="18760"/>
                  </a:cubicBezTo>
                  <a:cubicBezTo>
                    <a:pt x="9098" y="18446"/>
                    <a:pt x="9348" y="18192"/>
                    <a:pt x="9662" y="18192"/>
                  </a:cubicBezTo>
                  <a:cubicBezTo>
                    <a:pt x="9976" y="18192"/>
                    <a:pt x="10230" y="18446"/>
                    <a:pt x="10230" y="18760"/>
                  </a:cubicBezTo>
                  <a:cubicBezTo>
                    <a:pt x="10230" y="19071"/>
                    <a:pt x="10481" y="19324"/>
                    <a:pt x="10795" y="19324"/>
                  </a:cubicBezTo>
                  <a:lnTo>
                    <a:pt x="14192" y="19324"/>
                  </a:lnTo>
                  <a:cubicBezTo>
                    <a:pt x="14506" y="19324"/>
                    <a:pt x="14759" y="19071"/>
                    <a:pt x="14759" y="18760"/>
                  </a:cubicBezTo>
                  <a:cubicBezTo>
                    <a:pt x="14759" y="18446"/>
                    <a:pt x="15010" y="18192"/>
                    <a:pt x="15324" y="18192"/>
                  </a:cubicBezTo>
                  <a:cubicBezTo>
                    <a:pt x="15638" y="18192"/>
                    <a:pt x="15892" y="18446"/>
                    <a:pt x="15892" y="18760"/>
                  </a:cubicBezTo>
                  <a:cubicBezTo>
                    <a:pt x="15892" y="19071"/>
                    <a:pt x="16142" y="19324"/>
                    <a:pt x="16456" y="19324"/>
                  </a:cubicBezTo>
                  <a:lnTo>
                    <a:pt x="18760" y="19324"/>
                  </a:lnTo>
                  <a:cubicBezTo>
                    <a:pt x="19071" y="19324"/>
                    <a:pt x="19325" y="19071"/>
                    <a:pt x="19325" y="18760"/>
                  </a:cubicBezTo>
                  <a:lnTo>
                    <a:pt x="19325" y="16456"/>
                  </a:lnTo>
                  <a:cubicBezTo>
                    <a:pt x="19325" y="16142"/>
                    <a:pt x="19071" y="15891"/>
                    <a:pt x="18760" y="15891"/>
                  </a:cubicBezTo>
                  <a:cubicBezTo>
                    <a:pt x="18446" y="15891"/>
                    <a:pt x="18192" y="15638"/>
                    <a:pt x="18192" y="15324"/>
                  </a:cubicBezTo>
                  <a:cubicBezTo>
                    <a:pt x="18192" y="15010"/>
                    <a:pt x="18446" y="14759"/>
                    <a:pt x="18760" y="14759"/>
                  </a:cubicBezTo>
                  <a:cubicBezTo>
                    <a:pt x="19071" y="14759"/>
                    <a:pt x="19325" y="14505"/>
                    <a:pt x="19325" y="14191"/>
                  </a:cubicBezTo>
                  <a:lnTo>
                    <a:pt x="19325" y="10795"/>
                  </a:lnTo>
                  <a:cubicBezTo>
                    <a:pt x="19325" y="10481"/>
                    <a:pt x="19071" y="10230"/>
                    <a:pt x="18760" y="10230"/>
                  </a:cubicBezTo>
                  <a:cubicBezTo>
                    <a:pt x="18446" y="10230"/>
                    <a:pt x="18192" y="9976"/>
                    <a:pt x="18192" y="9662"/>
                  </a:cubicBezTo>
                  <a:cubicBezTo>
                    <a:pt x="18192" y="9348"/>
                    <a:pt x="18446" y="9098"/>
                    <a:pt x="18760" y="9098"/>
                  </a:cubicBezTo>
                  <a:cubicBezTo>
                    <a:pt x="19071" y="9098"/>
                    <a:pt x="19325" y="8844"/>
                    <a:pt x="19325" y="8530"/>
                  </a:cubicBezTo>
                  <a:lnTo>
                    <a:pt x="19325" y="5133"/>
                  </a:lnTo>
                  <a:cubicBezTo>
                    <a:pt x="19325" y="4819"/>
                    <a:pt x="19071" y="4568"/>
                    <a:pt x="18760" y="4568"/>
                  </a:cubicBezTo>
                  <a:cubicBezTo>
                    <a:pt x="18446" y="4568"/>
                    <a:pt x="18192" y="4315"/>
                    <a:pt x="18192" y="4001"/>
                  </a:cubicBezTo>
                  <a:cubicBezTo>
                    <a:pt x="18192" y="3687"/>
                    <a:pt x="18446" y="3436"/>
                    <a:pt x="18760" y="3436"/>
                  </a:cubicBezTo>
                  <a:cubicBezTo>
                    <a:pt x="19071" y="3436"/>
                    <a:pt x="19325" y="3183"/>
                    <a:pt x="19325" y="2868"/>
                  </a:cubicBezTo>
                  <a:lnTo>
                    <a:pt x="19325" y="568"/>
                  </a:lnTo>
                  <a:cubicBezTo>
                    <a:pt x="19325" y="254"/>
                    <a:pt x="19071" y="0"/>
                    <a:pt x="18760" y="0"/>
                  </a:cubicBezTo>
                  <a:lnTo>
                    <a:pt x="16456" y="0"/>
                  </a:lnTo>
                  <a:cubicBezTo>
                    <a:pt x="16142" y="0"/>
                    <a:pt x="15892" y="254"/>
                    <a:pt x="15892" y="568"/>
                  </a:cubicBezTo>
                  <a:cubicBezTo>
                    <a:pt x="15892" y="879"/>
                    <a:pt x="15638" y="1132"/>
                    <a:pt x="15324" y="1132"/>
                  </a:cubicBezTo>
                  <a:cubicBezTo>
                    <a:pt x="15010" y="1132"/>
                    <a:pt x="14759" y="879"/>
                    <a:pt x="14759" y="568"/>
                  </a:cubicBezTo>
                  <a:cubicBezTo>
                    <a:pt x="14759" y="254"/>
                    <a:pt x="14506" y="0"/>
                    <a:pt x="14192" y="0"/>
                  </a:cubicBezTo>
                  <a:lnTo>
                    <a:pt x="10795" y="0"/>
                  </a:lnTo>
                  <a:cubicBezTo>
                    <a:pt x="10481" y="0"/>
                    <a:pt x="10230" y="254"/>
                    <a:pt x="10230" y="568"/>
                  </a:cubicBezTo>
                  <a:cubicBezTo>
                    <a:pt x="10230" y="879"/>
                    <a:pt x="9976" y="1132"/>
                    <a:pt x="9662" y="1132"/>
                  </a:cubicBezTo>
                  <a:cubicBezTo>
                    <a:pt x="9348" y="1132"/>
                    <a:pt x="9098" y="879"/>
                    <a:pt x="9098" y="568"/>
                  </a:cubicBezTo>
                  <a:cubicBezTo>
                    <a:pt x="9098" y="254"/>
                    <a:pt x="8844" y="0"/>
                    <a:pt x="8530" y="0"/>
                  </a:cubicBezTo>
                  <a:lnTo>
                    <a:pt x="5133" y="0"/>
                  </a:lnTo>
                  <a:cubicBezTo>
                    <a:pt x="4819" y="0"/>
                    <a:pt x="4569" y="254"/>
                    <a:pt x="4569" y="568"/>
                  </a:cubicBezTo>
                  <a:cubicBezTo>
                    <a:pt x="4569" y="879"/>
                    <a:pt x="4315" y="1132"/>
                    <a:pt x="4001" y="1132"/>
                  </a:cubicBezTo>
                  <a:cubicBezTo>
                    <a:pt x="3687" y="1132"/>
                    <a:pt x="3436" y="879"/>
                    <a:pt x="3436" y="568"/>
                  </a:cubicBezTo>
                  <a:cubicBezTo>
                    <a:pt x="3436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328725" y="324025"/>
              <a:ext cx="311400" cy="311400"/>
            </a:xfrm>
            <a:custGeom>
              <a:rect b="b" l="l" r="r" t="t"/>
              <a:pathLst>
                <a:path extrusionOk="0" h="12456" w="12456">
                  <a:moveTo>
                    <a:pt x="11323" y="1132"/>
                  </a:moveTo>
                  <a:lnTo>
                    <a:pt x="11323" y="5991"/>
                  </a:lnTo>
                  <a:lnTo>
                    <a:pt x="10025" y="4692"/>
                  </a:lnTo>
                  <a:cubicBezTo>
                    <a:pt x="9913" y="4582"/>
                    <a:pt x="9768" y="4527"/>
                    <a:pt x="9623" y="4527"/>
                  </a:cubicBezTo>
                  <a:cubicBezTo>
                    <a:pt x="9478" y="4527"/>
                    <a:pt x="9333" y="4582"/>
                    <a:pt x="9222" y="4692"/>
                  </a:cubicBezTo>
                  <a:lnTo>
                    <a:pt x="6498" y="7419"/>
                  </a:lnTo>
                  <a:lnTo>
                    <a:pt x="4303" y="5773"/>
                  </a:lnTo>
                  <a:cubicBezTo>
                    <a:pt x="4201" y="5698"/>
                    <a:pt x="4081" y="5661"/>
                    <a:pt x="3962" y="5661"/>
                  </a:cubicBezTo>
                  <a:cubicBezTo>
                    <a:pt x="3824" y="5661"/>
                    <a:pt x="3687" y="5711"/>
                    <a:pt x="3578" y="5810"/>
                  </a:cubicBezTo>
                  <a:lnTo>
                    <a:pt x="1133" y="8053"/>
                  </a:lnTo>
                  <a:lnTo>
                    <a:pt x="1133" y="1132"/>
                  </a:lnTo>
                  <a:close/>
                  <a:moveTo>
                    <a:pt x="4001" y="6960"/>
                  </a:moveTo>
                  <a:lnTo>
                    <a:pt x="5689" y="8228"/>
                  </a:lnTo>
                  <a:lnTo>
                    <a:pt x="2594" y="11323"/>
                  </a:lnTo>
                  <a:lnTo>
                    <a:pt x="1133" y="11323"/>
                  </a:lnTo>
                  <a:lnTo>
                    <a:pt x="1133" y="9590"/>
                  </a:lnTo>
                  <a:lnTo>
                    <a:pt x="4001" y="6960"/>
                  </a:lnTo>
                  <a:close/>
                  <a:moveTo>
                    <a:pt x="9623" y="5894"/>
                  </a:moveTo>
                  <a:lnTo>
                    <a:pt x="11323" y="7594"/>
                  </a:lnTo>
                  <a:lnTo>
                    <a:pt x="11323" y="11323"/>
                  </a:lnTo>
                  <a:lnTo>
                    <a:pt x="4197" y="11323"/>
                  </a:lnTo>
                  <a:lnTo>
                    <a:pt x="9623" y="5894"/>
                  </a:lnTo>
                  <a:close/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lnTo>
                    <a:pt x="0" y="11888"/>
                  </a:lnTo>
                  <a:cubicBezTo>
                    <a:pt x="0" y="12202"/>
                    <a:pt x="251" y="12455"/>
                    <a:pt x="565" y="12455"/>
                  </a:cubicBezTo>
                  <a:lnTo>
                    <a:pt x="11888" y="12455"/>
                  </a:lnTo>
                  <a:cubicBezTo>
                    <a:pt x="12202" y="12455"/>
                    <a:pt x="12456" y="12202"/>
                    <a:pt x="12456" y="11888"/>
                  </a:cubicBezTo>
                  <a:lnTo>
                    <a:pt x="12456" y="565"/>
                  </a:lnTo>
                  <a:cubicBezTo>
                    <a:pt x="12456" y="251"/>
                    <a:pt x="12202" y="0"/>
                    <a:pt x="118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6441950" y="380575"/>
              <a:ext cx="88275" cy="85000"/>
            </a:xfrm>
            <a:custGeom>
              <a:rect b="b" l="l" r="r" t="t"/>
              <a:pathLst>
                <a:path extrusionOk="0" h="3400" w="3531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6646139" y="1210875"/>
            <a:ext cx="1512028" cy="1501939"/>
          </a:xfrm>
          <a:custGeom>
            <a:rect b="b" l="l" r="r" t="t"/>
            <a:pathLst>
              <a:path extrusionOk="0" h="5225" w="4733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1373526" y="2932599"/>
            <a:ext cx="6482048" cy="60652"/>
          </a:xfrm>
          <a:custGeom>
            <a:rect b="b" l="l" r="r" t="t"/>
            <a:pathLst>
              <a:path extrusionOk="0" h="211" w="22549">
                <a:moveTo>
                  <a:pt x="0" y="1"/>
                </a:moveTo>
                <a:lnTo>
                  <a:pt x="0" y="210"/>
                </a:lnTo>
                <a:lnTo>
                  <a:pt x="22548" y="210"/>
                </a:lnTo>
                <a:lnTo>
                  <a:pt x="22548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7078302" y="3179575"/>
            <a:ext cx="64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2019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5118449" y="3229660"/>
            <a:ext cx="1511708" cy="1501939"/>
          </a:xfrm>
          <a:custGeom>
            <a:rect b="b" l="l" r="r" t="t"/>
            <a:pathLst>
              <a:path extrusionOk="0" h="5225" w="4732">
                <a:moveTo>
                  <a:pt x="2366" y="0"/>
                </a:moveTo>
                <a:lnTo>
                  <a:pt x="2058" y="469"/>
                </a:lnTo>
                <a:lnTo>
                  <a:pt x="358" y="469"/>
                </a:lnTo>
                <a:cubicBezTo>
                  <a:pt x="350" y="468"/>
                  <a:pt x="343" y="468"/>
                  <a:pt x="336" y="468"/>
                </a:cubicBezTo>
                <a:cubicBezTo>
                  <a:pt x="149" y="468"/>
                  <a:pt x="0" y="623"/>
                  <a:pt x="0" y="801"/>
                </a:cubicBezTo>
                <a:lnTo>
                  <a:pt x="0" y="4892"/>
                </a:lnTo>
                <a:cubicBezTo>
                  <a:pt x="0" y="5077"/>
                  <a:pt x="148" y="5225"/>
                  <a:pt x="333" y="5225"/>
                </a:cubicBezTo>
                <a:lnTo>
                  <a:pt x="4387" y="5225"/>
                </a:lnTo>
                <a:cubicBezTo>
                  <a:pt x="4572" y="5225"/>
                  <a:pt x="4732" y="5077"/>
                  <a:pt x="4732" y="4892"/>
                </a:cubicBezTo>
                <a:lnTo>
                  <a:pt x="4732" y="801"/>
                </a:lnTo>
                <a:cubicBezTo>
                  <a:pt x="4732" y="616"/>
                  <a:pt x="4572" y="469"/>
                  <a:pt x="4387" y="469"/>
                </a:cubicBezTo>
                <a:lnTo>
                  <a:pt x="2674" y="469"/>
                </a:lnTo>
                <a:lnTo>
                  <a:pt x="2366" y="0"/>
                </a:lnTo>
                <a:close/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5550453" y="2236025"/>
            <a:ext cx="64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2016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33" name="Google Shape;433;p18"/>
          <p:cNvGrpSpPr/>
          <p:nvPr/>
        </p:nvGrpSpPr>
        <p:grpSpPr>
          <a:xfrm>
            <a:off x="5102103" y="3686875"/>
            <a:ext cx="1544400" cy="883901"/>
            <a:chOff x="3770566" y="4569425"/>
            <a:chExt cx="1544400" cy="883901"/>
          </a:xfrm>
        </p:grpSpPr>
        <p:sp>
          <p:nvSpPr>
            <p:cNvPr id="434" name="Google Shape;434;p18"/>
            <p:cNvSpPr txBox="1"/>
            <p:nvPr/>
          </p:nvSpPr>
          <p:spPr>
            <a:xfrm>
              <a:off x="3770566" y="4880926"/>
              <a:ext cx="1544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also helium 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5" name="Google Shape;435;p18"/>
            <p:cNvSpPr txBox="1"/>
            <p:nvPr/>
          </p:nvSpPr>
          <p:spPr>
            <a:xfrm>
              <a:off x="3770566" y="4569425"/>
              <a:ext cx="15444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Illustrator</a:t>
              </a:r>
              <a:endParaRPr b="1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36" name="Google Shape;436;p18"/>
          <p:cNvSpPr/>
          <p:nvPr/>
        </p:nvSpPr>
        <p:spPr>
          <a:xfrm>
            <a:off x="2427132" y="3229660"/>
            <a:ext cx="1512028" cy="1501939"/>
          </a:xfrm>
          <a:custGeom>
            <a:rect b="b" l="l" r="r" t="t"/>
            <a:pathLst>
              <a:path extrusionOk="0" h="5225" w="4733">
                <a:moveTo>
                  <a:pt x="2367" y="0"/>
                </a:moveTo>
                <a:lnTo>
                  <a:pt x="2059" y="469"/>
                </a:lnTo>
                <a:lnTo>
                  <a:pt x="346" y="469"/>
                </a:lnTo>
                <a:cubicBezTo>
                  <a:pt x="161" y="469"/>
                  <a:pt x="1" y="616"/>
                  <a:pt x="1" y="801"/>
                </a:cubicBezTo>
                <a:lnTo>
                  <a:pt x="1" y="4892"/>
                </a:lnTo>
                <a:cubicBezTo>
                  <a:pt x="1" y="5077"/>
                  <a:pt x="161" y="5225"/>
                  <a:pt x="346" y="5225"/>
                </a:cubicBezTo>
                <a:lnTo>
                  <a:pt x="4400" y="5225"/>
                </a:lnTo>
                <a:cubicBezTo>
                  <a:pt x="4584" y="5225"/>
                  <a:pt x="4732" y="5077"/>
                  <a:pt x="4732" y="4892"/>
                </a:cubicBezTo>
                <a:lnTo>
                  <a:pt x="4732" y="801"/>
                </a:lnTo>
                <a:cubicBezTo>
                  <a:pt x="4732" y="616"/>
                  <a:pt x="4584" y="469"/>
                  <a:pt x="4400" y="469"/>
                </a:cubicBezTo>
                <a:lnTo>
                  <a:pt x="2687" y="469"/>
                </a:lnTo>
                <a:lnTo>
                  <a:pt x="2367" y="0"/>
                </a:ln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2859296" y="2236025"/>
            <a:ext cx="64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2007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38" name="Google Shape;438;p18"/>
          <p:cNvGrpSpPr/>
          <p:nvPr/>
        </p:nvGrpSpPr>
        <p:grpSpPr>
          <a:xfrm>
            <a:off x="2410945" y="3686875"/>
            <a:ext cx="1544401" cy="883901"/>
            <a:chOff x="341495" y="4569425"/>
            <a:chExt cx="1544401" cy="883901"/>
          </a:xfrm>
        </p:grpSpPr>
        <p:sp>
          <p:nvSpPr>
            <p:cNvPr id="439" name="Google Shape;439;p18"/>
            <p:cNvSpPr txBox="1"/>
            <p:nvPr/>
          </p:nvSpPr>
          <p:spPr>
            <a:xfrm>
              <a:off x="341495" y="4880926"/>
              <a:ext cx="1544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0" name="Google Shape;440;p18"/>
            <p:cNvSpPr txBox="1"/>
            <p:nvPr/>
          </p:nvSpPr>
          <p:spPr>
            <a:xfrm>
              <a:off x="341496" y="4569425"/>
              <a:ext cx="15444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Lightroom</a:t>
              </a:r>
              <a:endParaRPr b="1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1" name="Google Shape;441;p18"/>
          <p:cNvSpPr/>
          <p:nvPr/>
        </p:nvSpPr>
        <p:spPr>
          <a:xfrm>
            <a:off x="1107453" y="1210875"/>
            <a:ext cx="1511708" cy="1501939"/>
          </a:xfrm>
          <a:custGeom>
            <a:rect b="b" l="l" r="r" t="t"/>
            <a:pathLst>
              <a:path extrusionOk="0" h="5225" w="4732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87" y="4756"/>
                </a:lnTo>
                <a:lnTo>
                  <a:pt x="4387" y="4756"/>
                </a:lnTo>
                <a:cubicBezTo>
                  <a:pt x="4572" y="4756"/>
                  <a:pt x="4732" y="4608"/>
                  <a:pt x="4732" y="4423"/>
                </a:cubicBezTo>
                <a:lnTo>
                  <a:pt x="4732" y="333"/>
                </a:lnTo>
                <a:cubicBezTo>
                  <a:pt x="4732" y="148"/>
                  <a:pt x="4584" y="0"/>
                  <a:pt x="4387" y="0"/>
                </a:cubicBezTo>
                <a:close/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1539457" y="3179575"/>
            <a:ext cx="64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2005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43" name="Google Shape;443;p18"/>
          <p:cNvGrpSpPr/>
          <p:nvPr/>
        </p:nvGrpSpPr>
        <p:grpSpPr>
          <a:xfrm>
            <a:off x="1091106" y="1519900"/>
            <a:ext cx="1544401" cy="883901"/>
            <a:chOff x="-1247400" y="4569425"/>
            <a:chExt cx="1544401" cy="883901"/>
          </a:xfrm>
        </p:grpSpPr>
        <p:sp>
          <p:nvSpPr>
            <p:cNvPr id="444" name="Google Shape;444;p18"/>
            <p:cNvSpPr txBox="1"/>
            <p:nvPr/>
          </p:nvSpPr>
          <p:spPr>
            <a:xfrm>
              <a:off x="-1247400" y="4880926"/>
              <a:ext cx="1544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5" name="Google Shape;445;p18"/>
            <p:cNvSpPr txBox="1"/>
            <p:nvPr/>
          </p:nvSpPr>
          <p:spPr>
            <a:xfrm>
              <a:off x="-1247399" y="4569425"/>
              <a:ext cx="15444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Photoshop</a:t>
              </a:r>
              <a:endParaRPr b="1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6" name="Google Shape;446;p18"/>
          <p:cNvSpPr/>
          <p:nvPr/>
        </p:nvSpPr>
        <p:spPr>
          <a:xfrm>
            <a:off x="3763706" y="1210875"/>
            <a:ext cx="1507875" cy="1501939"/>
          </a:xfrm>
          <a:custGeom>
            <a:rect b="b" l="l" r="r" t="t"/>
            <a:pathLst>
              <a:path extrusionOk="0" h="5225" w="4720">
                <a:moveTo>
                  <a:pt x="333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33" y="4756"/>
                </a:cubicBezTo>
                <a:lnTo>
                  <a:pt x="2046" y="4756"/>
                </a:lnTo>
                <a:lnTo>
                  <a:pt x="2354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572" y="4756"/>
                  <a:pt x="4720" y="4608"/>
                  <a:pt x="4720" y="4423"/>
                </a:cubicBezTo>
                <a:lnTo>
                  <a:pt x="4720" y="333"/>
                </a:lnTo>
                <a:cubicBezTo>
                  <a:pt x="4720" y="148"/>
                  <a:pt x="4572" y="0"/>
                  <a:pt x="4387" y="0"/>
                </a:cubicBezTo>
                <a:close/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 txBox="1"/>
          <p:nvPr/>
        </p:nvSpPr>
        <p:spPr>
          <a:xfrm>
            <a:off x="4193793" y="3179575"/>
            <a:ext cx="647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</a:t>
            </a:r>
            <a:endParaRPr b="1" sz="1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48" name="Google Shape;448;p18"/>
          <p:cNvGrpSpPr/>
          <p:nvPr/>
        </p:nvGrpSpPr>
        <p:grpSpPr>
          <a:xfrm>
            <a:off x="3745443" y="1519900"/>
            <a:ext cx="1544400" cy="883901"/>
            <a:chOff x="2067106" y="4569425"/>
            <a:chExt cx="1544400" cy="883901"/>
          </a:xfrm>
        </p:grpSpPr>
        <p:sp>
          <p:nvSpPr>
            <p:cNvPr id="449" name="Google Shape;449;p18"/>
            <p:cNvSpPr txBox="1"/>
            <p:nvPr/>
          </p:nvSpPr>
          <p:spPr>
            <a:xfrm>
              <a:off x="2067106" y="4880926"/>
              <a:ext cx="1544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0" name="Google Shape;450;p18"/>
            <p:cNvSpPr txBox="1"/>
            <p:nvPr/>
          </p:nvSpPr>
          <p:spPr>
            <a:xfrm>
              <a:off x="2067106" y="4569425"/>
              <a:ext cx="15444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Indesign</a:t>
              </a:r>
              <a:endParaRPr b="1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51" name="Google Shape;451;p18"/>
          <p:cNvSpPr txBox="1"/>
          <p:nvPr/>
        </p:nvSpPr>
        <p:spPr>
          <a:xfrm>
            <a:off x="6629956" y="1831401"/>
            <a:ext cx="1544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8"/>
          <p:cNvSpPr txBox="1"/>
          <p:nvPr/>
        </p:nvSpPr>
        <p:spPr>
          <a:xfrm>
            <a:off x="6629956" y="1519900"/>
            <a:ext cx="1544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Photoshop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3045550" y="3468206"/>
            <a:ext cx="289857" cy="289056"/>
          </a:xfrm>
          <a:custGeom>
            <a:rect b="b" l="l" r="r" t="t"/>
            <a:pathLst>
              <a:path extrusionOk="0" h="12004" w="12036">
                <a:moveTo>
                  <a:pt x="9893" y="1418"/>
                </a:moveTo>
                <a:lnTo>
                  <a:pt x="9893" y="1764"/>
                </a:lnTo>
                <a:cubicBezTo>
                  <a:pt x="9893" y="1953"/>
                  <a:pt x="10051" y="2111"/>
                  <a:pt x="10240" y="2111"/>
                </a:cubicBezTo>
                <a:lnTo>
                  <a:pt x="10618" y="2111"/>
                </a:lnTo>
                <a:lnTo>
                  <a:pt x="10618" y="9924"/>
                </a:lnTo>
                <a:lnTo>
                  <a:pt x="10240" y="9924"/>
                </a:lnTo>
                <a:cubicBezTo>
                  <a:pt x="10051" y="9924"/>
                  <a:pt x="9893" y="10082"/>
                  <a:pt x="9893" y="10271"/>
                </a:cubicBezTo>
                <a:lnTo>
                  <a:pt x="9893" y="10617"/>
                </a:lnTo>
                <a:lnTo>
                  <a:pt x="2143" y="10617"/>
                </a:lnTo>
                <a:lnTo>
                  <a:pt x="2143" y="10271"/>
                </a:lnTo>
                <a:cubicBezTo>
                  <a:pt x="2143" y="10082"/>
                  <a:pt x="1985" y="9924"/>
                  <a:pt x="1796" y="9924"/>
                </a:cubicBezTo>
                <a:lnTo>
                  <a:pt x="1450" y="9924"/>
                </a:lnTo>
                <a:lnTo>
                  <a:pt x="1450" y="2142"/>
                </a:lnTo>
                <a:lnTo>
                  <a:pt x="1796" y="2142"/>
                </a:lnTo>
                <a:cubicBezTo>
                  <a:pt x="1985" y="2142"/>
                  <a:pt x="2143" y="1985"/>
                  <a:pt x="2143" y="1796"/>
                </a:cubicBezTo>
                <a:lnTo>
                  <a:pt x="2143" y="1418"/>
                </a:lnTo>
                <a:close/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764"/>
                </a:lnTo>
                <a:cubicBezTo>
                  <a:pt x="1" y="1953"/>
                  <a:pt x="158" y="2111"/>
                  <a:pt x="379" y="2111"/>
                </a:cubicBezTo>
                <a:lnTo>
                  <a:pt x="725" y="2111"/>
                </a:lnTo>
                <a:lnTo>
                  <a:pt x="725" y="9861"/>
                </a:lnTo>
                <a:lnTo>
                  <a:pt x="379" y="9861"/>
                </a:lnTo>
                <a:cubicBezTo>
                  <a:pt x="158" y="9861"/>
                  <a:pt x="1" y="10019"/>
                  <a:pt x="1" y="10208"/>
                </a:cubicBezTo>
                <a:lnTo>
                  <a:pt x="1" y="11657"/>
                </a:lnTo>
                <a:cubicBezTo>
                  <a:pt x="1" y="11846"/>
                  <a:pt x="158" y="12003"/>
                  <a:pt x="379" y="12003"/>
                </a:cubicBezTo>
                <a:lnTo>
                  <a:pt x="1796" y="12003"/>
                </a:lnTo>
                <a:cubicBezTo>
                  <a:pt x="1985" y="12003"/>
                  <a:pt x="2143" y="11846"/>
                  <a:pt x="2143" y="11657"/>
                </a:cubicBezTo>
                <a:lnTo>
                  <a:pt x="2143" y="11279"/>
                </a:lnTo>
                <a:lnTo>
                  <a:pt x="9893" y="11279"/>
                </a:lnTo>
                <a:lnTo>
                  <a:pt x="9893" y="11657"/>
                </a:lnTo>
                <a:cubicBezTo>
                  <a:pt x="9893" y="11846"/>
                  <a:pt x="10051" y="12003"/>
                  <a:pt x="10240" y="12003"/>
                </a:cubicBezTo>
                <a:lnTo>
                  <a:pt x="11657" y="12003"/>
                </a:lnTo>
                <a:cubicBezTo>
                  <a:pt x="11878" y="12003"/>
                  <a:pt x="12036" y="11846"/>
                  <a:pt x="12036" y="11657"/>
                </a:cubicBezTo>
                <a:lnTo>
                  <a:pt x="12036" y="10208"/>
                </a:lnTo>
                <a:cubicBezTo>
                  <a:pt x="12036" y="10019"/>
                  <a:pt x="11878" y="9861"/>
                  <a:pt x="11657" y="9861"/>
                </a:cubicBezTo>
                <a:lnTo>
                  <a:pt x="11311" y="9861"/>
                </a:lnTo>
                <a:lnTo>
                  <a:pt x="11311" y="2111"/>
                </a:lnTo>
                <a:lnTo>
                  <a:pt x="11657" y="2111"/>
                </a:lnTo>
                <a:cubicBezTo>
                  <a:pt x="11878" y="2111"/>
                  <a:pt x="12036" y="1953"/>
                  <a:pt x="12036" y="1764"/>
                </a:cubicBezTo>
                <a:lnTo>
                  <a:pt x="12036" y="347"/>
                </a:lnTo>
                <a:cubicBezTo>
                  <a:pt x="12036" y="158"/>
                  <a:pt x="11878" y="0"/>
                  <a:pt x="11657" y="0"/>
                </a:cubicBezTo>
                <a:lnTo>
                  <a:pt x="10240" y="0"/>
                </a:lnTo>
                <a:cubicBezTo>
                  <a:pt x="10051" y="0"/>
                  <a:pt x="9893" y="158"/>
                  <a:pt x="9893" y="347"/>
                </a:cubicBezTo>
                <a:lnTo>
                  <a:pt x="9893" y="693"/>
                </a:lnTo>
                <a:lnTo>
                  <a:pt x="2143" y="693"/>
                </a:lnTo>
                <a:lnTo>
                  <a:pt x="2143" y="347"/>
                </a:lnTo>
                <a:cubicBezTo>
                  <a:pt x="2143" y="158"/>
                  <a:pt x="1985" y="0"/>
                  <a:pt x="17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097135" y="3537219"/>
            <a:ext cx="186688" cy="141133"/>
          </a:xfrm>
          <a:custGeom>
            <a:rect b="b" l="l" r="r" t="t"/>
            <a:pathLst>
              <a:path extrusionOk="0" h="5861" w="7752">
                <a:moveTo>
                  <a:pt x="3845" y="1009"/>
                </a:moveTo>
                <a:cubicBezTo>
                  <a:pt x="4443" y="1009"/>
                  <a:pt x="4916" y="1482"/>
                  <a:pt x="4916" y="2080"/>
                </a:cubicBezTo>
                <a:cubicBezTo>
                  <a:pt x="4916" y="2679"/>
                  <a:pt x="4443" y="3151"/>
                  <a:pt x="3845" y="3151"/>
                </a:cubicBezTo>
                <a:cubicBezTo>
                  <a:pt x="3277" y="3151"/>
                  <a:pt x="2805" y="2679"/>
                  <a:pt x="2805" y="2080"/>
                </a:cubicBezTo>
                <a:cubicBezTo>
                  <a:pt x="2805" y="1482"/>
                  <a:pt x="3277" y="1009"/>
                  <a:pt x="3845" y="1009"/>
                </a:cubicBezTo>
                <a:close/>
                <a:moveTo>
                  <a:pt x="348" y="1"/>
                </a:moveTo>
                <a:cubicBezTo>
                  <a:pt x="158" y="1"/>
                  <a:pt x="1" y="159"/>
                  <a:pt x="1" y="348"/>
                </a:cubicBezTo>
                <a:lnTo>
                  <a:pt x="1" y="5829"/>
                </a:lnTo>
                <a:lnTo>
                  <a:pt x="2206" y="3624"/>
                </a:lnTo>
                <a:cubicBezTo>
                  <a:pt x="2269" y="3561"/>
                  <a:pt x="2356" y="3530"/>
                  <a:pt x="2447" y="3530"/>
                </a:cubicBezTo>
                <a:cubicBezTo>
                  <a:pt x="2537" y="3530"/>
                  <a:pt x="2632" y="3561"/>
                  <a:pt x="2710" y="3624"/>
                </a:cubicBezTo>
                <a:lnTo>
                  <a:pt x="3939" y="4821"/>
                </a:lnTo>
                <a:lnTo>
                  <a:pt x="5042" y="3656"/>
                </a:lnTo>
                <a:cubicBezTo>
                  <a:pt x="5136" y="3561"/>
                  <a:pt x="5199" y="3530"/>
                  <a:pt x="5294" y="3530"/>
                </a:cubicBezTo>
                <a:cubicBezTo>
                  <a:pt x="5388" y="3530"/>
                  <a:pt x="5483" y="3561"/>
                  <a:pt x="5546" y="3656"/>
                </a:cubicBezTo>
                <a:lnTo>
                  <a:pt x="7751" y="5861"/>
                </a:lnTo>
                <a:lnTo>
                  <a:pt x="7751" y="379"/>
                </a:lnTo>
                <a:cubicBezTo>
                  <a:pt x="7720" y="159"/>
                  <a:pt x="7562" y="1"/>
                  <a:pt x="73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3181376" y="3578950"/>
            <a:ext cx="17460" cy="16712"/>
          </a:xfrm>
          <a:custGeom>
            <a:rect b="b" l="l" r="r" t="t"/>
            <a:pathLst>
              <a:path extrusionOk="0" h="694" w="725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cubicBezTo>
                  <a:pt x="567" y="694"/>
                  <a:pt x="725" y="536"/>
                  <a:pt x="725" y="347"/>
                </a:cubicBezTo>
                <a:cubicBezTo>
                  <a:pt x="725" y="158"/>
                  <a:pt x="567" y="1"/>
                  <a:pt x="34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3203363" y="3642689"/>
            <a:ext cx="68298" cy="46282"/>
          </a:xfrm>
          <a:custGeom>
            <a:rect b="b" l="l" r="r" t="t"/>
            <a:pathLst>
              <a:path extrusionOk="0" h="1922" w="2836">
                <a:moveTo>
                  <a:pt x="883" y="0"/>
                </a:moveTo>
                <a:lnTo>
                  <a:pt x="1" y="945"/>
                </a:lnTo>
                <a:lnTo>
                  <a:pt x="1009" y="1922"/>
                </a:lnTo>
                <a:lnTo>
                  <a:pt x="2836" y="1922"/>
                </a:lnTo>
                <a:lnTo>
                  <a:pt x="8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3109297" y="3641172"/>
            <a:ext cx="94090" cy="47799"/>
          </a:xfrm>
          <a:custGeom>
            <a:rect b="b" l="l" r="r" t="t"/>
            <a:pathLst>
              <a:path extrusionOk="0" h="1985" w="3907">
                <a:moveTo>
                  <a:pt x="1985" y="0"/>
                </a:moveTo>
                <a:lnTo>
                  <a:pt x="0" y="1985"/>
                </a:lnTo>
                <a:lnTo>
                  <a:pt x="3907" y="1985"/>
                </a:lnTo>
                <a:lnTo>
                  <a:pt x="19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1718754" y="1420780"/>
            <a:ext cx="34173" cy="125216"/>
          </a:xfrm>
          <a:custGeom>
            <a:rect b="b" l="l" r="r" t="t"/>
            <a:pathLst>
              <a:path extrusionOk="0" h="5200" w="1419">
                <a:moveTo>
                  <a:pt x="1" y="1"/>
                </a:moveTo>
                <a:lnTo>
                  <a:pt x="1" y="5199"/>
                </a:lnTo>
                <a:lnTo>
                  <a:pt x="1418" y="4506"/>
                </a:lnTo>
                <a:lnTo>
                  <a:pt x="1418" y="726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837866" y="1457960"/>
            <a:ext cx="51633" cy="50857"/>
          </a:xfrm>
          <a:custGeom>
            <a:rect b="b" l="l" r="r" t="t"/>
            <a:pathLst>
              <a:path extrusionOk="0" h="2112" w="2144">
                <a:moveTo>
                  <a:pt x="1072" y="1"/>
                </a:moveTo>
                <a:cubicBezTo>
                  <a:pt x="473" y="1"/>
                  <a:pt x="1" y="473"/>
                  <a:pt x="1" y="1072"/>
                </a:cubicBezTo>
                <a:cubicBezTo>
                  <a:pt x="1" y="1639"/>
                  <a:pt x="473" y="2112"/>
                  <a:pt x="1072" y="2112"/>
                </a:cubicBezTo>
                <a:cubicBezTo>
                  <a:pt x="1671" y="2112"/>
                  <a:pt x="2143" y="1639"/>
                  <a:pt x="2143" y="1072"/>
                </a:cubicBezTo>
                <a:cubicBezTo>
                  <a:pt x="2143" y="473"/>
                  <a:pt x="1639" y="1"/>
                  <a:pt x="107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973692" y="1420780"/>
            <a:ext cx="34149" cy="125216"/>
          </a:xfrm>
          <a:custGeom>
            <a:rect b="b" l="l" r="r" t="t"/>
            <a:pathLst>
              <a:path extrusionOk="0" h="5200" w="1418">
                <a:moveTo>
                  <a:pt x="1418" y="1"/>
                </a:moveTo>
                <a:lnTo>
                  <a:pt x="0" y="726"/>
                </a:lnTo>
                <a:lnTo>
                  <a:pt x="0" y="4506"/>
                </a:lnTo>
                <a:lnTo>
                  <a:pt x="1418" y="5199"/>
                </a:lnTo>
                <a:lnTo>
                  <a:pt x="14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718754" y="1356318"/>
            <a:ext cx="289086" cy="236706"/>
          </a:xfrm>
          <a:custGeom>
            <a:rect b="b" l="l" r="r" t="t"/>
            <a:pathLst>
              <a:path extrusionOk="0" h="9830" w="12004">
                <a:moveTo>
                  <a:pt x="6018" y="2142"/>
                </a:moveTo>
                <a:cubicBezTo>
                  <a:pt x="7751" y="2142"/>
                  <a:pt x="9168" y="3560"/>
                  <a:pt x="9168" y="5293"/>
                </a:cubicBezTo>
                <a:cubicBezTo>
                  <a:pt x="9168" y="7026"/>
                  <a:pt x="7751" y="8443"/>
                  <a:pt x="6018" y="8443"/>
                </a:cubicBezTo>
                <a:cubicBezTo>
                  <a:pt x="4285" y="8443"/>
                  <a:pt x="2867" y="7026"/>
                  <a:pt x="2867" y="5293"/>
                </a:cubicBezTo>
                <a:cubicBezTo>
                  <a:pt x="2867" y="3560"/>
                  <a:pt x="4285" y="2142"/>
                  <a:pt x="6018" y="2142"/>
                </a:cubicBezTo>
                <a:close/>
                <a:moveTo>
                  <a:pt x="1765" y="0"/>
                </a:moveTo>
                <a:cubicBezTo>
                  <a:pt x="1576" y="0"/>
                  <a:pt x="1418" y="158"/>
                  <a:pt x="1418" y="378"/>
                </a:cubicBezTo>
                <a:lnTo>
                  <a:pt x="1418" y="725"/>
                </a:lnTo>
                <a:lnTo>
                  <a:pt x="1072" y="725"/>
                </a:lnTo>
                <a:cubicBezTo>
                  <a:pt x="473" y="725"/>
                  <a:pt x="1" y="1197"/>
                  <a:pt x="1" y="1796"/>
                </a:cubicBezTo>
                <a:lnTo>
                  <a:pt x="1" y="1890"/>
                </a:lnTo>
                <a:lnTo>
                  <a:pt x="1922" y="2835"/>
                </a:lnTo>
                <a:cubicBezTo>
                  <a:pt x="2048" y="2930"/>
                  <a:pt x="2143" y="3056"/>
                  <a:pt x="2143" y="3151"/>
                </a:cubicBezTo>
                <a:lnTo>
                  <a:pt x="2143" y="7372"/>
                </a:lnTo>
                <a:cubicBezTo>
                  <a:pt x="2143" y="7498"/>
                  <a:pt x="2048" y="7624"/>
                  <a:pt x="1922" y="7687"/>
                </a:cubicBezTo>
                <a:lnTo>
                  <a:pt x="1" y="8632"/>
                </a:lnTo>
                <a:lnTo>
                  <a:pt x="1" y="8758"/>
                </a:lnTo>
                <a:cubicBezTo>
                  <a:pt x="1" y="9357"/>
                  <a:pt x="473" y="9830"/>
                  <a:pt x="1072" y="9830"/>
                </a:cubicBezTo>
                <a:lnTo>
                  <a:pt x="10964" y="9830"/>
                </a:lnTo>
                <a:cubicBezTo>
                  <a:pt x="11531" y="9830"/>
                  <a:pt x="12004" y="9357"/>
                  <a:pt x="12004" y="8758"/>
                </a:cubicBezTo>
                <a:lnTo>
                  <a:pt x="12004" y="8632"/>
                </a:lnTo>
                <a:lnTo>
                  <a:pt x="10082" y="7687"/>
                </a:lnTo>
                <a:cubicBezTo>
                  <a:pt x="9956" y="7624"/>
                  <a:pt x="9893" y="7498"/>
                  <a:pt x="9893" y="7372"/>
                </a:cubicBezTo>
                <a:lnTo>
                  <a:pt x="9893" y="3151"/>
                </a:lnTo>
                <a:cubicBezTo>
                  <a:pt x="9893" y="3056"/>
                  <a:pt x="9956" y="2930"/>
                  <a:pt x="10082" y="2835"/>
                </a:cubicBezTo>
                <a:lnTo>
                  <a:pt x="12004" y="1890"/>
                </a:lnTo>
                <a:lnTo>
                  <a:pt x="12004" y="1796"/>
                </a:lnTo>
                <a:cubicBezTo>
                  <a:pt x="12004" y="1197"/>
                  <a:pt x="11531" y="725"/>
                  <a:pt x="10933" y="725"/>
                </a:cubicBezTo>
                <a:lnTo>
                  <a:pt x="2143" y="725"/>
                </a:lnTo>
                <a:lnTo>
                  <a:pt x="2143" y="378"/>
                </a:lnTo>
                <a:cubicBezTo>
                  <a:pt x="2143" y="158"/>
                  <a:pt x="1985" y="0"/>
                  <a:pt x="17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1805259" y="1423814"/>
            <a:ext cx="117619" cy="117631"/>
          </a:xfrm>
          <a:custGeom>
            <a:rect b="b" l="l" r="r" t="t"/>
            <a:pathLst>
              <a:path extrusionOk="0" h="4885" w="4884">
                <a:moveTo>
                  <a:pt x="2426" y="663"/>
                </a:moveTo>
                <a:cubicBezTo>
                  <a:pt x="3403" y="663"/>
                  <a:pt x="4190" y="1450"/>
                  <a:pt x="4190" y="2458"/>
                </a:cubicBezTo>
                <a:cubicBezTo>
                  <a:pt x="4159" y="3435"/>
                  <a:pt x="3371" y="4223"/>
                  <a:pt x="2426" y="4223"/>
                </a:cubicBezTo>
                <a:cubicBezTo>
                  <a:pt x="1449" y="4223"/>
                  <a:pt x="662" y="3435"/>
                  <a:pt x="662" y="2458"/>
                </a:cubicBezTo>
                <a:cubicBezTo>
                  <a:pt x="662" y="1450"/>
                  <a:pt x="1449" y="663"/>
                  <a:pt x="2426" y="663"/>
                </a:cubicBezTo>
                <a:close/>
                <a:moveTo>
                  <a:pt x="2426" y="1"/>
                </a:moveTo>
                <a:cubicBezTo>
                  <a:pt x="1103" y="1"/>
                  <a:pt x="0" y="1104"/>
                  <a:pt x="0" y="2458"/>
                </a:cubicBezTo>
                <a:cubicBezTo>
                  <a:pt x="0" y="3782"/>
                  <a:pt x="1103" y="4884"/>
                  <a:pt x="2426" y="4884"/>
                </a:cubicBezTo>
                <a:cubicBezTo>
                  <a:pt x="3781" y="4884"/>
                  <a:pt x="4883" y="3782"/>
                  <a:pt x="4883" y="2458"/>
                </a:cubicBezTo>
                <a:cubicBezTo>
                  <a:pt x="4883" y="1104"/>
                  <a:pt x="3781" y="1"/>
                  <a:pt x="242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1816626" y="1339606"/>
            <a:ext cx="94861" cy="16736"/>
          </a:xfrm>
          <a:custGeom>
            <a:rect b="b" l="l" r="r" t="t"/>
            <a:pathLst>
              <a:path extrusionOk="0" h="695" w="3939">
                <a:moveTo>
                  <a:pt x="536" y="1"/>
                </a:moveTo>
                <a:cubicBezTo>
                  <a:pt x="410" y="1"/>
                  <a:pt x="316" y="64"/>
                  <a:pt x="221" y="190"/>
                </a:cubicBezTo>
                <a:lnTo>
                  <a:pt x="1" y="694"/>
                </a:lnTo>
                <a:lnTo>
                  <a:pt x="3939" y="694"/>
                </a:lnTo>
                <a:lnTo>
                  <a:pt x="3655" y="190"/>
                </a:lnTo>
                <a:cubicBezTo>
                  <a:pt x="3592" y="64"/>
                  <a:pt x="3466" y="1"/>
                  <a:pt x="33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D1D1B"/>
              </a:solidFill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7333038" y="1444561"/>
            <a:ext cx="18820" cy="18818"/>
          </a:xfrm>
          <a:custGeom>
            <a:rect b="b" l="l" r="r" t="t"/>
            <a:pathLst>
              <a:path extrusionOk="0" h="726" w="726">
                <a:moveTo>
                  <a:pt x="1" y="1"/>
                </a:moveTo>
                <a:lnTo>
                  <a:pt x="1" y="725"/>
                </a:lnTo>
                <a:lnTo>
                  <a:pt x="347" y="725"/>
                </a:lnTo>
                <a:cubicBezTo>
                  <a:pt x="568" y="725"/>
                  <a:pt x="725" y="568"/>
                  <a:pt x="725" y="379"/>
                </a:cubicBezTo>
                <a:cubicBezTo>
                  <a:pt x="725" y="127"/>
                  <a:pt x="568" y="1"/>
                  <a:pt x="3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7279145" y="1407806"/>
            <a:ext cx="273612" cy="127423"/>
          </a:xfrm>
          <a:custGeom>
            <a:rect b="b" l="l" r="r" t="t"/>
            <a:pathLst>
              <a:path extrusionOk="0" h="4916" w="10555">
                <a:moveTo>
                  <a:pt x="2458" y="725"/>
                </a:moveTo>
                <a:cubicBezTo>
                  <a:pt x="3025" y="725"/>
                  <a:pt x="3497" y="1198"/>
                  <a:pt x="3497" y="1765"/>
                </a:cubicBezTo>
                <a:cubicBezTo>
                  <a:pt x="3497" y="2364"/>
                  <a:pt x="3025" y="2805"/>
                  <a:pt x="2426" y="2805"/>
                </a:cubicBezTo>
                <a:lnTo>
                  <a:pt x="2080" y="2805"/>
                </a:lnTo>
                <a:lnTo>
                  <a:pt x="2080" y="3876"/>
                </a:lnTo>
                <a:cubicBezTo>
                  <a:pt x="2080" y="4065"/>
                  <a:pt x="1922" y="4222"/>
                  <a:pt x="1733" y="4222"/>
                </a:cubicBezTo>
                <a:cubicBezTo>
                  <a:pt x="1544" y="4222"/>
                  <a:pt x="1387" y="4065"/>
                  <a:pt x="1387" y="3876"/>
                </a:cubicBezTo>
                <a:lnTo>
                  <a:pt x="1387" y="1072"/>
                </a:lnTo>
                <a:cubicBezTo>
                  <a:pt x="1387" y="883"/>
                  <a:pt x="1544" y="725"/>
                  <a:pt x="1733" y="725"/>
                </a:cubicBezTo>
                <a:close/>
                <a:moveTo>
                  <a:pt x="5262" y="694"/>
                </a:moveTo>
                <a:cubicBezTo>
                  <a:pt x="5860" y="694"/>
                  <a:pt x="6333" y="1167"/>
                  <a:pt x="6333" y="1734"/>
                </a:cubicBezTo>
                <a:cubicBezTo>
                  <a:pt x="6333" y="1954"/>
                  <a:pt x="6175" y="2112"/>
                  <a:pt x="5986" y="2112"/>
                </a:cubicBezTo>
                <a:cubicBezTo>
                  <a:pt x="5797" y="2112"/>
                  <a:pt x="5640" y="1954"/>
                  <a:pt x="5640" y="1734"/>
                </a:cubicBezTo>
                <a:cubicBezTo>
                  <a:pt x="5640" y="1545"/>
                  <a:pt x="5482" y="1387"/>
                  <a:pt x="5262" y="1387"/>
                </a:cubicBezTo>
                <a:cubicBezTo>
                  <a:pt x="5073" y="1387"/>
                  <a:pt x="4915" y="1545"/>
                  <a:pt x="4915" y="1734"/>
                </a:cubicBezTo>
                <a:cubicBezTo>
                  <a:pt x="4915" y="1954"/>
                  <a:pt x="5073" y="2112"/>
                  <a:pt x="5262" y="2112"/>
                </a:cubicBezTo>
                <a:cubicBezTo>
                  <a:pt x="5860" y="2112"/>
                  <a:pt x="6333" y="2553"/>
                  <a:pt x="6333" y="3151"/>
                </a:cubicBezTo>
                <a:cubicBezTo>
                  <a:pt x="6333" y="3750"/>
                  <a:pt x="5860" y="4222"/>
                  <a:pt x="5262" y="4222"/>
                </a:cubicBezTo>
                <a:cubicBezTo>
                  <a:pt x="4695" y="4222"/>
                  <a:pt x="4222" y="3750"/>
                  <a:pt x="4222" y="3151"/>
                </a:cubicBezTo>
                <a:cubicBezTo>
                  <a:pt x="4222" y="2962"/>
                  <a:pt x="4379" y="2805"/>
                  <a:pt x="4569" y="2805"/>
                </a:cubicBezTo>
                <a:cubicBezTo>
                  <a:pt x="4758" y="2805"/>
                  <a:pt x="4915" y="2962"/>
                  <a:pt x="4915" y="3151"/>
                </a:cubicBezTo>
                <a:cubicBezTo>
                  <a:pt x="4915" y="3340"/>
                  <a:pt x="5073" y="3498"/>
                  <a:pt x="5262" y="3498"/>
                </a:cubicBezTo>
                <a:cubicBezTo>
                  <a:pt x="5482" y="3498"/>
                  <a:pt x="5640" y="3340"/>
                  <a:pt x="5640" y="3151"/>
                </a:cubicBezTo>
                <a:cubicBezTo>
                  <a:pt x="5640" y="2962"/>
                  <a:pt x="5482" y="2805"/>
                  <a:pt x="5262" y="2805"/>
                </a:cubicBezTo>
                <a:cubicBezTo>
                  <a:pt x="4695" y="2805"/>
                  <a:pt x="4222" y="2332"/>
                  <a:pt x="4222" y="1734"/>
                </a:cubicBezTo>
                <a:cubicBezTo>
                  <a:pt x="4222" y="1167"/>
                  <a:pt x="4695" y="694"/>
                  <a:pt x="5262" y="694"/>
                </a:cubicBezTo>
                <a:close/>
                <a:moveTo>
                  <a:pt x="8066" y="725"/>
                </a:moveTo>
                <a:cubicBezTo>
                  <a:pt x="8664" y="725"/>
                  <a:pt x="9137" y="1198"/>
                  <a:pt x="9137" y="1765"/>
                </a:cubicBezTo>
                <a:lnTo>
                  <a:pt x="9137" y="3151"/>
                </a:lnTo>
                <a:cubicBezTo>
                  <a:pt x="9137" y="3750"/>
                  <a:pt x="8664" y="4222"/>
                  <a:pt x="8066" y="4222"/>
                </a:cubicBezTo>
                <a:lnTo>
                  <a:pt x="7372" y="4222"/>
                </a:lnTo>
                <a:cubicBezTo>
                  <a:pt x="7152" y="4222"/>
                  <a:pt x="6994" y="4065"/>
                  <a:pt x="6994" y="3876"/>
                </a:cubicBezTo>
                <a:lnTo>
                  <a:pt x="6994" y="1072"/>
                </a:lnTo>
                <a:cubicBezTo>
                  <a:pt x="6994" y="883"/>
                  <a:pt x="7152" y="725"/>
                  <a:pt x="7372" y="725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4569"/>
                </a:lnTo>
                <a:cubicBezTo>
                  <a:pt x="0" y="4758"/>
                  <a:pt x="158" y="4916"/>
                  <a:pt x="347" y="4916"/>
                </a:cubicBezTo>
                <a:lnTo>
                  <a:pt x="10208" y="4916"/>
                </a:lnTo>
                <a:cubicBezTo>
                  <a:pt x="10397" y="4916"/>
                  <a:pt x="10554" y="4758"/>
                  <a:pt x="10554" y="4569"/>
                </a:cubicBezTo>
                <a:lnTo>
                  <a:pt x="10554" y="347"/>
                </a:lnTo>
                <a:cubicBezTo>
                  <a:pt x="10554" y="158"/>
                  <a:pt x="10397" y="1"/>
                  <a:pt x="1020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7479241" y="1444561"/>
            <a:ext cx="17964" cy="55547"/>
          </a:xfrm>
          <a:custGeom>
            <a:rect b="b" l="l" r="r" t="t"/>
            <a:pathLst>
              <a:path extrusionOk="0" h="2143" w="693">
                <a:moveTo>
                  <a:pt x="0" y="1"/>
                </a:moveTo>
                <a:lnTo>
                  <a:pt x="0" y="2143"/>
                </a:lnTo>
                <a:lnTo>
                  <a:pt x="347" y="2143"/>
                </a:lnTo>
                <a:cubicBezTo>
                  <a:pt x="536" y="2143"/>
                  <a:pt x="693" y="1985"/>
                  <a:pt x="693" y="1796"/>
                </a:cubicBezTo>
                <a:lnTo>
                  <a:pt x="693" y="347"/>
                </a:lnTo>
                <a:cubicBezTo>
                  <a:pt x="693" y="127"/>
                  <a:pt x="536" y="1"/>
                  <a:pt x="3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7297913" y="1280435"/>
            <a:ext cx="236880" cy="110264"/>
          </a:xfrm>
          <a:custGeom>
            <a:rect b="b" l="l" r="r" t="t"/>
            <a:pathLst>
              <a:path extrusionOk="0" h="4254" w="9138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4253"/>
                </a:lnTo>
                <a:lnTo>
                  <a:pt x="9137" y="4253"/>
                </a:lnTo>
                <a:lnTo>
                  <a:pt x="9137" y="2804"/>
                </a:lnTo>
                <a:lnTo>
                  <a:pt x="6680" y="2804"/>
                </a:lnTo>
                <a:cubicBezTo>
                  <a:pt x="6491" y="2804"/>
                  <a:pt x="6333" y="2647"/>
                  <a:pt x="6333" y="2457"/>
                </a:cubicBezTo>
                <a:lnTo>
                  <a:pt x="633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7479241" y="1285334"/>
            <a:ext cx="49019" cy="49015"/>
          </a:xfrm>
          <a:custGeom>
            <a:rect b="b" l="l" r="r" t="t"/>
            <a:pathLst>
              <a:path extrusionOk="0" h="1891" w="1891">
                <a:moveTo>
                  <a:pt x="0" y="0"/>
                </a:moveTo>
                <a:lnTo>
                  <a:pt x="0" y="1890"/>
                </a:lnTo>
                <a:lnTo>
                  <a:pt x="1890" y="18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7297109" y="1553995"/>
            <a:ext cx="236854" cy="36755"/>
          </a:xfrm>
          <a:custGeom>
            <a:rect b="b" l="l" r="r" t="t"/>
            <a:pathLst>
              <a:path extrusionOk="0" h="1418" w="9137">
                <a:moveTo>
                  <a:pt x="0" y="0"/>
                </a:moveTo>
                <a:lnTo>
                  <a:pt x="0" y="1071"/>
                </a:lnTo>
                <a:cubicBezTo>
                  <a:pt x="0" y="1260"/>
                  <a:pt x="158" y="1418"/>
                  <a:pt x="378" y="1418"/>
                </a:cubicBezTo>
                <a:lnTo>
                  <a:pt x="8790" y="1418"/>
                </a:lnTo>
                <a:cubicBezTo>
                  <a:pt x="8979" y="1418"/>
                  <a:pt x="9137" y="1260"/>
                  <a:pt x="9137" y="1071"/>
                </a:cubicBezTo>
                <a:lnTo>
                  <a:pt x="913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8"/>
          <p:cNvSpPr/>
          <p:nvPr/>
        </p:nvSpPr>
        <p:spPr>
          <a:xfrm>
            <a:off x="5816716" y="3632710"/>
            <a:ext cx="24523" cy="25350"/>
          </a:xfrm>
          <a:custGeom>
            <a:rect b="b" l="l" r="r" t="t"/>
            <a:pathLst>
              <a:path extrusionOk="0" h="978" w="946">
                <a:moveTo>
                  <a:pt x="473" y="1"/>
                </a:moveTo>
                <a:lnTo>
                  <a:pt x="1" y="978"/>
                </a:lnTo>
                <a:lnTo>
                  <a:pt x="946" y="978"/>
                </a:lnTo>
                <a:lnTo>
                  <a:pt x="473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5947391" y="3462053"/>
            <a:ext cx="49019" cy="49015"/>
          </a:xfrm>
          <a:custGeom>
            <a:rect b="b" l="l" r="r" t="t"/>
            <a:pathLst>
              <a:path extrusionOk="0" h="1891" w="1891">
                <a:moveTo>
                  <a:pt x="1" y="0"/>
                </a:moveTo>
                <a:lnTo>
                  <a:pt x="1" y="1891"/>
                </a:lnTo>
                <a:lnTo>
                  <a:pt x="1891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5765259" y="3457154"/>
            <a:ext cx="236050" cy="311144"/>
          </a:xfrm>
          <a:custGeom>
            <a:rect b="b" l="l" r="r" t="t"/>
            <a:pathLst>
              <a:path extrusionOk="0" h="12004" w="9106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lnTo>
                  <a:pt x="1" y="4222"/>
                </a:lnTo>
                <a:lnTo>
                  <a:pt x="7342" y="4222"/>
                </a:lnTo>
                <a:cubicBezTo>
                  <a:pt x="7562" y="4222"/>
                  <a:pt x="7720" y="4380"/>
                  <a:pt x="7720" y="4600"/>
                </a:cubicBezTo>
                <a:lnTo>
                  <a:pt x="7720" y="10208"/>
                </a:lnTo>
                <a:cubicBezTo>
                  <a:pt x="7720" y="10428"/>
                  <a:pt x="7562" y="10586"/>
                  <a:pt x="7342" y="10586"/>
                </a:cubicBezTo>
                <a:lnTo>
                  <a:pt x="1" y="10586"/>
                </a:lnTo>
                <a:lnTo>
                  <a:pt x="1" y="11626"/>
                </a:lnTo>
                <a:cubicBezTo>
                  <a:pt x="1" y="11846"/>
                  <a:pt x="158" y="12004"/>
                  <a:pt x="348" y="12004"/>
                </a:cubicBezTo>
                <a:lnTo>
                  <a:pt x="8759" y="12004"/>
                </a:lnTo>
                <a:cubicBezTo>
                  <a:pt x="8980" y="12004"/>
                  <a:pt x="9106" y="11846"/>
                  <a:pt x="9106" y="11626"/>
                </a:cubicBezTo>
                <a:lnTo>
                  <a:pt x="9106" y="2804"/>
                </a:lnTo>
                <a:lnTo>
                  <a:pt x="6680" y="2804"/>
                </a:lnTo>
                <a:lnTo>
                  <a:pt x="6680" y="2773"/>
                </a:lnTo>
                <a:cubicBezTo>
                  <a:pt x="6491" y="2773"/>
                  <a:pt x="6333" y="2615"/>
                  <a:pt x="6333" y="2426"/>
                </a:cubicBezTo>
                <a:lnTo>
                  <a:pt x="633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5747295" y="3584550"/>
            <a:ext cx="200122" cy="127397"/>
          </a:xfrm>
          <a:custGeom>
            <a:rect b="b" l="l" r="r" t="t"/>
            <a:pathLst>
              <a:path extrusionOk="0" h="4915" w="7720">
                <a:moveTo>
                  <a:pt x="5987" y="693"/>
                </a:moveTo>
                <a:cubicBezTo>
                  <a:pt x="6207" y="693"/>
                  <a:pt x="6333" y="851"/>
                  <a:pt x="6333" y="1071"/>
                </a:cubicBezTo>
                <a:cubicBezTo>
                  <a:pt x="6302" y="1260"/>
                  <a:pt x="6144" y="1418"/>
                  <a:pt x="5987" y="1418"/>
                </a:cubicBezTo>
                <a:cubicBezTo>
                  <a:pt x="5798" y="1418"/>
                  <a:pt x="5640" y="1260"/>
                  <a:pt x="5640" y="1071"/>
                </a:cubicBezTo>
                <a:cubicBezTo>
                  <a:pt x="5640" y="851"/>
                  <a:pt x="5798" y="693"/>
                  <a:pt x="5987" y="693"/>
                </a:cubicBezTo>
                <a:close/>
                <a:moveTo>
                  <a:pt x="3246" y="701"/>
                </a:moveTo>
                <a:cubicBezTo>
                  <a:pt x="3372" y="701"/>
                  <a:pt x="3498" y="772"/>
                  <a:pt x="3561" y="914"/>
                </a:cubicBezTo>
                <a:lnTo>
                  <a:pt x="4979" y="3686"/>
                </a:lnTo>
                <a:cubicBezTo>
                  <a:pt x="4979" y="3907"/>
                  <a:pt x="4884" y="4096"/>
                  <a:pt x="4727" y="4159"/>
                </a:cubicBezTo>
                <a:cubicBezTo>
                  <a:pt x="4695" y="4222"/>
                  <a:pt x="4601" y="4222"/>
                  <a:pt x="4569" y="4222"/>
                </a:cubicBezTo>
                <a:cubicBezTo>
                  <a:pt x="4443" y="4222"/>
                  <a:pt x="4349" y="4127"/>
                  <a:pt x="4254" y="4001"/>
                </a:cubicBezTo>
                <a:lnTo>
                  <a:pt x="4033" y="3497"/>
                </a:lnTo>
                <a:lnTo>
                  <a:pt x="2364" y="3497"/>
                </a:lnTo>
                <a:lnTo>
                  <a:pt x="2143" y="4001"/>
                </a:lnTo>
                <a:cubicBezTo>
                  <a:pt x="2075" y="4115"/>
                  <a:pt x="1940" y="4196"/>
                  <a:pt x="1811" y="4196"/>
                </a:cubicBezTo>
                <a:cubicBezTo>
                  <a:pt x="1762" y="4196"/>
                  <a:pt x="1714" y="4185"/>
                  <a:pt x="1671" y="4159"/>
                </a:cubicBezTo>
                <a:cubicBezTo>
                  <a:pt x="1513" y="4096"/>
                  <a:pt x="1419" y="3844"/>
                  <a:pt x="1513" y="3686"/>
                </a:cubicBezTo>
                <a:lnTo>
                  <a:pt x="2931" y="914"/>
                </a:lnTo>
                <a:cubicBezTo>
                  <a:pt x="2994" y="772"/>
                  <a:pt x="3120" y="701"/>
                  <a:pt x="3246" y="701"/>
                </a:cubicBezTo>
                <a:close/>
                <a:moveTo>
                  <a:pt x="5955" y="2079"/>
                </a:moveTo>
                <a:cubicBezTo>
                  <a:pt x="6144" y="2079"/>
                  <a:pt x="6302" y="2237"/>
                  <a:pt x="6302" y="2426"/>
                </a:cubicBezTo>
                <a:lnTo>
                  <a:pt x="6302" y="3844"/>
                </a:lnTo>
                <a:cubicBezTo>
                  <a:pt x="6302" y="4064"/>
                  <a:pt x="6144" y="4222"/>
                  <a:pt x="5955" y="4222"/>
                </a:cubicBezTo>
                <a:cubicBezTo>
                  <a:pt x="5766" y="4222"/>
                  <a:pt x="5609" y="4064"/>
                  <a:pt x="5609" y="3844"/>
                </a:cubicBezTo>
                <a:lnTo>
                  <a:pt x="5609" y="2426"/>
                </a:lnTo>
                <a:cubicBezTo>
                  <a:pt x="5609" y="2237"/>
                  <a:pt x="5766" y="2079"/>
                  <a:pt x="5955" y="2079"/>
                </a:cubicBezTo>
                <a:close/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4568"/>
                </a:lnTo>
                <a:cubicBezTo>
                  <a:pt x="1" y="4757"/>
                  <a:pt x="158" y="4915"/>
                  <a:pt x="347" y="4915"/>
                </a:cubicBezTo>
                <a:lnTo>
                  <a:pt x="7720" y="4915"/>
                </a:lnTo>
                <a:lnTo>
                  <a:pt x="7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4359797" y="1278140"/>
            <a:ext cx="315704" cy="185158"/>
          </a:xfrm>
          <a:custGeom>
            <a:rect b="b" l="l" r="r" t="t"/>
            <a:pathLst>
              <a:path extrusionOk="0" h="7059" w="12036">
                <a:moveTo>
                  <a:pt x="1072" y="1"/>
                </a:moveTo>
                <a:cubicBezTo>
                  <a:pt x="473" y="1"/>
                  <a:pt x="1" y="474"/>
                  <a:pt x="1" y="1072"/>
                </a:cubicBezTo>
                <a:cubicBezTo>
                  <a:pt x="1" y="1671"/>
                  <a:pt x="473" y="2143"/>
                  <a:pt x="1072" y="2143"/>
                </a:cubicBezTo>
                <a:cubicBezTo>
                  <a:pt x="1545" y="2143"/>
                  <a:pt x="1891" y="1828"/>
                  <a:pt x="2049" y="1419"/>
                </a:cubicBezTo>
                <a:lnTo>
                  <a:pt x="3592" y="1419"/>
                </a:lnTo>
                <a:cubicBezTo>
                  <a:pt x="2364" y="2175"/>
                  <a:pt x="1576" y="3467"/>
                  <a:pt x="1450" y="4916"/>
                </a:cubicBezTo>
                <a:lnTo>
                  <a:pt x="1072" y="4916"/>
                </a:lnTo>
                <a:cubicBezTo>
                  <a:pt x="883" y="4916"/>
                  <a:pt x="726" y="5073"/>
                  <a:pt x="726" y="5294"/>
                </a:cubicBezTo>
                <a:lnTo>
                  <a:pt x="726" y="6712"/>
                </a:lnTo>
                <a:cubicBezTo>
                  <a:pt x="726" y="6901"/>
                  <a:pt x="883" y="7058"/>
                  <a:pt x="1072" y="7058"/>
                </a:cubicBezTo>
                <a:lnTo>
                  <a:pt x="2490" y="7058"/>
                </a:lnTo>
                <a:cubicBezTo>
                  <a:pt x="2679" y="7058"/>
                  <a:pt x="2836" y="6901"/>
                  <a:pt x="2836" y="6712"/>
                </a:cubicBezTo>
                <a:lnTo>
                  <a:pt x="2836" y="5294"/>
                </a:lnTo>
                <a:cubicBezTo>
                  <a:pt x="2836" y="5073"/>
                  <a:pt x="2679" y="4916"/>
                  <a:pt x="2490" y="4916"/>
                </a:cubicBezTo>
                <a:lnTo>
                  <a:pt x="2175" y="4916"/>
                </a:lnTo>
                <a:cubicBezTo>
                  <a:pt x="2332" y="3309"/>
                  <a:pt x="3435" y="2017"/>
                  <a:pt x="4979" y="1576"/>
                </a:cubicBezTo>
                <a:lnTo>
                  <a:pt x="4979" y="1765"/>
                </a:lnTo>
                <a:cubicBezTo>
                  <a:pt x="4979" y="1986"/>
                  <a:pt x="5136" y="2143"/>
                  <a:pt x="5325" y="2143"/>
                </a:cubicBezTo>
                <a:lnTo>
                  <a:pt x="6743" y="2143"/>
                </a:lnTo>
                <a:cubicBezTo>
                  <a:pt x="6932" y="2143"/>
                  <a:pt x="7090" y="1986"/>
                  <a:pt x="7090" y="1765"/>
                </a:cubicBezTo>
                <a:lnTo>
                  <a:pt x="7090" y="1576"/>
                </a:lnTo>
                <a:cubicBezTo>
                  <a:pt x="8633" y="2017"/>
                  <a:pt x="9736" y="3340"/>
                  <a:pt x="9893" y="4916"/>
                </a:cubicBezTo>
                <a:lnTo>
                  <a:pt x="9578" y="4916"/>
                </a:lnTo>
                <a:cubicBezTo>
                  <a:pt x="9389" y="4916"/>
                  <a:pt x="9232" y="5073"/>
                  <a:pt x="9232" y="5294"/>
                </a:cubicBezTo>
                <a:lnTo>
                  <a:pt x="9232" y="6712"/>
                </a:lnTo>
                <a:cubicBezTo>
                  <a:pt x="9232" y="6901"/>
                  <a:pt x="9389" y="7058"/>
                  <a:pt x="9578" y="7058"/>
                </a:cubicBezTo>
                <a:lnTo>
                  <a:pt x="10996" y="7058"/>
                </a:lnTo>
                <a:cubicBezTo>
                  <a:pt x="11185" y="7058"/>
                  <a:pt x="11343" y="6901"/>
                  <a:pt x="11343" y="6712"/>
                </a:cubicBezTo>
                <a:lnTo>
                  <a:pt x="11343" y="5294"/>
                </a:lnTo>
                <a:cubicBezTo>
                  <a:pt x="11343" y="5073"/>
                  <a:pt x="11185" y="4916"/>
                  <a:pt x="10996" y="4916"/>
                </a:cubicBezTo>
                <a:lnTo>
                  <a:pt x="10587" y="4916"/>
                </a:lnTo>
                <a:cubicBezTo>
                  <a:pt x="10492" y="3467"/>
                  <a:pt x="9704" y="2175"/>
                  <a:pt x="8476" y="1419"/>
                </a:cubicBezTo>
                <a:lnTo>
                  <a:pt x="10020" y="1419"/>
                </a:lnTo>
                <a:cubicBezTo>
                  <a:pt x="10146" y="1860"/>
                  <a:pt x="10555" y="2143"/>
                  <a:pt x="10996" y="2143"/>
                </a:cubicBezTo>
                <a:cubicBezTo>
                  <a:pt x="11563" y="2143"/>
                  <a:pt x="12036" y="1671"/>
                  <a:pt x="12036" y="1072"/>
                </a:cubicBezTo>
                <a:cubicBezTo>
                  <a:pt x="12036" y="474"/>
                  <a:pt x="11563" y="1"/>
                  <a:pt x="10996" y="1"/>
                </a:cubicBezTo>
                <a:cubicBezTo>
                  <a:pt x="10524" y="1"/>
                  <a:pt x="10146" y="285"/>
                  <a:pt x="9988" y="726"/>
                </a:cubicBezTo>
                <a:lnTo>
                  <a:pt x="7090" y="726"/>
                </a:lnTo>
                <a:lnTo>
                  <a:pt x="7090" y="379"/>
                </a:lnTo>
                <a:cubicBezTo>
                  <a:pt x="7090" y="159"/>
                  <a:pt x="6932" y="1"/>
                  <a:pt x="6743" y="1"/>
                </a:cubicBezTo>
                <a:lnTo>
                  <a:pt x="5325" y="1"/>
                </a:lnTo>
                <a:cubicBezTo>
                  <a:pt x="5105" y="1"/>
                  <a:pt x="4979" y="159"/>
                  <a:pt x="4979" y="379"/>
                </a:cubicBezTo>
                <a:lnTo>
                  <a:pt x="4979" y="726"/>
                </a:lnTo>
                <a:lnTo>
                  <a:pt x="2049" y="726"/>
                </a:lnTo>
                <a:cubicBezTo>
                  <a:pt x="1891" y="316"/>
                  <a:pt x="1545" y="1"/>
                  <a:pt x="10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4435838" y="1353342"/>
            <a:ext cx="165301" cy="184318"/>
          </a:xfrm>
          <a:custGeom>
            <a:rect b="b" l="l" r="r" t="t"/>
            <a:pathLst>
              <a:path extrusionOk="0" h="7027" w="6302">
                <a:moveTo>
                  <a:pt x="3182" y="1"/>
                </a:moveTo>
                <a:cubicBezTo>
                  <a:pt x="3064" y="1"/>
                  <a:pt x="2946" y="64"/>
                  <a:pt x="2899" y="190"/>
                </a:cubicBezTo>
                <a:lnTo>
                  <a:pt x="95" y="5105"/>
                </a:lnTo>
                <a:cubicBezTo>
                  <a:pt x="0" y="5231"/>
                  <a:pt x="0" y="5357"/>
                  <a:pt x="95" y="5451"/>
                </a:cubicBezTo>
                <a:lnTo>
                  <a:pt x="1103" y="7026"/>
                </a:lnTo>
                <a:lnTo>
                  <a:pt x="2804" y="7026"/>
                </a:lnTo>
                <a:lnTo>
                  <a:pt x="2804" y="5577"/>
                </a:lnTo>
                <a:cubicBezTo>
                  <a:pt x="2426" y="5420"/>
                  <a:pt x="2111" y="5010"/>
                  <a:pt x="2111" y="4569"/>
                </a:cubicBezTo>
                <a:cubicBezTo>
                  <a:pt x="2111" y="4002"/>
                  <a:pt x="2584" y="3529"/>
                  <a:pt x="3151" y="3529"/>
                </a:cubicBezTo>
                <a:cubicBezTo>
                  <a:pt x="3749" y="3529"/>
                  <a:pt x="4222" y="4002"/>
                  <a:pt x="4222" y="4569"/>
                </a:cubicBezTo>
                <a:cubicBezTo>
                  <a:pt x="4222" y="5042"/>
                  <a:pt x="3939" y="5420"/>
                  <a:pt x="3529" y="5577"/>
                </a:cubicBezTo>
                <a:lnTo>
                  <a:pt x="3529" y="7026"/>
                </a:lnTo>
                <a:lnTo>
                  <a:pt x="5199" y="7026"/>
                </a:lnTo>
                <a:lnTo>
                  <a:pt x="6238" y="5451"/>
                </a:lnTo>
                <a:cubicBezTo>
                  <a:pt x="6301" y="5325"/>
                  <a:pt x="6301" y="5199"/>
                  <a:pt x="6238" y="5105"/>
                </a:cubicBezTo>
                <a:lnTo>
                  <a:pt x="3466" y="190"/>
                </a:lnTo>
                <a:cubicBezTo>
                  <a:pt x="3419" y="64"/>
                  <a:pt x="3301" y="1"/>
                  <a:pt x="31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4454015" y="1555811"/>
            <a:ext cx="128947" cy="37220"/>
          </a:xfrm>
          <a:custGeom>
            <a:rect b="b" l="l" r="r" t="t"/>
            <a:pathLst>
              <a:path extrusionOk="0" h="1419" w="4916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lnTo>
                  <a:pt x="0" y="1072"/>
                </a:lnTo>
                <a:cubicBezTo>
                  <a:pt x="0" y="1261"/>
                  <a:pt x="158" y="1418"/>
                  <a:pt x="347" y="1418"/>
                </a:cubicBezTo>
                <a:lnTo>
                  <a:pt x="4569" y="1418"/>
                </a:lnTo>
                <a:cubicBezTo>
                  <a:pt x="4758" y="1418"/>
                  <a:pt x="4915" y="1261"/>
                  <a:pt x="4915" y="1072"/>
                </a:cubicBezTo>
                <a:lnTo>
                  <a:pt x="4915" y="379"/>
                </a:lnTo>
                <a:cubicBezTo>
                  <a:pt x="4915" y="190"/>
                  <a:pt x="4758" y="1"/>
                  <a:pt x="45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4509387" y="1463272"/>
            <a:ext cx="19017" cy="18204"/>
          </a:xfrm>
          <a:custGeom>
            <a:rect b="b" l="l" r="r" t="t"/>
            <a:pathLst>
              <a:path extrusionOk="0" h="694" w="725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67" y="693"/>
                  <a:pt x="725" y="536"/>
                  <a:pt x="725" y="347"/>
                </a:cubicBezTo>
                <a:cubicBezTo>
                  <a:pt x="725" y="158"/>
                  <a:pt x="567" y="0"/>
                  <a:pt x="3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18"/>
          <p:cNvGrpSpPr/>
          <p:nvPr/>
        </p:nvGrpSpPr>
        <p:grpSpPr>
          <a:xfrm>
            <a:off x="7179713" y="2771825"/>
            <a:ext cx="444900" cy="382200"/>
            <a:chOff x="7028775" y="3864875"/>
            <a:chExt cx="444900" cy="382200"/>
          </a:xfrm>
        </p:grpSpPr>
        <p:sp>
          <p:nvSpPr>
            <p:cNvPr id="479" name="Google Shape;479;p18"/>
            <p:cNvSpPr/>
            <p:nvPr/>
          </p:nvSpPr>
          <p:spPr>
            <a:xfrm>
              <a:off x="7060125" y="3864875"/>
              <a:ext cx="382200" cy="382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 txBox="1"/>
            <p:nvPr/>
          </p:nvSpPr>
          <p:spPr>
            <a:xfrm>
              <a:off x="7028775" y="3932975"/>
              <a:ext cx="4449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1" name="Google Shape;481;p18"/>
          <p:cNvGrpSpPr/>
          <p:nvPr/>
        </p:nvGrpSpPr>
        <p:grpSpPr>
          <a:xfrm>
            <a:off x="5651838" y="2771825"/>
            <a:ext cx="444900" cy="382200"/>
            <a:chOff x="7028775" y="3864875"/>
            <a:chExt cx="444900" cy="382200"/>
          </a:xfrm>
        </p:grpSpPr>
        <p:sp>
          <p:nvSpPr>
            <p:cNvPr id="482" name="Google Shape;482;p18"/>
            <p:cNvSpPr/>
            <p:nvPr/>
          </p:nvSpPr>
          <p:spPr>
            <a:xfrm>
              <a:off x="7060125" y="3864875"/>
              <a:ext cx="382200" cy="382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 txBox="1"/>
            <p:nvPr/>
          </p:nvSpPr>
          <p:spPr>
            <a:xfrm>
              <a:off x="7028775" y="3932975"/>
              <a:ext cx="4449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4" name="Google Shape;484;p18"/>
          <p:cNvGrpSpPr/>
          <p:nvPr/>
        </p:nvGrpSpPr>
        <p:grpSpPr>
          <a:xfrm>
            <a:off x="4295175" y="2771825"/>
            <a:ext cx="444900" cy="382200"/>
            <a:chOff x="7028775" y="3864875"/>
            <a:chExt cx="444900" cy="382200"/>
          </a:xfrm>
        </p:grpSpPr>
        <p:sp>
          <p:nvSpPr>
            <p:cNvPr id="485" name="Google Shape;485;p18"/>
            <p:cNvSpPr/>
            <p:nvPr/>
          </p:nvSpPr>
          <p:spPr>
            <a:xfrm>
              <a:off x="7060125" y="3864875"/>
              <a:ext cx="382200" cy="382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8"/>
            <p:cNvSpPr txBox="1"/>
            <p:nvPr/>
          </p:nvSpPr>
          <p:spPr>
            <a:xfrm>
              <a:off x="7028775" y="3932975"/>
              <a:ext cx="4449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7" name="Google Shape;487;p18"/>
          <p:cNvGrpSpPr/>
          <p:nvPr/>
        </p:nvGrpSpPr>
        <p:grpSpPr>
          <a:xfrm>
            <a:off x="1641613" y="2771825"/>
            <a:ext cx="444900" cy="382200"/>
            <a:chOff x="7028775" y="3864875"/>
            <a:chExt cx="444900" cy="382200"/>
          </a:xfrm>
        </p:grpSpPr>
        <p:sp>
          <p:nvSpPr>
            <p:cNvPr id="488" name="Google Shape;488;p18"/>
            <p:cNvSpPr/>
            <p:nvPr/>
          </p:nvSpPr>
          <p:spPr>
            <a:xfrm>
              <a:off x="7060125" y="3864875"/>
              <a:ext cx="382200" cy="382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 txBox="1"/>
            <p:nvPr/>
          </p:nvSpPr>
          <p:spPr>
            <a:xfrm>
              <a:off x="7028775" y="3932975"/>
              <a:ext cx="4449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90" name="Google Shape;490;p18"/>
          <p:cNvGrpSpPr/>
          <p:nvPr/>
        </p:nvGrpSpPr>
        <p:grpSpPr>
          <a:xfrm>
            <a:off x="2968388" y="2771825"/>
            <a:ext cx="444900" cy="382200"/>
            <a:chOff x="7028775" y="3864875"/>
            <a:chExt cx="444900" cy="382200"/>
          </a:xfrm>
        </p:grpSpPr>
        <p:sp>
          <p:nvSpPr>
            <p:cNvPr id="491" name="Google Shape;491;p18"/>
            <p:cNvSpPr/>
            <p:nvPr/>
          </p:nvSpPr>
          <p:spPr>
            <a:xfrm>
              <a:off x="7060125" y="3864875"/>
              <a:ext cx="382200" cy="382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 txBox="1"/>
            <p:nvPr/>
          </p:nvSpPr>
          <p:spPr>
            <a:xfrm>
              <a:off x="7028775" y="3932975"/>
              <a:ext cx="4449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"/>
          <p:cNvSpPr/>
          <p:nvPr/>
        </p:nvSpPr>
        <p:spPr>
          <a:xfrm>
            <a:off x="4295700" y="888550"/>
            <a:ext cx="552600" cy="552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1585800" y="888550"/>
            <a:ext cx="552600" cy="55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609600" y="1162050"/>
            <a:ext cx="2505000" cy="3569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0" name="Google Shape;500;p19"/>
          <p:cNvGrpSpPr/>
          <p:nvPr/>
        </p:nvGrpSpPr>
        <p:grpSpPr>
          <a:xfrm>
            <a:off x="1688820" y="979732"/>
            <a:ext cx="346562" cy="352911"/>
            <a:chOff x="-40742750" y="3972175"/>
            <a:chExt cx="311125" cy="316825"/>
          </a:xfrm>
        </p:grpSpPr>
        <p:sp>
          <p:nvSpPr>
            <p:cNvPr id="501" name="Google Shape;501;p19"/>
            <p:cNvSpPr/>
            <p:nvPr/>
          </p:nvSpPr>
          <p:spPr>
            <a:xfrm>
              <a:off x="-40699425" y="4118075"/>
              <a:ext cx="226850" cy="101625"/>
            </a:xfrm>
            <a:custGeom>
              <a:rect b="b" l="l" r="r" t="t"/>
              <a:pathLst>
                <a:path extrusionOk="0" h="4065" w="9074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-40742750" y="3972175"/>
              <a:ext cx="311125" cy="316825"/>
            </a:xfrm>
            <a:custGeom>
              <a:rect b="b" l="l" r="r" t="t"/>
              <a:pathLst>
                <a:path extrusionOk="0" h="12673" w="12445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3" name="Google Shape;503;p19"/>
          <p:cNvSpPr txBox="1"/>
          <p:nvPr/>
        </p:nvSpPr>
        <p:spPr>
          <a:xfrm>
            <a:off x="676200" y="1499156"/>
            <a:ext cx="2371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04" name="Google Shape;504;p19"/>
          <p:cNvGrpSpPr/>
          <p:nvPr/>
        </p:nvGrpSpPr>
        <p:grpSpPr>
          <a:xfrm>
            <a:off x="657150" y="1822713"/>
            <a:ext cx="2409600" cy="1905000"/>
            <a:chOff x="457200" y="2095500"/>
            <a:chExt cx="2409600" cy="1905000"/>
          </a:xfrm>
        </p:grpSpPr>
        <p:sp>
          <p:nvSpPr>
            <p:cNvPr id="505" name="Google Shape;505;p19"/>
            <p:cNvSpPr txBox="1"/>
            <p:nvPr/>
          </p:nvSpPr>
          <p:spPr>
            <a:xfrm>
              <a:off x="557100" y="23109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 and the big one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06" name="Google Shape;506;p19"/>
            <p:cNvSpPr txBox="1"/>
            <p:nvPr/>
          </p:nvSpPr>
          <p:spPr>
            <a:xfrm>
              <a:off x="457200" y="20955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2005 - 2012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07" name="Google Shape;507;p19"/>
            <p:cNvSpPr txBox="1"/>
            <p:nvPr/>
          </p:nvSpPr>
          <p:spPr>
            <a:xfrm>
              <a:off x="557100" y="32634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08" name="Google Shape;508;p19"/>
            <p:cNvSpPr txBox="1"/>
            <p:nvPr/>
          </p:nvSpPr>
          <p:spPr>
            <a:xfrm>
              <a:off x="457200" y="30480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2013 - 2018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09" name="Google Shape;509;p19"/>
          <p:cNvSpPr/>
          <p:nvPr/>
        </p:nvSpPr>
        <p:spPr>
          <a:xfrm>
            <a:off x="3319500" y="1162050"/>
            <a:ext cx="2505000" cy="3569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3386100" y="1499156"/>
            <a:ext cx="2371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11" name="Google Shape;511;p19"/>
          <p:cNvGrpSpPr/>
          <p:nvPr/>
        </p:nvGrpSpPr>
        <p:grpSpPr>
          <a:xfrm>
            <a:off x="3367050" y="1822713"/>
            <a:ext cx="2409600" cy="952500"/>
            <a:chOff x="457200" y="2095500"/>
            <a:chExt cx="2409600" cy="952500"/>
          </a:xfrm>
        </p:grpSpPr>
        <p:sp>
          <p:nvSpPr>
            <p:cNvPr id="512" name="Google Shape;512;p19"/>
            <p:cNvSpPr txBox="1"/>
            <p:nvPr/>
          </p:nvSpPr>
          <p:spPr>
            <a:xfrm>
              <a:off x="557100" y="23109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13" name="Google Shape;513;p19"/>
            <p:cNvSpPr txBox="1"/>
            <p:nvPr/>
          </p:nvSpPr>
          <p:spPr>
            <a:xfrm>
              <a:off x="457200" y="20955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2010 - 2011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14" name="Google Shape;514;p19"/>
          <p:cNvSpPr/>
          <p:nvPr/>
        </p:nvSpPr>
        <p:spPr>
          <a:xfrm>
            <a:off x="6029400" y="3009900"/>
            <a:ext cx="2505000" cy="1721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6029400" y="3348475"/>
            <a:ext cx="25050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INFORMATION</a:t>
            </a:r>
            <a:endParaRPr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16" name="Google Shape;516;p19"/>
          <p:cNvGrpSpPr/>
          <p:nvPr/>
        </p:nvGrpSpPr>
        <p:grpSpPr>
          <a:xfrm>
            <a:off x="4396496" y="981433"/>
            <a:ext cx="351002" cy="349265"/>
            <a:chOff x="-62151950" y="4111775"/>
            <a:chExt cx="318225" cy="316650"/>
          </a:xfrm>
        </p:grpSpPr>
        <p:sp>
          <p:nvSpPr>
            <p:cNvPr id="517" name="Google Shape;517;p19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521" name="Google Shape;521;p19"/>
          <p:cNvGrpSpPr/>
          <p:nvPr/>
        </p:nvGrpSpPr>
        <p:grpSpPr>
          <a:xfrm>
            <a:off x="7005600" y="2733600"/>
            <a:ext cx="552600" cy="552600"/>
            <a:chOff x="6905550" y="2733600"/>
            <a:chExt cx="552600" cy="552600"/>
          </a:xfrm>
        </p:grpSpPr>
        <p:sp>
          <p:nvSpPr>
            <p:cNvPr id="522" name="Google Shape;522;p19"/>
            <p:cNvSpPr/>
            <p:nvPr/>
          </p:nvSpPr>
          <p:spPr>
            <a:xfrm>
              <a:off x="6905550" y="2733600"/>
              <a:ext cx="552600" cy="552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3" name="Google Shape;523;p19"/>
            <p:cNvGrpSpPr/>
            <p:nvPr/>
          </p:nvGrpSpPr>
          <p:grpSpPr>
            <a:xfrm>
              <a:off x="7067171" y="2832794"/>
              <a:ext cx="229665" cy="354217"/>
              <a:chOff x="5726350" y="2028150"/>
              <a:chExt cx="312300" cy="481600"/>
            </a:xfrm>
          </p:grpSpPr>
          <p:sp>
            <p:nvSpPr>
              <p:cNvPr id="524" name="Google Shape;524;p19"/>
              <p:cNvSpPr/>
              <p:nvPr/>
            </p:nvSpPr>
            <p:spPr>
              <a:xfrm>
                <a:off x="5756075" y="2028150"/>
                <a:ext cx="252825" cy="83275"/>
              </a:xfrm>
              <a:custGeom>
                <a:rect b="b" l="l" r="r" t="t"/>
                <a:pathLst>
                  <a:path extrusionOk="0" h="3331" w="10113">
                    <a:moveTo>
                      <a:pt x="1639" y="1"/>
                    </a:moveTo>
                    <a:cubicBezTo>
                      <a:pt x="730" y="13"/>
                      <a:pt x="1" y="753"/>
                      <a:pt x="1" y="1666"/>
                    </a:cubicBezTo>
                    <a:cubicBezTo>
                      <a:pt x="1" y="2575"/>
                      <a:pt x="730" y="3316"/>
                      <a:pt x="1639" y="3331"/>
                    </a:cubicBezTo>
                    <a:lnTo>
                      <a:pt x="8474" y="3331"/>
                    </a:lnTo>
                    <a:cubicBezTo>
                      <a:pt x="9384" y="3316"/>
                      <a:pt x="10113" y="2575"/>
                      <a:pt x="10113" y="1666"/>
                    </a:cubicBezTo>
                    <a:cubicBezTo>
                      <a:pt x="10113" y="753"/>
                      <a:pt x="9384" y="13"/>
                      <a:pt x="84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  <p:sp>
            <p:nvSpPr>
              <p:cNvPr id="525" name="Google Shape;525;p19"/>
              <p:cNvSpPr/>
              <p:nvPr/>
            </p:nvSpPr>
            <p:spPr>
              <a:xfrm>
                <a:off x="5726350" y="2139650"/>
                <a:ext cx="312300" cy="224425"/>
              </a:xfrm>
              <a:custGeom>
                <a:rect b="b" l="l" r="r" t="t"/>
                <a:pathLst>
                  <a:path extrusionOk="0" h="8977" w="12492">
                    <a:moveTo>
                      <a:pt x="2822" y="0"/>
                    </a:moveTo>
                    <a:lnTo>
                      <a:pt x="2822" y="4800"/>
                    </a:lnTo>
                    <a:cubicBezTo>
                      <a:pt x="1527" y="5589"/>
                      <a:pt x="542" y="6797"/>
                      <a:pt x="36" y="8224"/>
                    </a:cubicBezTo>
                    <a:lnTo>
                      <a:pt x="30" y="8233"/>
                    </a:lnTo>
                    <a:cubicBezTo>
                      <a:pt x="27" y="8242"/>
                      <a:pt x="24" y="8254"/>
                      <a:pt x="21" y="8266"/>
                    </a:cubicBezTo>
                    <a:cubicBezTo>
                      <a:pt x="18" y="8278"/>
                      <a:pt x="15" y="8281"/>
                      <a:pt x="15" y="8287"/>
                    </a:cubicBezTo>
                    <a:cubicBezTo>
                      <a:pt x="12" y="8296"/>
                      <a:pt x="9" y="8308"/>
                      <a:pt x="9" y="8317"/>
                    </a:cubicBezTo>
                    <a:cubicBezTo>
                      <a:pt x="6" y="8326"/>
                      <a:pt x="6" y="8335"/>
                      <a:pt x="3" y="8347"/>
                    </a:cubicBezTo>
                    <a:cubicBezTo>
                      <a:pt x="3" y="8356"/>
                      <a:pt x="3" y="8362"/>
                      <a:pt x="3" y="8368"/>
                    </a:cubicBezTo>
                    <a:cubicBezTo>
                      <a:pt x="0" y="8378"/>
                      <a:pt x="3" y="8393"/>
                      <a:pt x="3" y="8405"/>
                    </a:cubicBezTo>
                    <a:cubicBezTo>
                      <a:pt x="3" y="8408"/>
                      <a:pt x="3" y="8411"/>
                      <a:pt x="3" y="8414"/>
                    </a:cubicBezTo>
                    <a:lnTo>
                      <a:pt x="3" y="8426"/>
                    </a:lnTo>
                    <a:cubicBezTo>
                      <a:pt x="3" y="8438"/>
                      <a:pt x="3" y="8450"/>
                      <a:pt x="3" y="8462"/>
                    </a:cubicBezTo>
                    <a:lnTo>
                      <a:pt x="6" y="8483"/>
                    </a:lnTo>
                    <a:cubicBezTo>
                      <a:pt x="6" y="8495"/>
                      <a:pt x="9" y="8504"/>
                      <a:pt x="12" y="8513"/>
                    </a:cubicBezTo>
                    <a:cubicBezTo>
                      <a:pt x="12" y="8525"/>
                      <a:pt x="15" y="8531"/>
                      <a:pt x="15" y="8540"/>
                    </a:cubicBezTo>
                    <a:cubicBezTo>
                      <a:pt x="18" y="8549"/>
                      <a:pt x="21" y="8558"/>
                      <a:pt x="21" y="8564"/>
                    </a:cubicBezTo>
                    <a:cubicBezTo>
                      <a:pt x="24" y="8573"/>
                      <a:pt x="27" y="8585"/>
                      <a:pt x="33" y="8594"/>
                    </a:cubicBezTo>
                    <a:cubicBezTo>
                      <a:pt x="36" y="8606"/>
                      <a:pt x="36" y="8609"/>
                      <a:pt x="40" y="8615"/>
                    </a:cubicBezTo>
                    <a:cubicBezTo>
                      <a:pt x="43" y="8624"/>
                      <a:pt x="49" y="8636"/>
                      <a:pt x="52" y="8646"/>
                    </a:cubicBezTo>
                    <a:cubicBezTo>
                      <a:pt x="58" y="8658"/>
                      <a:pt x="58" y="8661"/>
                      <a:pt x="61" y="8667"/>
                    </a:cubicBezTo>
                    <a:cubicBezTo>
                      <a:pt x="67" y="8673"/>
                      <a:pt x="73" y="8685"/>
                      <a:pt x="76" y="8694"/>
                    </a:cubicBezTo>
                    <a:cubicBezTo>
                      <a:pt x="82" y="8703"/>
                      <a:pt x="85" y="8709"/>
                      <a:pt x="88" y="8715"/>
                    </a:cubicBezTo>
                    <a:cubicBezTo>
                      <a:pt x="94" y="8721"/>
                      <a:pt x="100" y="8730"/>
                      <a:pt x="106" y="8739"/>
                    </a:cubicBezTo>
                    <a:cubicBezTo>
                      <a:pt x="112" y="8748"/>
                      <a:pt x="115" y="8754"/>
                      <a:pt x="121" y="8760"/>
                    </a:cubicBezTo>
                    <a:cubicBezTo>
                      <a:pt x="127" y="8769"/>
                      <a:pt x="133" y="8775"/>
                      <a:pt x="139" y="8781"/>
                    </a:cubicBezTo>
                    <a:cubicBezTo>
                      <a:pt x="145" y="8787"/>
                      <a:pt x="151" y="8796"/>
                      <a:pt x="157" y="8802"/>
                    </a:cubicBezTo>
                    <a:lnTo>
                      <a:pt x="175" y="8820"/>
                    </a:lnTo>
                    <a:cubicBezTo>
                      <a:pt x="181" y="8826"/>
                      <a:pt x="190" y="8832"/>
                      <a:pt x="196" y="8841"/>
                    </a:cubicBezTo>
                    <a:lnTo>
                      <a:pt x="217" y="8856"/>
                    </a:lnTo>
                    <a:lnTo>
                      <a:pt x="238" y="8874"/>
                    </a:lnTo>
                    <a:lnTo>
                      <a:pt x="262" y="8889"/>
                    </a:lnTo>
                    <a:lnTo>
                      <a:pt x="283" y="8901"/>
                    </a:lnTo>
                    <a:lnTo>
                      <a:pt x="314" y="8917"/>
                    </a:lnTo>
                    <a:cubicBezTo>
                      <a:pt x="320" y="8920"/>
                      <a:pt x="326" y="8923"/>
                      <a:pt x="332" y="8926"/>
                    </a:cubicBezTo>
                    <a:cubicBezTo>
                      <a:pt x="341" y="8929"/>
                      <a:pt x="356" y="8938"/>
                      <a:pt x="368" y="8941"/>
                    </a:cubicBezTo>
                    <a:lnTo>
                      <a:pt x="377" y="8947"/>
                    </a:lnTo>
                    <a:lnTo>
                      <a:pt x="386" y="8947"/>
                    </a:lnTo>
                    <a:lnTo>
                      <a:pt x="413" y="8956"/>
                    </a:lnTo>
                    <a:lnTo>
                      <a:pt x="437" y="8962"/>
                    </a:lnTo>
                    <a:lnTo>
                      <a:pt x="461" y="8968"/>
                    </a:lnTo>
                    <a:cubicBezTo>
                      <a:pt x="473" y="8971"/>
                      <a:pt x="485" y="8971"/>
                      <a:pt x="497" y="8974"/>
                    </a:cubicBezTo>
                    <a:lnTo>
                      <a:pt x="512" y="8977"/>
                    </a:lnTo>
                    <a:lnTo>
                      <a:pt x="11928" y="8977"/>
                    </a:lnTo>
                    <a:cubicBezTo>
                      <a:pt x="11946" y="8977"/>
                      <a:pt x="11967" y="8977"/>
                      <a:pt x="11985" y="8974"/>
                    </a:cubicBezTo>
                    <a:lnTo>
                      <a:pt x="11991" y="8974"/>
                    </a:lnTo>
                    <a:cubicBezTo>
                      <a:pt x="12006" y="8974"/>
                      <a:pt x="12021" y="8971"/>
                      <a:pt x="12033" y="8968"/>
                    </a:cubicBezTo>
                    <a:lnTo>
                      <a:pt x="12051" y="8965"/>
                    </a:lnTo>
                    <a:cubicBezTo>
                      <a:pt x="12063" y="8962"/>
                      <a:pt x="12072" y="8959"/>
                      <a:pt x="12085" y="8956"/>
                    </a:cubicBezTo>
                    <a:lnTo>
                      <a:pt x="12106" y="8950"/>
                    </a:lnTo>
                    <a:lnTo>
                      <a:pt x="12118" y="8947"/>
                    </a:lnTo>
                    <a:lnTo>
                      <a:pt x="12130" y="8941"/>
                    </a:lnTo>
                    <a:lnTo>
                      <a:pt x="12160" y="8929"/>
                    </a:lnTo>
                    <a:lnTo>
                      <a:pt x="12184" y="8917"/>
                    </a:lnTo>
                    <a:cubicBezTo>
                      <a:pt x="12193" y="8914"/>
                      <a:pt x="12199" y="8907"/>
                      <a:pt x="12208" y="8904"/>
                    </a:cubicBezTo>
                    <a:cubicBezTo>
                      <a:pt x="12214" y="8898"/>
                      <a:pt x="12226" y="8892"/>
                      <a:pt x="12235" y="8889"/>
                    </a:cubicBezTo>
                    <a:lnTo>
                      <a:pt x="12253" y="8877"/>
                    </a:lnTo>
                    <a:cubicBezTo>
                      <a:pt x="12262" y="8868"/>
                      <a:pt x="12271" y="8862"/>
                      <a:pt x="12280" y="8856"/>
                    </a:cubicBezTo>
                    <a:lnTo>
                      <a:pt x="12295" y="8844"/>
                    </a:lnTo>
                    <a:cubicBezTo>
                      <a:pt x="12304" y="8835"/>
                      <a:pt x="12313" y="8826"/>
                      <a:pt x="12319" y="8820"/>
                    </a:cubicBezTo>
                    <a:lnTo>
                      <a:pt x="12334" y="8805"/>
                    </a:lnTo>
                    <a:cubicBezTo>
                      <a:pt x="12343" y="8796"/>
                      <a:pt x="12349" y="8790"/>
                      <a:pt x="12359" y="8781"/>
                    </a:cubicBezTo>
                    <a:lnTo>
                      <a:pt x="12371" y="8763"/>
                    </a:lnTo>
                    <a:lnTo>
                      <a:pt x="12389" y="8739"/>
                    </a:lnTo>
                    <a:lnTo>
                      <a:pt x="12404" y="8718"/>
                    </a:lnTo>
                    <a:cubicBezTo>
                      <a:pt x="12410" y="8709"/>
                      <a:pt x="12413" y="8703"/>
                      <a:pt x="12419" y="8694"/>
                    </a:cubicBezTo>
                    <a:cubicBezTo>
                      <a:pt x="12422" y="8688"/>
                      <a:pt x="12428" y="8679"/>
                      <a:pt x="12431" y="8670"/>
                    </a:cubicBezTo>
                    <a:cubicBezTo>
                      <a:pt x="12437" y="8661"/>
                      <a:pt x="12440" y="8655"/>
                      <a:pt x="12443" y="8646"/>
                    </a:cubicBezTo>
                    <a:cubicBezTo>
                      <a:pt x="12446" y="8639"/>
                      <a:pt x="12449" y="8627"/>
                      <a:pt x="12455" y="8618"/>
                    </a:cubicBezTo>
                    <a:cubicBezTo>
                      <a:pt x="12458" y="8609"/>
                      <a:pt x="12461" y="8603"/>
                      <a:pt x="12461" y="8594"/>
                    </a:cubicBezTo>
                    <a:cubicBezTo>
                      <a:pt x="12464" y="8588"/>
                      <a:pt x="12467" y="8576"/>
                      <a:pt x="12470" y="8567"/>
                    </a:cubicBezTo>
                    <a:cubicBezTo>
                      <a:pt x="12473" y="8558"/>
                      <a:pt x="12476" y="8549"/>
                      <a:pt x="12479" y="8540"/>
                    </a:cubicBezTo>
                    <a:cubicBezTo>
                      <a:pt x="12479" y="8534"/>
                      <a:pt x="12482" y="8525"/>
                      <a:pt x="12482" y="8516"/>
                    </a:cubicBezTo>
                    <a:cubicBezTo>
                      <a:pt x="12485" y="8507"/>
                      <a:pt x="12485" y="8495"/>
                      <a:pt x="12488" y="8486"/>
                    </a:cubicBezTo>
                    <a:lnTo>
                      <a:pt x="12491" y="8462"/>
                    </a:lnTo>
                    <a:cubicBezTo>
                      <a:pt x="12491" y="8450"/>
                      <a:pt x="12491" y="8438"/>
                      <a:pt x="12491" y="8426"/>
                    </a:cubicBezTo>
                    <a:lnTo>
                      <a:pt x="12491" y="8414"/>
                    </a:lnTo>
                    <a:cubicBezTo>
                      <a:pt x="12491" y="8411"/>
                      <a:pt x="12491" y="8408"/>
                      <a:pt x="12491" y="8405"/>
                    </a:cubicBezTo>
                    <a:lnTo>
                      <a:pt x="12491" y="8371"/>
                    </a:lnTo>
                    <a:cubicBezTo>
                      <a:pt x="12491" y="8359"/>
                      <a:pt x="12491" y="8356"/>
                      <a:pt x="12491" y="8347"/>
                    </a:cubicBezTo>
                    <a:cubicBezTo>
                      <a:pt x="12488" y="8338"/>
                      <a:pt x="12488" y="8329"/>
                      <a:pt x="12485" y="8317"/>
                    </a:cubicBezTo>
                    <a:cubicBezTo>
                      <a:pt x="12482" y="8308"/>
                      <a:pt x="12482" y="8299"/>
                      <a:pt x="12479" y="8290"/>
                    </a:cubicBezTo>
                    <a:cubicBezTo>
                      <a:pt x="12476" y="8278"/>
                      <a:pt x="12476" y="8275"/>
                      <a:pt x="12473" y="8266"/>
                    </a:cubicBezTo>
                    <a:cubicBezTo>
                      <a:pt x="12473" y="8260"/>
                      <a:pt x="12467" y="8245"/>
                      <a:pt x="12464" y="8233"/>
                    </a:cubicBezTo>
                    <a:lnTo>
                      <a:pt x="12461" y="8224"/>
                    </a:lnTo>
                    <a:cubicBezTo>
                      <a:pt x="11955" y="6797"/>
                      <a:pt x="10970" y="5589"/>
                      <a:pt x="9676" y="4803"/>
                    </a:cubicBezTo>
                    <a:lnTo>
                      <a:pt x="96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  <p:sp>
            <p:nvSpPr>
              <p:cNvPr id="526" name="Google Shape;526;p19"/>
              <p:cNvSpPr/>
              <p:nvPr/>
            </p:nvSpPr>
            <p:spPr>
              <a:xfrm>
                <a:off x="5842500" y="2392350"/>
                <a:ext cx="79975" cy="117400"/>
              </a:xfrm>
              <a:custGeom>
                <a:rect b="b" l="l" r="r" t="t"/>
                <a:pathLst>
                  <a:path extrusionOk="0" h="4696" w="3199">
                    <a:moveTo>
                      <a:pt x="4" y="1"/>
                    </a:moveTo>
                    <a:lnTo>
                      <a:pt x="4" y="1651"/>
                    </a:lnTo>
                    <a:cubicBezTo>
                      <a:pt x="1" y="2591"/>
                      <a:pt x="287" y="3509"/>
                      <a:pt x="820" y="4283"/>
                    </a:cubicBezTo>
                    <a:cubicBezTo>
                      <a:pt x="994" y="4542"/>
                      <a:pt x="1287" y="4696"/>
                      <a:pt x="1600" y="4696"/>
                    </a:cubicBezTo>
                    <a:cubicBezTo>
                      <a:pt x="1913" y="4696"/>
                      <a:pt x="2205" y="4542"/>
                      <a:pt x="2380" y="4283"/>
                    </a:cubicBezTo>
                    <a:cubicBezTo>
                      <a:pt x="2913" y="3509"/>
                      <a:pt x="3199" y="2591"/>
                      <a:pt x="3196" y="1651"/>
                    </a:cubicBezTo>
                    <a:lnTo>
                      <a:pt x="319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527" name="Google Shape;527;p19"/>
          <p:cNvGrpSpPr/>
          <p:nvPr/>
        </p:nvGrpSpPr>
        <p:grpSpPr>
          <a:xfrm>
            <a:off x="6393940" y="3750184"/>
            <a:ext cx="164139" cy="186804"/>
            <a:chOff x="1529350" y="258825"/>
            <a:chExt cx="423475" cy="481825"/>
          </a:xfrm>
        </p:grpSpPr>
        <p:sp>
          <p:nvSpPr>
            <p:cNvPr id="528" name="Google Shape;528;p19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30" name="Google Shape;530;p19"/>
          <p:cNvGrpSpPr/>
          <p:nvPr/>
        </p:nvGrpSpPr>
        <p:grpSpPr>
          <a:xfrm>
            <a:off x="6382631" y="4427996"/>
            <a:ext cx="186755" cy="120410"/>
            <a:chOff x="1492675" y="1520750"/>
            <a:chExt cx="481825" cy="310575"/>
          </a:xfrm>
        </p:grpSpPr>
        <p:sp>
          <p:nvSpPr>
            <p:cNvPr id="531" name="Google Shape;531;p19"/>
            <p:cNvSpPr/>
            <p:nvPr/>
          </p:nvSpPr>
          <p:spPr>
            <a:xfrm>
              <a:off x="1492675" y="1540400"/>
              <a:ext cx="481825" cy="290925"/>
            </a:xfrm>
            <a:custGeom>
              <a:rect b="b" l="l" r="r" t="t"/>
              <a:pathLst>
                <a:path extrusionOk="0" h="11637" w="19273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1522575" y="1520750"/>
              <a:ext cx="421975" cy="165800"/>
            </a:xfrm>
            <a:custGeom>
              <a:rect b="b" l="l" r="r" t="t"/>
              <a:pathLst>
                <a:path extrusionOk="0" h="6632" w="16879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33" name="Google Shape;533;p19"/>
          <p:cNvGrpSpPr/>
          <p:nvPr/>
        </p:nvGrpSpPr>
        <p:grpSpPr>
          <a:xfrm>
            <a:off x="6379032" y="4076837"/>
            <a:ext cx="193955" cy="186823"/>
            <a:chOff x="2071000" y="1435025"/>
            <a:chExt cx="500400" cy="481875"/>
          </a:xfrm>
        </p:grpSpPr>
        <p:sp>
          <p:nvSpPr>
            <p:cNvPr id="534" name="Google Shape;534;p19"/>
            <p:cNvSpPr/>
            <p:nvPr/>
          </p:nvSpPr>
          <p:spPr>
            <a:xfrm>
              <a:off x="2425125" y="1718700"/>
              <a:ext cx="146275" cy="141750"/>
            </a:xfrm>
            <a:custGeom>
              <a:rect b="b" l="l" r="r" t="t"/>
              <a:pathLst>
                <a:path extrusionOk="0" h="5670" w="5851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2071000" y="1477850"/>
              <a:ext cx="453125" cy="439050"/>
            </a:xfrm>
            <a:custGeom>
              <a:rect b="b" l="l" r="r" t="t"/>
              <a:pathLst>
                <a:path extrusionOk="0" h="17562" w="18125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2141600" y="1435025"/>
              <a:ext cx="146300" cy="141850"/>
            </a:xfrm>
            <a:custGeom>
              <a:rect b="b" l="l" r="r" t="t"/>
              <a:pathLst>
                <a:path extrusionOk="0" h="5674" w="5852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37" name="Google Shape;537;p19"/>
          <p:cNvSpPr/>
          <p:nvPr/>
        </p:nvSpPr>
        <p:spPr>
          <a:xfrm>
            <a:off x="6029400" y="1162050"/>
            <a:ext cx="2505000" cy="1371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8" name="Google Shape;538;p19"/>
          <p:cNvGrpSpPr/>
          <p:nvPr/>
        </p:nvGrpSpPr>
        <p:grpSpPr>
          <a:xfrm>
            <a:off x="6981825" y="888550"/>
            <a:ext cx="552600" cy="552600"/>
            <a:chOff x="6905550" y="888550"/>
            <a:chExt cx="552600" cy="552600"/>
          </a:xfrm>
        </p:grpSpPr>
        <p:sp>
          <p:nvSpPr>
            <p:cNvPr id="539" name="Google Shape;539;p19"/>
            <p:cNvSpPr/>
            <p:nvPr/>
          </p:nvSpPr>
          <p:spPr>
            <a:xfrm>
              <a:off x="6905550" y="88855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0" name="Google Shape;540;p19"/>
            <p:cNvGrpSpPr/>
            <p:nvPr/>
          </p:nvGrpSpPr>
          <p:grpSpPr>
            <a:xfrm>
              <a:off x="7002800" y="977009"/>
              <a:ext cx="358099" cy="358099"/>
              <a:chOff x="-57568775" y="3198925"/>
              <a:chExt cx="318225" cy="318225"/>
            </a:xfrm>
          </p:grpSpPr>
          <p:sp>
            <p:nvSpPr>
              <p:cNvPr id="541" name="Google Shape;541;p19"/>
              <p:cNvSpPr/>
              <p:nvPr/>
            </p:nvSpPr>
            <p:spPr>
              <a:xfrm>
                <a:off x="-57530950" y="3373775"/>
                <a:ext cx="18125" cy="64600"/>
              </a:xfrm>
              <a:custGeom>
                <a:rect b="b" l="l" r="r" t="t"/>
                <a:pathLst>
                  <a:path extrusionOk="0" h="2584" w="725">
                    <a:moveTo>
                      <a:pt x="725" y="0"/>
                    </a:moveTo>
                    <a:cubicBezTo>
                      <a:pt x="315" y="284"/>
                      <a:pt x="0" y="725"/>
                      <a:pt x="0" y="1261"/>
                    </a:cubicBezTo>
                    <a:lnTo>
                      <a:pt x="0" y="1324"/>
                    </a:lnTo>
                    <a:cubicBezTo>
                      <a:pt x="0" y="1859"/>
                      <a:pt x="315" y="2332"/>
                      <a:pt x="725" y="2584"/>
                    </a:cubicBezTo>
                    <a:lnTo>
                      <a:pt x="725" y="1576"/>
                    </a:lnTo>
                    <a:lnTo>
                      <a:pt x="7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9"/>
              <p:cNvSpPr/>
              <p:nvPr/>
            </p:nvSpPr>
            <p:spPr>
              <a:xfrm>
                <a:off x="-57568775" y="3406850"/>
                <a:ext cx="99275" cy="110300"/>
              </a:xfrm>
              <a:custGeom>
                <a:rect b="b" l="l" r="r" t="t"/>
                <a:pathLst>
                  <a:path extrusionOk="0" h="4412" w="3971">
                    <a:moveTo>
                      <a:pt x="757" y="1"/>
                    </a:moveTo>
                    <a:cubicBezTo>
                      <a:pt x="285" y="473"/>
                      <a:pt x="1" y="1103"/>
                      <a:pt x="1" y="1796"/>
                    </a:cubicBezTo>
                    <a:cubicBezTo>
                      <a:pt x="1" y="3246"/>
                      <a:pt x="1198" y="4411"/>
                      <a:pt x="2616" y="4411"/>
                    </a:cubicBezTo>
                    <a:cubicBezTo>
                      <a:pt x="3120" y="4411"/>
                      <a:pt x="3561" y="4254"/>
                      <a:pt x="3971" y="4002"/>
                    </a:cubicBezTo>
                    <a:cubicBezTo>
                      <a:pt x="3435" y="3561"/>
                      <a:pt x="2994" y="2962"/>
                      <a:pt x="2710" y="2363"/>
                    </a:cubicBezTo>
                    <a:lnTo>
                      <a:pt x="1891" y="1891"/>
                    </a:lnTo>
                    <a:cubicBezTo>
                      <a:pt x="1230" y="1481"/>
                      <a:pt x="789" y="788"/>
                      <a:pt x="7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>
                <a:off x="-57494725" y="3254850"/>
                <a:ext cx="207175" cy="262300"/>
              </a:xfrm>
              <a:custGeom>
                <a:rect b="b" l="l" r="r" t="t"/>
                <a:pathLst>
                  <a:path extrusionOk="0" h="10492" w="8287">
                    <a:moveTo>
                      <a:pt x="2647" y="5293"/>
                    </a:moveTo>
                    <a:cubicBezTo>
                      <a:pt x="2836" y="5293"/>
                      <a:pt x="2993" y="5451"/>
                      <a:pt x="2993" y="5640"/>
                    </a:cubicBezTo>
                    <a:cubicBezTo>
                      <a:pt x="2993" y="5829"/>
                      <a:pt x="2836" y="5986"/>
                      <a:pt x="2647" y="5986"/>
                    </a:cubicBezTo>
                    <a:cubicBezTo>
                      <a:pt x="2628" y="5989"/>
                      <a:pt x="2609" y="5990"/>
                      <a:pt x="2592" y="5990"/>
                    </a:cubicBezTo>
                    <a:cubicBezTo>
                      <a:pt x="2400" y="5990"/>
                      <a:pt x="2269" y="5841"/>
                      <a:pt x="2269" y="5640"/>
                    </a:cubicBezTo>
                    <a:cubicBezTo>
                      <a:pt x="2269" y="5451"/>
                      <a:pt x="2426" y="5293"/>
                      <a:pt x="2647" y="5293"/>
                    </a:cubicBezTo>
                    <a:close/>
                    <a:moveTo>
                      <a:pt x="5640" y="5324"/>
                    </a:moveTo>
                    <a:cubicBezTo>
                      <a:pt x="5829" y="5324"/>
                      <a:pt x="5986" y="5482"/>
                      <a:pt x="5986" y="5671"/>
                    </a:cubicBezTo>
                    <a:cubicBezTo>
                      <a:pt x="6018" y="5860"/>
                      <a:pt x="5860" y="6018"/>
                      <a:pt x="5640" y="6018"/>
                    </a:cubicBezTo>
                    <a:cubicBezTo>
                      <a:pt x="5419" y="6018"/>
                      <a:pt x="5262" y="5860"/>
                      <a:pt x="5262" y="5671"/>
                    </a:cubicBezTo>
                    <a:cubicBezTo>
                      <a:pt x="5262" y="5482"/>
                      <a:pt x="5419" y="5324"/>
                      <a:pt x="5640" y="5324"/>
                    </a:cubicBezTo>
                    <a:close/>
                    <a:moveTo>
                      <a:pt x="5191" y="7845"/>
                    </a:moveTo>
                    <a:cubicBezTo>
                      <a:pt x="5285" y="7845"/>
                      <a:pt x="5372" y="7876"/>
                      <a:pt x="5419" y="7939"/>
                    </a:cubicBezTo>
                    <a:cubicBezTo>
                      <a:pt x="5640" y="8065"/>
                      <a:pt x="5640" y="8317"/>
                      <a:pt x="5482" y="8475"/>
                    </a:cubicBezTo>
                    <a:cubicBezTo>
                      <a:pt x="5104" y="8822"/>
                      <a:pt x="4632" y="9011"/>
                      <a:pt x="4128" y="9011"/>
                    </a:cubicBezTo>
                    <a:cubicBezTo>
                      <a:pt x="3624" y="9011"/>
                      <a:pt x="3151" y="8822"/>
                      <a:pt x="2836" y="8475"/>
                    </a:cubicBezTo>
                    <a:cubicBezTo>
                      <a:pt x="2678" y="8317"/>
                      <a:pt x="2678" y="8065"/>
                      <a:pt x="2836" y="7939"/>
                    </a:cubicBezTo>
                    <a:cubicBezTo>
                      <a:pt x="2915" y="7876"/>
                      <a:pt x="3009" y="7845"/>
                      <a:pt x="3100" y="7845"/>
                    </a:cubicBezTo>
                    <a:cubicBezTo>
                      <a:pt x="3190" y="7845"/>
                      <a:pt x="3277" y="7876"/>
                      <a:pt x="3340" y="7939"/>
                    </a:cubicBezTo>
                    <a:cubicBezTo>
                      <a:pt x="3561" y="8160"/>
                      <a:pt x="3844" y="8270"/>
                      <a:pt x="4128" y="8270"/>
                    </a:cubicBezTo>
                    <a:cubicBezTo>
                      <a:pt x="4411" y="8270"/>
                      <a:pt x="4695" y="8160"/>
                      <a:pt x="4915" y="7939"/>
                    </a:cubicBezTo>
                    <a:cubicBezTo>
                      <a:pt x="4994" y="7876"/>
                      <a:pt x="5096" y="7845"/>
                      <a:pt x="5191" y="7845"/>
                    </a:cubicBezTo>
                    <a:close/>
                    <a:moveTo>
                      <a:pt x="1796" y="0"/>
                    </a:moveTo>
                    <a:cubicBezTo>
                      <a:pt x="1670" y="126"/>
                      <a:pt x="1135" y="504"/>
                      <a:pt x="1072" y="630"/>
                    </a:cubicBezTo>
                    <a:cubicBezTo>
                      <a:pt x="442" y="1260"/>
                      <a:pt x="0" y="2363"/>
                      <a:pt x="0" y="3403"/>
                    </a:cubicBezTo>
                    <a:lnTo>
                      <a:pt x="0" y="6396"/>
                    </a:lnTo>
                    <a:cubicBezTo>
                      <a:pt x="0" y="8632"/>
                      <a:pt x="1859" y="10491"/>
                      <a:pt x="4128" y="10491"/>
                    </a:cubicBezTo>
                    <a:cubicBezTo>
                      <a:pt x="6427" y="10491"/>
                      <a:pt x="8286" y="8632"/>
                      <a:pt x="8286" y="6396"/>
                    </a:cubicBezTo>
                    <a:lnTo>
                      <a:pt x="8286" y="4505"/>
                    </a:lnTo>
                    <a:cubicBezTo>
                      <a:pt x="8157" y="4513"/>
                      <a:pt x="8028" y="4517"/>
                      <a:pt x="7899" y="4517"/>
                    </a:cubicBezTo>
                    <a:cubicBezTo>
                      <a:pt x="6396" y="4517"/>
                      <a:pt x="4939" y="4009"/>
                      <a:pt x="3750" y="2993"/>
                    </a:cubicBezTo>
                    <a:cubicBezTo>
                      <a:pt x="2804" y="2206"/>
                      <a:pt x="2174" y="1103"/>
                      <a:pt x="1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>
                <a:off x="-57269475" y="3372975"/>
                <a:ext cx="18925" cy="63825"/>
              </a:xfrm>
              <a:custGeom>
                <a:rect b="b" l="l" r="r" t="t"/>
                <a:pathLst>
                  <a:path extrusionOk="0" h="2553" w="757">
                    <a:moveTo>
                      <a:pt x="1" y="1"/>
                    </a:moveTo>
                    <a:lnTo>
                      <a:pt x="1" y="2553"/>
                    </a:lnTo>
                    <a:cubicBezTo>
                      <a:pt x="442" y="2301"/>
                      <a:pt x="757" y="1828"/>
                      <a:pt x="757" y="1261"/>
                    </a:cubicBezTo>
                    <a:cubicBezTo>
                      <a:pt x="757" y="757"/>
                      <a:pt x="473" y="284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9"/>
              <p:cNvSpPr/>
              <p:nvPr/>
            </p:nvSpPr>
            <p:spPr>
              <a:xfrm>
                <a:off x="-57436450" y="3198925"/>
                <a:ext cx="185900" cy="154400"/>
              </a:xfrm>
              <a:custGeom>
                <a:rect b="b" l="l" r="r" t="t"/>
                <a:pathLst>
                  <a:path extrusionOk="0" h="6176" w="7436">
                    <a:moveTo>
                      <a:pt x="1828" y="0"/>
                    </a:moveTo>
                    <a:cubicBezTo>
                      <a:pt x="1198" y="0"/>
                      <a:pt x="568" y="126"/>
                      <a:pt x="1" y="315"/>
                    </a:cubicBezTo>
                    <a:cubicBezTo>
                      <a:pt x="1" y="977"/>
                      <a:pt x="127" y="1639"/>
                      <a:pt x="316" y="2237"/>
                    </a:cubicBezTo>
                    <a:cubicBezTo>
                      <a:pt x="631" y="3151"/>
                      <a:pt x="1167" y="3970"/>
                      <a:pt x="1923" y="4600"/>
                    </a:cubicBezTo>
                    <a:cubicBezTo>
                      <a:pt x="2710" y="5262"/>
                      <a:pt x="3655" y="5734"/>
                      <a:pt x="4632" y="5892"/>
                    </a:cubicBezTo>
                    <a:cubicBezTo>
                      <a:pt x="5073" y="5976"/>
                      <a:pt x="5262" y="5976"/>
                      <a:pt x="5507" y="5976"/>
                    </a:cubicBezTo>
                    <a:lnTo>
                      <a:pt x="5507" y="5976"/>
                    </a:lnTo>
                    <a:cubicBezTo>
                      <a:pt x="5630" y="5976"/>
                      <a:pt x="5766" y="5976"/>
                      <a:pt x="5955" y="5986"/>
                    </a:cubicBezTo>
                    <a:lnTo>
                      <a:pt x="6680" y="5986"/>
                    </a:lnTo>
                    <a:cubicBezTo>
                      <a:pt x="6963" y="5986"/>
                      <a:pt x="7215" y="6049"/>
                      <a:pt x="7436" y="6175"/>
                    </a:cubicBezTo>
                    <a:lnTo>
                      <a:pt x="7436" y="5671"/>
                    </a:lnTo>
                    <a:lnTo>
                      <a:pt x="7436" y="5640"/>
                    </a:lnTo>
                    <a:cubicBezTo>
                      <a:pt x="7436" y="2552"/>
                      <a:pt x="4916" y="0"/>
                      <a:pt x="18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9"/>
              <p:cNvSpPr/>
              <p:nvPr/>
            </p:nvSpPr>
            <p:spPr>
              <a:xfrm>
                <a:off x="-57532525" y="3215450"/>
                <a:ext cx="77975" cy="148900"/>
              </a:xfrm>
              <a:custGeom>
                <a:rect b="b" l="l" r="r" t="t"/>
                <a:pathLst>
                  <a:path extrusionOk="0" h="5956" w="3119">
                    <a:moveTo>
                      <a:pt x="3056" y="1"/>
                    </a:moveTo>
                    <a:cubicBezTo>
                      <a:pt x="1260" y="946"/>
                      <a:pt x="0" y="2836"/>
                      <a:pt x="0" y="5010"/>
                    </a:cubicBezTo>
                    <a:lnTo>
                      <a:pt x="0" y="5199"/>
                    </a:lnTo>
                    <a:lnTo>
                      <a:pt x="0" y="5955"/>
                    </a:lnTo>
                    <a:lnTo>
                      <a:pt x="63" y="5955"/>
                    </a:lnTo>
                    <a:cubicBezTo>
                      <a:pt x="158" y="5829"/>
                      <a:pt x="284" y="5766"/>
                      <a:pt x="410" y="5672"/>
                    </a:cubicBezTo>
                    <a:lnTo>
                      <a:pt x="788" y="5451"/>
                    </a:lnTo>
                    <a:lnTo>
                      <a:pt x="788" y="4601"/>
                    </a:lnTo>
                    <a:cubicBezTo>
                      <a:pt x="914" y="3088"/>
                      <a:pt x="1828" y="1576"/>
                      <a:pt x="3119" y="789"/>
                    </a:cubicBezTo>
                    <a:cubicBezTo>
                      <a:pt x="3088" y="505"/>
                      <a:pt x="3056" y="253"/>
                      <a:pt x="30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7" name="Google Shape;547;p19"/>
          <p:cNvSpPr txBox="1"/>
          <p:nvPr/>
        </p:nvSpPr>
        <p:spPr>
          <a:xfrm>
            <a:off x="6679350" y="3695700"/>
            <a:ext cx="1543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Madrid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19"/>
          <p:cNvSpPr txBox="1"/>
          <p:nvPr/>
        </p:nvSpPr>
        <p:spPr>
          <a:xfrm>
            <a:off x="6679350" y="4013638"/>
            <a:ext cx="1543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+00 000 000 000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19"/>
          <p:cNvSpPr txBox="1"/>
          <p:nvPr/>
        </p:nvSpPr>
        <p:spPr>
          <a:xfrm>
            <a:off x="6679350" y="4331588"/>
            <a:ext cx="15432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info@info.com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6115050" y="1499156"/>
            <a:ext cx="2371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ABOUT ME</a:t>
            </a:r>
            <a:endParaRPr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1" name="Google Shape;551;p19"/>
          <p:cNvSpPr txBox="1"/>
          <p:nvPr/>
        </p:nvSpPr>
        <p:spPr>
          <a:xfrm>
            <a:off x="6096000" y="1822749"/>
            <a:ext cx="24096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life. It’s between Mars and Venus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52" name="Google Shape;552;p19"/>
          <p:cNvGrpSpPr/>
          <p:nvPr/>
        </p:nvGrpSpPr>
        <p:grpSpPr>
          <a:xfrm>
            <a:off x="657150" y="3738088"/>
            <a:ext cx="2409600" cy="952500"/>
            <a:chOff x="457200" y="3048000"/>
            <a:chExt cx="2409600" cy="952500"/>
          </a:xfrm>
        </p:grpSpPr>
        <p:sp>
          <p:nvSpPr>
            <p:cNvPr id="553" name="Google Shape;553;p19"/>
            <p:cNvSpPr txBox="1"/>
            <p:nvPr/>
          </p:nvSpPr>
          <p:spPr>
            <a:xfrm>
              <a:off x="557100" y="32634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called the red planet and is actually a cold place. It’s full of iron oxide dust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54" name="Google Shape;554;p19"/>
            <p:cNvSpPr txBox="1"/>
            <p:nvPr/>
          </p:nvSpPr>
          <p:spPr>
            <a:xfrm>
              <a:off x="457200" y="30480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2013 - 2018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55" name="Google Shape;555;p19"/>
          <p:cNvGrpSpPr/>
          <p:nvPr/>
        </p:nvGrpSpPr>
        <p:grpSpPr>
          <a:xfrm>
            <a:off x="3367200" y="2775213"/>
            <a:ext cx="2409600" cy="952500"/>
            <a:chOff x="457200" y="3048000"/>
            <a:chExt cx="2409600" cy="952500"/>
          </a:xfrm>
        </p:grpSpPr>
        <p:sp>
          <p:nvSpPr>
            <p:cNvPr id="556" name="Google Shape;556;p19"/>
            <p:cNvSpPr txBox="1"/>
            <p:nvPr/>
          </p:nvSpPr>
          <p:spPr>
            <a:xfrm>
              <a:off x="557100" y="32634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the farthest planet from the Sun and the fourth-largest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7" name="Google Shape;557;p19"/>
            <p:cNvSpPr txBox="1"/>
            <p:nvPr/>
          </p:nvSpPr>
          <p:spPr>
            <a:xfrm>
              <a:off x="457200" y="30480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2012 - 2017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58" name="Google Shape;558;p19"/>
          <p:cNvGrpSpPr/>
          <p:nvPr/>
        </p:nvGrpSpPr>
        <p:grpSpPr>
          <a:xfrm>
            <a:off x="3367200" y="3738088"/>
            <a:ext cx="2409600" cy="952500"/>
            <a:chOff x="457200" y="3048000"/>
            <a:chExt cx="2409600" cy="952500"/>
          </a:xfrm>
        </p:grpSpPr>
        <p:sp>
          <p:nvSpPr>
            <p:cNvPr id="559" name="Google Shape;559;p19"/>
            <p:cNvSpPr txBox="1"/>
            <p:nvPr/>
          </p:nvSpPr>
          <p:spPr>
            <a:xfrm>
              <a:off x="557100" y="3263400"/>
              <a:ext cx="22098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also the second planet from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0" name="Google Shape;560;p19"/>
            <p:cNvSpPr txBox="1"/>
            <p:nvPr/>
          </p:nvSpPr>
          <p:spPr>
            <a:xfrm>
              <a:off x="457200" y="3048000"/>
              <a:ext cx="240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2018 - 2020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0"/>
          <p:cNvPicPr preferRelativeResize="0"/>
          <p:nvPr/>
        </p:nvPicPr>
        <p:blipFill rotWithShape="1">
          <a:blip r:embed="rId3">
            <a:alphaModFix/>
          </a:blip>
          <a:srcRect b="0" l="35886" r="23287" t="0"/>
          <a:stretch/>
        </p:blipFill>
        <p:spPr>
          <a:xfrm>
            <a:off x="3312550" y="1263375"/>
            <a:ext cx="2517300" cy="3468300"/>
          </a:xfrm>
          <a:prstGeom prst="roundRect">
            <a:avLst>
              <a:gd fmla="val 9166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566" name="Google Shape;566;p20"/>
          <p:cNvGrpSpPr/>
          <p:nvPr/>
        </p:nvGrpSpPr>
        <p:grpSpPr>
          <a:xfrm>
            <a:off x="693750" y="1086550"/>
            <a:ext cx="2335200" cy="3645050"/>
            <a:chOff x="693750" y="1086550"/>
            <a:chExt cx="2335200" cy="3645050"/>
          </a:xfrm>
        </p:grpSpPr>
        <p:sp>
          <p:nvSpPr>
            <p:cNvPr id="567" name="Google Shape;567;p20"/>
            <p:cNvSpPr/>
            <p:nvPr/>
          </p:nvSpPr>
          <p:spPr>
            <a:xfrm>
              <a:off x="693750" y="1263300"/>
              <a:ext cx="2335200" cy="3468300"/>
            </a:xfrm>
            <a:prstGeom prst="roundRect">
              <a:avLst>
                <a:gd fmla="val 6874" name="adj"/>
              </a:avLst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8" name="Google Shape;568;p20"/>
            <p:cNvGrpSpPr/>
            <p:nvPr/>
          </p:nvGrpSpPr>
          <p:grpSpPr>
            <a:xfrm>
              <a:off x="818588" y="4182888"/>
              <a:ext cx="457850" cy="351950"/>
              <a:chOff x="1364500" y="3024238"/>
              <a:chExt cx="457850" cy="351950"/>
            </a:xfrm>
          </p:grpSpPr>
          <p:sp>
            <p:nvSpPr>
              <p:cNvPr id="569" name="Google Shape;569;p20"/>
              <p:cNvSpPr/>
              <p:nvPr/>
            </p:nvSpPr>
            <p:spPr>
              <a:xfrm>
                <a:off x="1411200" y="3041688"/>
                <a:ext cx="194325" cy="248600"/>
              </a:xfrm>
              <a:custGeom>
                <a:rect b="b" l="l" r="r" t="t"/>
                <a:pathLst>
                  <a:path extrusionOk="0" h="9944" w="7773">
                    <a:moveTo>
                      <a:pt x="7588" y="0"/>
                    </a:moveTo>
                    <a:cubicBezTo>
                      <a:pt x="6416" y="0"/>
                      <a:pt x="5251" y="301"/>
                      <a:pt x="4237" y="903"/>
                    </a:cubicBezTo>
                    <a:cubicBezTo>
                      <a:pt x="1068" y="2738"/>
                      <a:pt x="1" y="6774"/>
                      <a:pt x="1835" y="9943"/>
                    </a:cubicBezTo>
                    <a:lnTo>
                      <a:pt x="4871" y="8175"/>
                    </a:lnTo>
                    <a:cubicBezTo>
                      <a:pt x="4304" y="7141"/>
                      <a:pt x="4337" y="5874"/>
                      <a:pt x="5004" y="4906"/>
                    </a:cubicBezTo>
                    <a:cubicBezTo>
                      <a:pt x="5271" y="4506"/>
                      <a:pt x="5605" y="4206"/>
                      <a:pt x="6005" y="3972"/>
                    </a:cubicBezTo>
                    <a:cubicBezTo>
                      <a:pt x="6494" y="3697"/>
                      <a:pt x="7038" y="3534"/>
                      <a:pt x="7613" y="3534"/>
                    </a:cubicBezTo>
                    <a:cubicBezTo>
                      <a:pt x="7666" y="3534"/>
                      <a:pt x="7719" y="3536"/>
                      <a:pt x="7773" y="3539"/>
                    </a:cubicBezTo>
                    <a:lnTo>
                      <a:pt x="7773" y="3"/>
                    </a:lnTo>
                    <a:cubicBezTo>
                      <a:pt x="7711" y="1"/>
                      <a:pt x="7650" y="0"/>
                      <a:pt x="75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0"/>
              <p:cNvSpPr/>
              <p:nvPr/>
            </p:nvSpPr>
            <p:spPr>
              <a:xfrm>
                <a:off x="1457075" y="3241063"/>
                <a:ext cx="288550" cy="131500"/>
              </a:xfrm>
              <a:custGeom>
                <a:rect b="b" l="l" r="r" t="t"/>
                <a:pathLst>
                  <a:path extrusionOk="0" h="5260" w="11542">
                    <a:moveTo>
                      <a:pt x="8473" y="0"/>
                    </a:moveTo>
                    <a:cubicBezTo>
                      <a:pt x="7973" y="968"/>
                      <a:pt x="7005" y="1635"/>
                      <a:pt x="5938" y="1701"/>
                    </a:cubicBezTo>
                    <a:cubicBezTo>
                      <a:pt x="5851" y="1709"/>
                      <a:pt x="5764" y="1712"/>
                      <a:pt x="5678" y="1712"/>
                    </a:cubicBezTo>
                    <a:cubicBezTo>
                      <a:pt x="4580" y="1712"/>
                      <a:pt x="3593" y="1128"/>
                      <a:pt x="3036" y="200"/>
                    </a:cubicBezTo>
                    <a:lnTo>
                      <a:pt x="0" y="1968"/>
                    </a:lnTo>
                    <a:cubicBezTo>
                      <a:pt x="1263" y="4166"/>
                      <a:pt x="3478" y="5259"/>
                      <a:pt x="5696" y="5259"/>
                    </a:cubicBezTo>
                    <a:cubicBezTo>
                      <a:pt x="7990" y="5259"/>
                      <a:pt x="10287" y="4091"/>
                      <a:pt x="11542" y="1768"/>
                    </a:cubicBezTo>
                    <a:lnTo>
                      <a:pt x="8473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1636375" y="3024238"/>
                <a:ext cx="166800" cy="242700"/>
              </a:xfrm>
              <a:custGeom>
                <a:rect b="b" l="l" r="r" t="t"/>
                <a:pathLst>
                  <a:path extrusionOk="0" h="9708" w="6672">
                    <a:moveTo>
                      <a:pt x="0" y="0"/>
                    </a:moveTo>
                    <a:lnTo>
                      <a:pt x="0" y="3536"/>
                    </a:lnTo>
                    <a:cubicBezTo>
                      <a:pt x="2168" y="3670"/>
                      <a:pt x="3503" y="5971"/>
                      <a:pt x="2535" y="7939"/>
                    </a:cubicBezTo>
                    <a:lnTo>
                      <a:pt x="5604" y="9707"/>
                    </a:lnTo>
                    <a:cubicBezTo>
                      <a:pt x="6672" y="7672"/>
                      <a:pt x="6638" y="5271"/>
                      <a:pt x="5471" y="3269"/>
                    </a:cubicBezTo>
                    <a:cubicBezTo>
                      <a:pt x="4337" y="1301"/>
                      <a:pt x="2268" y="67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0"/>
              <p:cNvSpPr/>
              <p:nvPr/>
            </p:nvSpPr>
            <p:spPr>
              <a:xfrm>
                <a:off x="1636375" y="3024238"/>
                <a:ext cx="166800" cy="242700"/>
              </a:xfrm>
              <a:custGeom>
                <a:rect b="b" l="l" r="r" t="t"/>
                <a:pathLst>
                  <a:path extrusionOk="0" fill="none" h="9708" w="6672">
                    <a:moveTo>
                      <a:pt x="5471" y="3269"/>
                    </a:moveTo>
                    <a:cubicBezTo>
                      <a:pt x="6638" y="5271"/>
                      <a:pt x="6672" y="7672"/>
                      <a:pt x="5604" y="9707"/>
                    </a:cubicBezTo>
                    <a:lnTo>
                      <a:pt x="2535" y="7939"/>
                    </a:lnTo>
                    <a:cubicBezTo>
                      <a:pt x="3503" y="5971"/>
                      <a:pt x="2168" y="3670"/>
                      <a:pt x="0" y="3536"/>
                    </a:cubicBezTo>
                    <a:lnTo>
                      <a:pt x="0" y="0"/>
                    </a:lnTo>
                    <a:cubicBezTo>
                      <a:pt x="2268" y="67"/>
                      <a:pt x="4337" y="1301"/>
                      <a:pt x="5471" y="3269"/>
                    </a:cubicBezTo>
                    <a:close/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0"/>
              <p:cNvSpPr/>
              <p:nvPr/>
            </p:nvSpPr>
            <p:spPr>
              <a:xfrm>
                <a:off x="1636375" y="3289413"/>
                <a:ext cx="175975" cy="39225"/>
              </a:xfrm>
              <a:custGeom>
                <a:rect b="b" l="l" r="r" t="t"/>
                <a:pathLst>
                  <a:path extrusionOk="0" fill="none" h="1569" w="7039">
                    <a:moveTo>
                      <a:pt x="0" y="1569"/>
                    </a:moveTo>
                    <a:lnTo>
                      <a:pt x="7039" y="1569"/>
                    </a:lnTo>
                    <a:lnTo>
                      <a:pt x="7039" y="1"/>
                    </a:lnTo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0"/>
              <p:cNvSpPr/>
              <p:nvPr/>
            </p:nvSpPr>
            <p:spPr>
              <a:xfrm>
                <a:off x="1798150" y="3275238"/>
                <a:ext cx="24200" cy="20825"/>
              </a:xfrm>
              <a:custGeom>
                <a:rect b="b" l="l" r="r" t="t"/>
                <a:pathLst>
                  <a:path extrusionOk="0" h="833" w="968">
                    <a:moveTo>
                      <a:pt x="568" y="1"/>
                    </a:moveTo>
                    <a:cubicBezTo>
                      <a:pt x="201" y="1"/>
                      <a:pt x="0" y="468"/>
                      <a:pt x="267" y="701"/>
                    </a:cubicBezTo>
                    <a:cubicBezTo>
                      <a:pt x="358" y="792"/>
                      <a:pt x="467" y="832"/>
                      <a:pt x="572" y="832"/>
                    </a:cubicBezTo>
                    <a:cubicBezTo>
                      <a:pt x="778" y="832"/>
                      <a:pt x="968" y="677"/>
                      <a:pt x="968" y="434"/>
                    </a:cubicBezTo>
                    <a:cubicBezTo>
                      <a:pt x="968" y="201"/>
                      <a:pt x="801" y="1"/>
                      <a:pt x="56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0"/>
              <p:cNvSpPr/>
              <p:nvPr/>
            </p:nvSpPr>
            <p:spPr>
              <a:xfrm>
                <a:off x="1377025" y="3053413"/>
                <a:ext cx="206825" cy="54250"/>
              </a:xfrm>
              <a:custGeom>
                <a:rect b="b" l="l" r="r" t="t"/>
                <a:pathLst>
                  <a:path extrusionOk="0" fill="none" h="2170" w="8273">
                    <a:moveTo>
                      <a:pt x="8273" y="1"/>
                    </a:moveTo>
                    <a:lnTo>
                      <a:pt x="0" y="1"/>
                    </a:lnTo>
                    <a:lnTo>
                      <a:pt x="0" y="2169"/>
                    </a:lnTo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1367000" y="3097613"/>
                <a:ext cx="20050" cy="20050"/>
              </a:xfrm>
              <a:custGeom>
                <a:rect b="b" l="l" r="r" t="t"/>
                <a:pathLst>
                  <a:path extrusionOk="0" h="802" w="802">
                    <a:moveTo>
                      <a:pt x="401" y="1"/>
                    </a:moveTo>
                    <a:cubicBezTo>
                      <a:pt x="168" y="1"/>
                      <a:pt x="1" y="168"/>
                      <a:pt x="1" y="401"/>
                    </a:cubicBezTo>
                    <a:cubicBezTo>
                      <a:pt x="1" y="635"/>
                      <a:pt x="168" y="801"/>
                      <a:pt x="401" y="801"/>
                    </a:cubicBezTo>
                    <a:cubicBezTo>
                      <a:pt x="635" y="801"/>
                      <a:pt x="801" y="635"/>
                      <a:pt x="801" y="401"/>
                    </a:cubicBezTo>
                    <a:cubicBezTo>
                      <a:pt x="801" y="168"/>
                      <a:pt x="635" y="1"/>
                      <a:pt x="4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0"/>
              <p:cNvSpPr/>
              <p:nvPr/>
            </p:nvSpPr>
            <p:spPr>
              <a:xfrm>
                <a:off x="1371175" y="3278588"/>
                <a:ext cx="175975" cy="91750"/>
              </a:xfrm>
              <a:custGeom>
                <a:rect b="b" l="l" r="r" t="t"/>
                <a:pathLst>
                  <a:path extrusionOk="0" h="3670" w="7039">
                    <a:moveTo>
                      <a:pt x="6238" y="0"/>
                    </a:moveTo>
                    <a:cubicBezTo>
                      <a:pt x="6205" y="0"/>
                      <a:pt x="6138" y="0"/>
                      <a:pt x="6105" y="34"/>
                    </a:cubicBezTo>
                    <a:lnTo>
                      <a:pt x="5171" y="701"/>
                    </a:lnTo>
                    <a:lnTo>
                      <a:pt x="234" y="701"/>
                    </a:lnTo>
                    <a:cubicBezTo>
                      <a:pt x="101" y="701"/>
                      <a:pt x="1" y="801"/>
                      <a:pt x="1" y="934"/>
                    </a:cubicBezTo>
                    <a:lnTo>
                      <a:pt x="1" y="3436"/>
                    </a:lnTo>
                    <a:cubicBezTo>
                      <a:pt x="1" y="3569"/>
                      <a:pt x="101" y="3670"/>
                      <a:pt x="234" y="3670"/>
                    </a:cubicBezTo>
                    <a:lnTo>
                      <a:pt x="6805" y="3670"/>
                    </a:lnTo>
                    <a:cubicBezTo>
                      <a:pt x="6939" y="3670"/>
                      <a:pt x="7039" y="3569"/>
                      <a:pt x="7039" y="3436"/>
                    </a:cubicBezTo>
                    <a:lnTo>
                      <a:pt x="7039" y="934"/>
                    </a:lnTo>
                    <a:cubicBezTo>
                      <a:pt x="7039" y="801"/>
                      <a:pt x="6939" y="701"/>
                      <a:pt x="6805" y="701"/>
                    </a:cubicBezTo>
                    <a:lnTo>
                      <a:pt x="6505" y="701"/>
                    </a:lnTo>
                    <a:lnTo>
                      <a:pt x="6505" y="234"/>
                    </a:lnTo>
                    <a:cubicBezTo>
                      <a:pt x="6505" y="134"/>
                      <a:pt x="6439" y="67"/>
                      <a:pt x="6372" y="34"/>
                    </a:cubicBezTo>
                    <a:cubicBezTo>
                      <a:pt x="6338" y="0"/>
                      <a:pt x="6272" y="0"/>
                      <a:pt x="6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0"/>
              <p:cNvSpPr/>
              <p:nvPr/>
            </p:nvSpPr>
            <p:spPr>
              <a:xfrm>
                <a:off x="1364500" y="3271913"/>
                <a:ext cx="188500" cy="104275"/>
              </a:xfrm>
              <a:custGeom>
                <a:rect b="b" l="l" r="r" t="t"/>
                <a:pathLst>
                  <a:path extrusionOk="0" h="4171" w="7540">
                    <a:moveTo>
                      <a:pt x="6505" y="501"/>
                    </a:moveTo>
                    <a:lnTo>
                      <a:pt x="6505" y="1201"/>
                    </a:lnTo>
                    <a:lnTo>
                      <a:pt x="7072" y="1201"/>
                    </a:lnTo>
                    <a:lnTo>
                      <a:pt x="7072" y="3703"/>
                    </a:lnTo>
                    <a:lnTo>
                      <a:pt x="501" y="3703"/>
                    </a:lnTo>
                    <a:lnTo>
                      <a:pt x="501" y="1201"/>
                    </a:lnTo>
                    <a:lnTo>
                      <a:pt x="5505" y="1201"/>
                    </a:lnTo>
                    <a:lnTo>
                      <a:pt x="6505" y="501"/>
                    </a:lnTo>
                    <a:close/>
                    <a:moveTo>
                      <a:pt x="6505" y="0"/>
                    </a:moveTo>
                    <a:cubicBezTo>
                      <a:pt x="6405" y="0"/>
                      <a:pt x="6305" y="34"/>
                      <a:pt x="6239" y="100"/>
                    </a:cubicBezTo>
                    <a:lnTo>
                      <a:pt x="5338" y="701"/>
                    </a:lnTo>
                    <a:lnTo>
                      <a:pt x="501" y="701"/>
                    </a:lnTo>
                    <a:cubicBezTo>
                      <a:pt x="234" y="701"/>
                      <a:pt x="1" y="934"/>
                      <a:pt x="1" y="1201"/>
                    </a:cubicBezTo>
                    <a:lnTo>
                      <a:pt x="1" y="3703"/>
                    </a:lnTo>
                    <a:cubicBezTo>
                      <a:pt x="1" y="3970"/>
                      <a:pt x="234" y="4170"/>
                      <a:pt x="501" y="4170"/>
                    </a:cubicBezTo>
                    <a:lnTo>
                      <a:pt x="7072" y="4170"/>
                    </a:lnTo>
                    <a:cubicBezTo>
                      <a:pt x="7339" y="4170"/>
                      <a:pt x="7539" y="3970"/>
                      <a:pt x="7539" y="3703"/>
                    </a:cubicBezTo>
                    <a:lnTo>
                      <a:pt x="7539" y="1201"/>
                    </a:lnTo>
                    <a:cubicBezTo>
                      <a:pt x="7539" y="934"/>
                      <a:pt x="7339" y="701"/>
                      <a:pt x="7072" y="701"/>
                    </a:cubicBezTo>
                    <a:lnTo>
                      <a:pt x="7006" y="701"/>
                    </a:lnTo>
                    <a:lnTo>
                      <a:pt x="7006" y="501"/>
                    </a:lnTo>
                    <a:cubicBezTo>
                      <a:pt x="7006" y="334"/>
                      <a:pt x="6906" y="167"/>
                      <a:pt x="6739" y="67"/>
                    </a:cubicBezTo>
                    <a:cubicBezTo>
                      <a:pt x="6672" y="34"/>
                      <a:pt x="6605" y="34"/>
                      <a:pt x="6505" y="34"/>
                    </a:cubicBezTo>
                    <a:lnTo>
                      <a:pt x="65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0"/>
              <p:cNvSpPr/>
              <p:nvPr/>
            </p:nvSpPr>
            <p:spPr>
              <a:xfrm>
                <a:off x="1396200" y="3318613"/>
                <a:ext cx="125950" cy="11700"/>
              </a:xfrm>
              <a:custGeom>
                <a:rect b="b" l="l" r="r" t="t"/>
                <a:pathLst>
                  <a:path extrusionOk="0" h="468" w="5038">
                    <a:moveTo>
                      <a:pt x="267" y="0"/>
                    </a:moveTo>
                    <a:cubicBezTo>
                      <a:pt x="134" y="0"/>
                      <a:pt x="0" y="100"/>
                      <a:pt x="0" y="234"/>
                    </a:cubicBezTo>
                    <a:cubicBezTo>
                      <a:pt x="0" y="367"/>
                      <a:pt x="134" y="467"/>
                      <a:pt x="267" y="467"/>
                    </a:cubicBezTo>
                    <a:lnTo>
                      <a:pt x="4804" y="467"/>
                    </a:lnTo>
                    <a:cubicBezTo>
                      <a:pt x="4937" y="467"/>
                      <a:pt x="5037" y="367"/>
                      <a:pt x="5037" y="234"/>
                    </a:cubicBezTo>
                    <a:cubicBezTo>
                      <a:pt x="5037" y="100"/>
                      <a:pt x="4937" y="0"/>
                      <a:pt x="48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0"/>
              <p:cNvSpPr/>
              <p:nvPr/>
            </p:nvSpPr>
            <p:spPr>
              <a:xfrm>
                <a:off x="1395575" y="3336088"/>
                <a:ext cx="73200" cy="12600"/>
              </a:xfrm>
              <a:custGeom>
                <a:rect b="b" l="l" r="r" t="t"/>
                <a:pathLst>
                  <a:path extrusionOk="0" h="504" w="2928">
                    <a:moveTo>
                      <a:pt x="267" y="0"/>
                    </a:moveTo>
                    <a:cubicBezTo>
                      <a:pt x="0" y="0"/>
                      <a:pt x="0" y="504"/>
                      <a:pt x="267" y="504"/>
                    </a:cubicBezTo>
                    <a:cubicBezTo>
                      <a:pt x="275" y="504"/>
                      <a:pt x="284" y="503"/>
                      <a:pt x="292" y="502"/>
                    </a:cubicBezTo>
                    <a:lnTo>
                      <a:pt x="2661" y="502"/>
                    </a:lnTo>
                    <a:cubicBezTo>
                      <a:pt x="2927" y="469"/>
                      <a:pt x="2927" y="35"/>
                      <a:pt x="2661" y="2"/>
                    </a:cubicBezTo>
                    <a:lnTo>
                      <a:pt x="292" y="2"/>
                    </a:lnTo>
                    <a:cubicBezTo>
                      <a:pt x="284" y="1"/>
                      <a:pt x="275" y="0"/>
                      <a:pt x="2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1" name="Google Shape;581;p20"/>
            <p:cNvGrpSpPr/>
            <p:nvPr/>
          </p:nvGrpSpPr>
          <p:grpSpPr>
            <a:xfrm>
              <a:off x="842350" y="3613325"/>
              <a:ext cx="410325" cy="368400"/>
              <a:chOff x="1912400" y="3019238"/>
              <a:chExt cx="410325" cy="368400"/>
            </a:xfrm>
          </p:grpSpPr>
          <p:sp>
            <p:nvSpPr>
              <p:cNvPr id="582" name="Google Shape;582;p20"/>
              <p:cNvSpPr/>
              <p:nvPr/>
            </p:nvSpPr>
            <p:spPr>
              <a:xfrm>
                <a:off x="1958275" y="3080938"/>
                <a:ext cx="364450" cy="258550"/>
              </a:xfrm>
              <a:custGeom>
                <a:rect b="b" l="l" r="r" t="t"/>
                <a:pathLst>
                  <a:path extrusionOk="0" h="10342" w="14578">
                    <a:moveTo>
                      <a:pt x="801" y="1"/>
                    </a:moveTo>
                    <a:cubicBezTo>
                      <a:pt x="367" y="1"/>
                      <a:pt x="0" y="368"/>
                      <a:pt x="0" y="801"/>
                    </a:cubicBezTo>
                    <a:lnTo>
                      <a:pt x="0" y="9507"/>
                    </a:lnTo>
                    <a:cubicBezTo>
                      <a:pt x="0" y="9974"/>
                      <a:pt x="367" y="10341"/>
                      <a:pt x="801" y="10341"/>
                    </a:cubicBezTo>
                    <a:lnTo>
                      <a:pt x="13777" y="10341"/>
                    </a:lnTo>
                    <a:cubicBezTo>
                      <a:pt x="14210" y="10341"/>
                      <a:pt x="14577" y="9974"/>
                      <a:pt x="14577" y="9507"/>
                    </a:cubicBezTo>
                    <a:lnTo>
                      <a:pt x="14577" y="801"/>
                    </a:lnTo>
                    <a:cubicBezTo>
                      <a:pt x="14577" y="368"/>
                      <a:pt x="14210" y="1"/>
                      <a:pt x="137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0"/>
              <p:cNvSpPr/>
              <p:nvPr/>
            </p:nvSpPr>
            <p:spPr>
              <a:xfrm>
                <a:off x="1988275" y="3114288"/>
                <a:ext cx="162650" cy="139300"/>
              </a:xfrm>
              <a:custGeom>
                <a:rect b="b" l="l" r="r" t="t"/>
                <a:pathLst>
                  <a:path extrusionOk="0" h="5572" w="6506">
                    <a:moveTo>
                      <a:pt x="3237" y="1535"/>
                    </a:moveTo>
                    <a:lnTo>
                      <a:pt x="3970" y="3337"/>
                    </a:lnTo>
                    <a:lnTo>
                      <a:pt x="2536" y="3337"/>
                    </a:lnTo>
                    <a:lnTo>
                      <a:pt x="3237" y="1535"/>
                    </a:lnTo>
                    <a:close/>
                    <a:moveTo>
                      <a:pt x="2469" y="1"/>
                    </a:moveTo>
                    <a:lnTo>
                      <a:pt x="1" y="5572"/>
                    </a:lnTo>
                    <a:lnTo>
                      <a:pt x="1635" y="5572"/>
                    </a:lnTo>
                    <a:lnTo>
                      <a:pt x="2069" y="4471"/>
                    </a:lnTo>
                    <a:lnTo>
                      <a:pt x="4404" y="4471"/>
                    </a:lnTo>
                    <a:lnTo>
                      <a:pt x="4871" y="5572"/>
                    </a:lnTo>
                    <a:lnTo>
                      <a:pt x="6506" y="5572"/>
                    </a:lnTo>
                    <a:lnTo>
                      <a:pt x="403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0"/>
              <p:cNvSpPr/>
              <p:nvPr/>
            </p:nvSpPr>
            <p:spPr>
              <a:xfrm>
                <a:off x="2146725" y="3107513"/>
                <a:ext cx="139300" cy="15975"/>
              </a:xfrm>
              <a:custGeom>
                <a:rect b="b" l="l" r="r" t="t"/>
                <a:pathLst>
                  <a:path extrusionOk="0" h="639" w="5572">
                    <a:moveTo>
                      <a:pt x="5289" y="1"/>
                    </a:moveTo>
                    <a:cubicBezTo>
                      <a:pt x="5272" y="1"/>
                      <a:pt x="5255" y="2"/>
                      <a:pt x="5238" y="5"/>
                    </a:cubicBezTo>
                    <a:lnTo>
                      <a:pt x="334" y="5"/>
                    </a:lnTo>
                    <a:cubicBezTo>
                      <a:pt x="168" y="5"/>
                      <a:pt x="1" y="138"/>
                      <a:pt x="1" y="305"/>
                    </a:cubicBezTo>
                    <a:cubicBezTo>
                      <a:pt x="1" y="505"/>
                      <a:pt x="168" y="639"/>
                      <a:pt x="334" y="639"/>
                    </a:cubicBezTo>
                    <a:lnTo>
                      <a:pt x="5238" y="639"/>
                    </a:lnTo>
                    <a:cubicBezTo>
                      <a:pt x="5438" y="639"/>
                      <a:pt x="5571" y="505"/>
                      <a:pt x="5571" y="305"/>
                    </a:cubicBezTo>
                    <a:cubicBezTo>
                      <a:pt x="5571" y="153"/>
                      <a:pt x="5460" y="1"/>
                      <a:pt x="52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0"/>
              <p:cNvSpPr/>
              <p:nvPr/>
            </p:nvSpPr>
            <p:spPr>
              <a:xfrm>
                <a:off x="2146725" y="3141813"/>
                <a:ext cx="139300" cy="16700"/>
              </a:xfrm>
              <a:custGeom>
                <a:rect b="b" l="l" r="r" t="t"/>
                <a:pathLst>
                  <a:path extrusionOk="0" h="668" w="5572">
                    <a:moveTo>
                      <a:pt x="334" y="1"/>
                    </a:moveTo>
                    <a:cubicBezTo>
                      <a:pt x="168" y="1"/>
                      <a:pt x="1" y="134"/>
                      <a:pt x="1" y="334"/>
                    </a:cubicBezTo>
                    <a:cubicBezTo>
                      <a:pt x="1" y="501"/>
                      <a:pt x="168" y="668"/>
                      <a:pt x="334" y="668"/>
                    </a:cubicBezTo>
                    <a:lnTo>
                      <a:pt x="5238" y="668"/>
                    </a:lnTo>
                    <a:cubicBezTo>
                      <a:pt x="5438" y="634"/>
                      <a:pt x="5571" y="501"/>
                      <a:pt x="5571" y="334"/>
                    </a:cubicBezTo>
                    <a:cubicBezTo>
                      <a:pt x="5571" y="134"/>
                      <a:pt x="5438" y="1"/>
                      <a:pt x="52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0"/>
              <p:cNvSpPr/>
              <p:nvPr/>
            </p:nvSpPr>
            <p:spPr>
              <a:xfrm>
                <a:off x="2173425" y="3175163"/>
                <a:ext cx="112600" cy="16725"/>
              </a:xfrm>
              <a:custGeom>
                <a:rect b="b" l="l" r="r" t="t"/>
                <a:pathLst>
                  <a:path extrusionOk="0" h="669" w="4504">
                    <a:moveTo>
                      <a:pt x="334" y="1"/>
                    </a:moveTo>
                    <a:cubicBezTo>
                      <a:pt x="134" y="1"/>
                      <a:pt x="0" y="134"/>
                      <a:pt x="0" y="335"/>
                    </a:cubicBezTo>
                    <a:cubicBezTo>
                      <a:pt x="0" y="501"/>
                      <a:pt x="134" y="668"/>
                      <a:pt x="334" y="668"/>
                    </a:cubicBezTo>
                    <a:lnTo>
                      <a:pt x="4170" y="668"/>
                    </a:lnTo>
                    <a:cubicBezTo>
                      <a:pt x="4370" y="668"/>
                      <a:pt x="4503" y="501"/>
                      <a:pt x="4503" y="335"/>
                    </a:cubicBezTo>
                    <a:cubicBezTo>
                      <a:pt x="4503" y="134"/>
                      <a:pt x="4370" y="1"/>
                      <a:pt x="41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0"/>
              <p:cNvSpPr/>
              <p:nvPr/>
            </p:nvSpPr>
            <p:spPr>
              <a:xfrm>
                <a:off x="2173425" y="3209363"/>
                <a:ext cx="112600" cy="16700"/>
              </a:xfrm>
              <a:custGeom>
                <a:rect b="b" l="l" r="r" t="t"/>
                <a:pathLst>
                  <a:path extrusionOk="0" h="668" w="4504">
                    <a:moveTo>
                      <a:pt x="334" y="1"/>
                    </a:moveTo>
                    <a:cubicBezTo>
                      <a:pt x="134" y="1"/>
                      <a:pt x="0" y="167"/>
                      <a:pt x="0" y="334"/>
                    </a:cubicBezTo>
                    <a:cubicBezTo>
                      <a:pt x="0" y="534"/>
                      <a:pt x="134" y="668"/>
                      <a:pt x="334" y="668"/>
                    </a:cubicBezTo>
                    <a:lnTo>
                      <a:pt x="4170" y="668"/>
                    </a:lnTo>
                    <a:cubicBezTo>
                      <a:pt x="4370" y="668"/>
                      <a:pt x="4503" y="534"/>
                      <a:pt x="4503" y="334"/>
                    </a:cubicBezTo>
                    <a:cubicBezTo>
                      <a:pt x="4503" y="167"/>
                      <a:pt x="4370" y="1"/>
                      <a:pt x="41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0"/>
              <p:cNvSpPr/>
              <p:nvPr/>
            </p:nvSpPr>
            <p:spPr>
              <a:xfrm>
                <a:off x="2173425" y="3244388"/>
                <a:ext cx="112600" cy="16700"/>
              </a:xfrm>
              <a:custGeom>
                <a:rect b="b" l="l" r="r" t="t"/>
                <a:pathLst>
                  <a:path extrusionOk="0" h="668" w="4504">
                    <a:moveTo>
                      <a:pt x="334" y="1"/>
                    </a:moveTo>
                    <a:cubicBezTo>
                      <a:pt x="134" y="1"/>
                      <a:pt x="0" y="134"/>
                      <a:pt x="0" y="334"/>
                    </a:cubicBezTo>
                    <a:cubicBezTo>
                      <a:pt x="0" y="501"/>
                      <a:pt x="134" y="668"/>
                      <a:pt x="334" y="668"/>
                    </a:cubicBezTo>
                    <a:lnTo>
                      <a:pt x="4170" y="668"/>
                    </a:lnTo>
                    <a:cubicBezTo>
                      <a:pt x="4370" y="668"/>
                      <a:pt x="4503" y="501"/>
                      <a:pt x="4503" y="334"/>
                    </a:cubicBezTo>
                    <a:cubicBezTo>
                      <a:pt x="4503" y="134"/>
                      <a:pt x="4370" y="1"/>
                      <a:pt x="41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0"/>
              <p:cNvSpPr/>
              <p:nvPr/>
            </p:nvSpPr>
            <p:spPr>
              <a:xfrm>
                <a:off x="1984950" y="3283588"/>
                <a:ext cx="301900" cy="16700"/>
              </a:xfrm>
              <a:custGeom>
                <a:rect b="b" l="l" r="r" t="t"/>
                <a:pathLst>
                  <a:path extrusionOk="0" h="668" w="12076">
                    <a:moveTo>
                      <a:pt x="334" y="0"/>
                    </a:moveTo>
                    <a:cubicBezTo>
                      <a:pt x="134" y="0"/>
                      <a:pt x="0" y="167"/>
                      <a:pt x="0" y="334"/>
                    </a:cubicBezTo>
                    <a:cubicBezTo>
                      <a:pt x="0" y="501"/>
                      <a:pt x="134" y="634"/>
                      <a:pt x="301" y="668"/>
                    </a:cubicBezTo>
                    <a:lnTo>
                      <a:pt x="11709" y="668"/>
                    </a:lnTo>
                    <a:cubicBezTo>
                      <a:pt x="11909" y="668"/>
                      <a:pt x="12042" y="534"/>
                      <a:pt x="12076" y="334"/>
                    </a:cubicBezTo>
                    <a:cubicBezTo>
                      <a:pt x="12076" y="167"/>
                      <a:pt x="11909" y="0"/>
                      <a:pt x="1174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0"/>
              <p:cNvSpPr/>
              <p:nvPr/>
            </p:nvSpPr>
            <p:spPr>
              <a:xfrm>
                <a:off x="2150900" y="3291288"/>
                <a:ext cx="157650" cy="96350"/>
              </a:xfrm>
              <a:custGeom>
                <a:rect b="b" l="l" r="r" t="t"/>
                <a:pathLst>
                  <a:path extrusionOk="0" h="3854" w="6306">
                    <a:moveTo>
                      <a:pt x="3140" y="1"/>
                    </a:moveTo>
                    <a:cubicBezTo>
                      <a:pt x="1894" y="1"/>
                      <a:pt x="651" y="643"/>
                      <a:pt x="1" y="1927"/>
                    </a:cubicBezTo>
                    <a:cubicBezTo>
                      <a:pt x="651" y="3212"/>
                      <a:pt x="1894" y="3854"/>
                      <a:pt x="3140" y="3854"/>
                    </a:cubicBezTo>
                    <a:cubicBezTo>
                      <a:pt x="4387" y="3854"/>
                      <a:pt x="5638" y="3212"/>
                      <a:pt x="6305" y="1927"/>
                    </a:cubicBezTo>
                    <a:cubicBezTo>
                      <a:pt x="5638" y="643"/>
                      <a:pt x="4387" y="1"/>
                      <a:pt x="31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0"/>
              <p:cNvSpPr/>
              <p:nvPr/>
            </p:nvSpPr>
            <p:spPr>
              <a:xfrm>
                <a:off x="2210950" y="3321113"/>
                <a:ext cx="37550" cy="37550"/>
              </a:xfrm>
              <a:custGeom>
                <a:rect b="b" l="l" r="r" t="t"/>
                <a:pathLst>
                  <a:path extrusionOk="0" h="1502" w="1502">
                    <a:moveTo>
                      <a:pt x="734" y="0"/>
                    </a:moveTo>
                    <a:cubicBezTo>
                      <a:pt x="334" y="0"/>
                      <a:pt x="0" y="334"/>
                      <a:pt x="0" y="734"/>
                    </a:cubicBezTo>
                    <a:cubicBezTo>
                      <a:pt x="0" y="1168"/>
                      <a:pt x="334" y="1502"/>
                      <a:pt x="734" y="1502"/>
                    </a:cubicBezTo>
                    <a:cubicBezTo>
                      <a:pt x="1168" y="1502"/>
                      <a:pt x="1501" y="1168"/>
                      <a:pt x="1501" y="734"/>
                    </a:cubicBezTo>
                    <a:cubicBezTo>
                      <a:pt x="1501" y="334"/>
                      <a:pt x="1168" y="0"/>
                      <a:pt x="7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0850">
                <a:solidFill>
                  <a:srgbClr val="000000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0"/>
              <p:cNvSpPr/>
              <p:nvPr/>
            </p:nvSpPr>
            <p:spPr>
              <a:xfrm>
                <a:off x="1912400" y="3055088"/>
                <a:ext cx="87575" cy="145975"/>
              </a:xfrm>
              <a:custGeom>
                <a:rect b="b" l="l" r="r" t="t"/>
                <a:pathLst>
                  <a:path extrusionOk="0" h="5839" w="3503">
                    <a:moveTo>
                      <a:pt x="1768" y="1"/>
                    </a:moveTo>
                    <a:lnTo>
                      <a:pt x="0" y="1168"/>
                    </a:lnTo>
                    <a:lnTo>
                      <a:pt x="0" y="5838"/>
                    </a:lnTo>
                    <a:lnTo>
                      <a:pt x="3503" y="5838"/>
                    </a:lnTo>
                    <a:lnTo>
                      <a:pt x="3503" y="1168"/>
                    </a:lnTo>
                    <a:lnTo>
                      <a:pt x="1768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20"/>
              <p:cNvSpPr/>
              <p:nvPr/>
            </p:nvSpPr>
            <p:spPr>
              <a:xfrm>
                <a:off x="1945750" y="3086788"/>
                <a:ext cx="20875" cy="20025"/>
              </a:xfrm>
              <a:custGeom>
                <a:rect b="b" l="l" r="r" t="t"/>
                <a:pathLst>
                  <a:path extrusionOk="0" h="801" w="835">
                    <a:moveTo>
                      <a:pt x="401" y="0"/>
                    </a:moveTo>
                    <a:cubicBezTo>
                      <a:pt x="201" y="0"/>
                      <a:pt x="1" y="200"/>
                      <a:pt x="1" y="400"/>
                    </a:cubicBezTo>
                    <a:cubicBezTo>
                      <a:pt x="1" y="634"/>
                      <a:pt x="201" y="801"/>
                      <a:pt x="401" y="801"/>
                    </a:cubicBezTo>
                    <a:cubicBezTo>
                      <a:pt x="634" y="801"/>
                      <a:pt x="835" y="634"/>
                      <a:pt x="835" y="400"/>
                    </a:cubicBezTo>
                    <a:cubicBezTo>
                      <a:pt x="835" y="200"/>
                      <a:pt x="634" y="0"/>
                      <a:pt x="4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0850">
                <a:solidFill>
                  <a:srgbClr val="000000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0"/>
              <p:cNvSpPr/>
              <p:nvPr/>
            </p:nvSpPr>
            <p:spPr>
              <a:xfrm>
                <a:off x="1955750" y="3019238"/>
                <a:ext cx="72600" cy="61725"/>
              </a:xfrm>
              <a:custGeom>
                <a:rect b="b" l="l" r="r" t="t"/>
                <a:pathLst>
                  <a:path extrusionOk="0" fill="none" h="2469" w="2904">
                    <a:moveTo>
                      <a:pt x="1" y="1435"/>
                    </a:moveTo>
                    <a:lnTo>
                      <a:pt x="1" y="1435"/>
                    </a:lnTo>
                    <a:cubicBezTo>
                      <a:pt x="1" y="634"/>
                      <a:pt x="601" y="0"/>
                      <a:pt x="1402" y="0"/>
                    </a:cubicBezTo>
                    <a:lnTo>
                      <a:pt x="1502" y="0"/>
                    </a:lnTo>
                    <a:cubicBezTo>
                      <a:pt x="2269" y="0"/>
                      <a:pt x="2903" y="634"/>
                      <a:pt x="2903" y="1435"/>
                    </a:cubicBezTo>
                    <a:lnTo>
                      <a:pt x="2903" y="2469"/>
                    </a:lnTo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20"/>
            <p:cNvGrpSpPr/>
            <p:nvPr/>
          </p:nvGrpSpPr>
          <p:grpSpPr>
            <a:xfrm>
              <a:off x="893225" y="2322454"/>
              <a:ext cx="308575" cy="296075"/>
              <a:chOff x="7192500" y="817088"/>
              <a:chExt cx="308575" cy="296075"/>
            </a:xfrm>
          </p:grpSpPr>
          <p:sp>
            <p:nvSpPr>
              <p:cNvPr id="596" name="Google Shape;596;p20"/>
              <p:cNvSpPr/>
              <p:nvPr/>
            </p:nvSpPr>
            <p:spPr>
              <a:xfrm>
                <a:off x="7199575" y="824563"/>
                <a:ext cx="297175" cy="281125"/>
              </a:xfrm>
              <a:custGeom>
                <a:rect b="b" l="l" r="r" t="t"/>
                <a:pathLst>
                  <a:path extrusionOk="0" h="11245" w="11887">
                    <a:moveTo>
                      <a:pt x="993" y="1"/>
                    </a:moveTo>
                    <a:cubicBezTo>
                      <a:pt x="726" y="1"/>
                      <a:pt x="726" y="504"/>
                      <a:pt x="993" y="504"/>
                    </a:cubicBezTo>
                    <a:cubicBezTo>
                      <a:pt x="1001" y="504"/>
                      <a:pt x="1010" y="503"/>
                      <a:pt x="1018" y="502"/>
                    </a:cubicBezTo>
                    <a:lnTo>
                      <a:pt x="1252" y="502"/>
                    </a:lnTo>
                    <a:cubicBezTo>
                      <a:pt x="1259" y="503"/>
                      <a:pt x="1267" y="504"/>
                      <a:pt x="1274" y="504"/>
                    </a:cubicBezTo>
                    <a:cubicBezTo>
                      <a:pt x="1511" y="504"/>
                      <a:pt x="1511" y="1"/>
                      <a:pt x="1274" y="1"/>
                    </a:cubicBezTo>
                    <a:cubicBezTo>
                      <a:pt x="1267" y="1"/>
                      <a:pt x="1259" y="1"/>
                      <a:pt x="1252" y="2"/>
                    </a:cubicBezTo>
                    <a:lnTo>
                      <a:pt x="1018" y="2"/>
                    </a:lnTo>
                    <a:cubicBezTo>
                      <a:pt x="1010" y="1"/>
                      <a:pt x="1001" y="1"/>
                      <a:pt x="993" y="1"/>
                    </a:cubicBezTo>
                    <a:close/>
                    <a:moveTo>
                      <a:pt x="2230" y="1"/>
                    </a:moveTo>
                    <a:cubicBezTo>
                      <a:pt x="1993" y="1"/>
                      <a:pt x="1993" y="504"/>
                      <a:pt x="2230" y="504"/>
                    </a:cubicBezTo>
                    <a:cubicBezTo>
                      <a:pt x="2237" y="504"/>
                      <a:pt x="2245" y="503"/>
                      <a:pt x="2252" y="502"/>
                    </a:cubicBezTo>
                    <a:lnTo>
                      <a:pt x="2519" y="502"/>
                    </a:lnTo>
                    <a:cubicBezTo>
                      <a:pt x="2527" y="503"/>
                      <a:pt x="2534" y="504"/>
                      <a:pt x="2541" y="504"/>
                    </a:cubicBezTo>
                    <a:cubicBezTo>
                      <a:pt x="2779" y="504"/>
                      <a:pt x="2779" y="1"/>
                      <a:pt x="2541" y="1"/>
                    </a:cubicBezTo>
                    <a:cubicBezTo>
                      <a:pt x="2534" y="1"/>
                      <a:pt x="2527" y="1"/>
                      <a:pt x="2519" y="2"/>
                    </a:cubicBezTo>
                    <a:lnTo>
                      <a:pt x="2252" y="2"/>
                    </a:lnTo>
                    <a:cubicBezTo>
                      <a:pt x="2245" y="1"/>
                      <a:pt x="2237" y="1"/>
                      <a:pt x="2230" y="1"/>
                    </a:cubicBezTo>
                    <a:close/>
                    <a:moveTo>
                      <a:pt x="3495" y="1"/>
                    </a:moveTo>
                    <a:cubicBezTo>
                      <a:pt x="3228" y="1"/>
                      <a:pt x="3228" y="504"/>
                      <a:pt x="3495" y="504"/>
                    </a:cubicBezTo>
                    <a:cubicBezTo>
                      <a:pt x="3503" y="504"/>
                      <a:pt x="3511" y="503"/>
                      <a:pt x="3520" y="502"/>
                    </a:cubicBezTo>
                    <a:lnTo>
                      <a:pt x="3753" y="502"/>
                    </a:lnTo>
                    <a:cubicBezTo>
                      <a:pt x="3761" y="503"/>
                      <a:pt x="3768" y="504"/>
                      <a:pt x="3776" y="504"/>
                    </a:cubicBezTo>
                    <a:cubicBezTo>
                      <a:pt x="4013" y="504"/>
                      <a:pt x="4013" y="1"/>
                      <a:pt x="3776" y="1"/>
                    </a:cubicBezTo>
                    <a:cubicBezTo>
                      <a:pt x="3768" y="1"/>
                      <a:pt x="3761" y="1"/>
                      <a:pt x="3753" y="2"/>
                    </a:cubicBezTo>
                    <a:lnTo>
                      <a:pt x="3520" y="2"/>
                    </a:lnTo>
                    <a:cubicBezTo>
                      <a:pt x="3511" y="1"/>
                      <a:pt x="3503" y="1"/>
                      <a:pt x="3495" y="1"/>
                    </a:cubicBezTo>
                    <a:close/>
                    <a:moveTo>
                      <a:pt x="4829" y="1"/>
                    </a:moveTo>
                    <a:cubicBezTo>
                      <a:pt x="4562" y="1"/>
                      <a:pt x="4562" y="504"/>
                      <a:pt x="4829" y="504"/>
                    </a:cubicBezTo>
                    <a:cubicBezTo>
                      <a:pt x="4837" y="504"/>
                      <a:pt x="4846" y="503"/>
                      <a:pt x="4854" y="502"/>
                    </a:cubicBezTo>
                    <a:lnTo>
                      <a:pt x="5088" y="502"/>
                    </a:lnTo>
                    <a:cubicBezTo>
                      <a:pt x="5095" y="503"/>
                      <a:pt x="5103" y="504"/>
                      <a:pt x="5110" y="504"/>
                    </a:cubicBezTo>
                    <a:cubicBezTo>
                      <a:pt x="5347" y="504"/>
                      <a:pt x="5347" y="1"/>
                      <a:pt x="5110" y="1"/>
                    </a:cubicBezTo>
                    <a:cubicBezTo>
                      <a:pt x="5103" y="1"/>
                      <a:pt x="5095" y="1"/>
                      <a:pt x="5088" y="2"/>
                    </a:cubicBezTo>
                    <a:lnTo>
                      <a:pt x="4854" y="2"/>
                    </a:lnTo>
                    <a:cubicBezTo>
                      <a:pt x="4846" y="1"/>
                      <a:pt x="4837" y="1"/>
                      <a:pt x="4829" y="1"/>
                    </a:cubicBezTo>
                    <a:close/>
                    <a:moveTo>
                      <a:pt x="6377" y="1"/>
                    </a:moveTo>
                    <a:cubicBezTo>
                      <a:pt x="6370" y="1"/>
                      <a:pt x="6363" y="1"/>
                      <a:pt x="6355" y="2"/>
                    </a:cubicBezTo>
                    <a:lnTo>
                      <a:pt x="6088" y="2"/>
                    </a:lnTo>
                    <a:cubicBezTo>
                      <a:pt x="5788" y="35"/>
                      <a:pt x="5788" y="436"/>
                      <a:pt x="6088" y="502"/>
                    </a:cubicBezTo>
                    <a:lnTo>
                      <a:pt x="6355" y="502"/>
                    </a:lnTo>
                    <a:cubicBezTo>
                      <a:pt x="6363" y="503"/>
                      <a:pt x="6370" y="504"/>
                      <a:pt x="6377" y="504"/>
                    </a:cubicBezTo>
                    <a:cubicBezTo>
                      <a:pt x="6615" y="504"/>
                      <a:pt x="6615" y="1"/>
                      <a:pt x="6377" y="1"/>
                    </a:cubicBezTo>
                    <a:close/>
                    <a:moveTo>
                      <a:pt x="7612" y="1"/>
                    </a:moveTo>
                    <a:cubicBezTo>
                      <a:pt x="7604" y="1"/>
                      <a:pt x="7597" y="1"/>
                      <a:pt x="7589" y="2"/>
                    </a:cubicBezTo>
                    <a:lnTo>
                      <a:pt x="7323" y="2"/>
                    </a:lnTo>
                    <a:cubicBezTo>
                      <a:pt x="7056" y="35"/>
                      <a:pt x="7056" y="436"/>
                      <a:pt x="7323" y="502"/>
                    </a:cubicBezTo>
                    <a:lnTo>
                      <a:pt x="7589" y="502"/>
                    </a:lnTo>
                    <a:cubicBezTo>
                      <a:pt x="7597" y="503"/>
                      <a:pt x="7604" y="504"/>
                      <a:pt x="7612" y="504"/>
                    </a:cubicBezTo>
                    <a:cubicBezTo>
                      <a:pt x="7849" y="504"/>
                      <a:pt x="7849" y="1"/>
                      <a:pt x="7612" y="1"/>
                    </a:cubicBezTo>
                    <a:close/>
                    <a:moveTo>
                      <a:pt x="8879" y="1"/>
                    </a:moveTo>
                    <a:cubicBezTo>
                      <a:pt x="8872" y="1"/>
                      <a:pt x="8865" y="1"/>
                      <a:pt x="8857" y="2"/>
                    </a:cubicBezTo>
                    <a:lnTo>
                      <a:pt x="8590" y="2"/>
                    </a:lnTo>
                    <a:cubicBezTo>
                      <a:pt x="8290" y="35"/>
                      <a:pt x="8290" y="436"/>
                      <a:pt x="8590" y="502"/>
                    </a:cubicBezTo>
                    <a:lnTo>
                      <a:pt x="8857" y="502"/>
                    </a:lnTo>
                    <a:cubicBezTo>
                      <a:pt x="8865" y="503"/>
                      <a:pt x="8872" y="504"/>
                      <a:pt x="8879" y="504"/>
                    </a:cubicBezTo>
                    <a:cubicBezTo>
                      <a:pt x="9116" y="504"/>
                      <a:pt x="9116" y="1"/>
                      <a:pt x="8879" y="1"/>
                    </a:cubicBezTo>
                    <a:close/>
                    <a:moveTo>
                      <a:pt x="10113" y="1"/>
                    </a:moveTo>
                    <a:cubicBezTo>
                      <a:pt x="10106" y="1"/>
                      <a:pt x="10099" y="1"/>
                      <a:pt x="10091" y="2"/>
                    </a:cubicBezTo>
                    <a:lnTo>
                      <a:pt x="9824" y="2"/>
                    </a:lnTo>
                    <a:cubicBezTo>
                      <a:pt x="9558" y="35"/>
                      <a:pt x="9558" y="436"/>
                      <a:pt x="9824" y="502"/>
                    </a:cubicBezTo>
                    <a:lnTo>
                      <a:pt x="10091" y="502"/>
                    </a:lnTo>
                    <a:cubicBezTo>
                      <a:pt x="10099" y="503"/>
                      <a:pt x="10106" y="504"/>
                      <a:pt x="10113" y="504"/>
                    </a:cubicBezTo>
                    <a:cubicBezTo>
                      <a:pt x="10351" y="504"/>
                      <a:pt x="10351" y="1"/>
                      <a:pt x="10113" y="1"/>
                    </a:cubicBezTo>
                    <a:close/>
                    <a:moveTo>
                      <a:pt x="11381" y="1"/>
                    </a:moveTo>
                    <a:cubicBezTo>
                      <a:pt x="11374" y="1"/>
                      <a:pt x="11366" y="1"/>
                      <a:pt x="11359" y="2"/>
                    </a:cubicBezTo>
                    <a:lnTo>
                      <a:pt x="11092" y="2"/>
                    </a:lnTo>
                    <a:cubicBezTo>
                      <a:pt x="10792" y="35"/>
                      <a:pt x="10792" y="436"/>
                      <a:pt x="11092" y="502"/>
                    </a:cubicBezTo>
                    <a:lnTo>
                      <a:pt x="11359" y="502"/>
                    </a:lnTo>
                    <a:cubicBezTo>
                      <a:pt x="11366" y="503"/>
                      <a:pt x="11374" y="504"/>
                      <a:pt x="11381" y="504"/>
                    </a:cubicBezTo>
                    <a:cubicBezTo>
                      <a:pt x="11618" y="504"/>
                      <a:pt x="11618" y="1"/>
                      <a:pt x="11381" y="1"/>
                    </a:cubicBezTo>
                    <a:close/>
                    <a:moveTo>
                      <a:pt x="268" y="311"/>
                    </a:moveTo>
                    <a:cubicBezTo>
                      <a:pt x="134" y="311"/>
                      <a:pt x="1" y="386"/>
                      <a:pt x="17" y="536"/>
                    </a:cubicBezTo>
                    <a:lnTo>
                      <a:pt x="17" y="769"/>
                    </a:lnTo>
                    <a:cubicBezTo>
                      <a:pt x="17" y="903"/>
                      <a:pt x="117" y="1036"/>
                      <a:pt x="251" y="1036"/>
                    </a:cubicBezTo>
                    <a:cubicBezTo>
                      <a:pt x="384" y="1036"/>
                      <a:pt x="518" y="903"/>
                      <a:pt x="518" y="769"/>
                    </a:cubicBezTo>
                    <a:lnTo>
                      <a:pt x="518" y="536"/>
                    </a:lnTo>
                    <a:cubicBezTo>
                      <a:pt x="534" y="386"/>
                      <a:pt x="401" y="311"/>
                      <a:pt x="268" y="311"/>
                    </a:cubicBezTo>
                    <a:close/>
                    <a:moveTo>
                      <a:pt x="11509" y="819"/>
                    </a:moveTo>
                    <a:cubicBezTo>
                      <a:pt x="11384" y="819"/>
                      <a:pt x="11259" y="903"/>
                      <a:pt x="11259" y="1070"/>
                    </a:cubicBezTo>
                    <a:lnTo>
                      <a:pt x="11259" y="1336"/>
                    </a:lnTo>
                    <a:cubicBezTo>
                      <a:pt x="11259" y="1470"/>
                      <a:pt x="11392" y="1570"/>
                      <a:pt x="11526" y="1570"/>
                    </a:cubicBezTo>
                    <a:cubicBezTo>
                      <a:pt x="11659" y="1570"/>
                      <a:pt x="11759" y="1470"/>
                      <a:pt x="11759" y="1336"/>
                    </a:cubicBezTo>
                    <a:lnTo>
                      <a:pt x="11759" y="1070"/>
                    </a:lnTo>
                    <a:cubicBezTo>
                      <a:pt x="11759" y="903"/>
                      <a:pt x="11634" y="819"/>
                      <a:pt x="11509" y="819"/>
                    </a:cubicBezTo>
                    <a:close/>
                    <a:moveTo>
                      <a:pt x="268" y="1570"/>
                    </a:moveTo>
                    <a:cubicBezTo>
                      <a:pt x="134" y="1570"/>
                      <a:pt x="1" y="1637"/>
                      <a:pt x="17" y="1770"/>
                    </a:cubicBezTo>
                    <a:lnTo>
                      <a:pt x="17" y="2037"/>
                    </a:lnTo>
                    <a:cubicBezTo>
                      <a:pt x="17" y="2170"/>
                      <a:pt x="117" y="2270"/>
                      <a:pt x="251" y="2270"/>
                    </a:cubicBezTo>
                    <a:cubicBezTo>
                      <a:pt x="384" y="2270"/>
                      <a:pt x="518" y="2170"/>
                      <a:pt x="518" y="2037"/>
                    </a:cubicBezTo>
                    <a:lnTo>
                      <a:pt x="518" y="1770"/>
                    </a:lnTo>
                    <a:cubicBezTo>
                      <a:pt x="534" y="1637"/>
                      <a:pt x="401" y="1570"/>
                      <a:pt x="268" y="1570"/>
                    </a:cubicBezTo>
                    <a:close/>
                    <a:moveTo>
                      <a:pt x="11509" y="2087"/>
                    </a:moveTo>
                    <a:cubicBezTo>
                      <a:pt x="11384" y="2087"/>
                      <a:pt x="11259" y="2170"/>
                      <a:pt x="11259" y="2337"/>
                    </a:cubicBezTo>
                    <a:lnTo>
                      <a:pt x="11259" y="2571"/>
                    </a:lnTo>
                    <a:cubicBezTo>
                      <a:pt x="11259" y="2704"/>
                      <a:pt x="11392" y="2837"/>
                      <a:pt x="11526" y="2837"/>
                    </a:cubicBezTo>
                    <a:cubicBezTo>
                      <a:pt x="11659" y="2837"/>
                      <a:pt x="11759" y="2704"/>
                      <a:pt x="11759" y="2571"/>
                    </a:cubicBezTo>
                    <a:lnTo>
                      <a:pt x="11759" y="2337"/>
                    </a:lnTo>
                    <a:cubicBezTo>
                      <a:pt x="11759" y="2170"/>
                      <a:pt x="11634" y="2087"/>
                      <a:pt x="11509" y="2087"/>
                    </a:cubicBezTo>
                    <a:close/>
                    <a:moveTo>
                      <a:pt x="268" y="2812"/>
                    </a:moveTo>
                    <a:cubicBezTo>
                      <a:pt x="134" y="2812"/>
                      <a:pt x="1" y="2888"/>
                      <a:pt x="17" y="3038"/>
                    </a:cubicBezTo>
                    <a:lnTo>
                      <a:pt x="17" y="3271"/>
                    </a:lnTo>
                    <a:cubicBezTo>
                      <a:pt x="17" y="3405"/>
                      <a:pt x="117" y="3538"/>
                      <a:pt x="251" y="3538"/>
                    </a:cubicBezTo>
                    <a:cubicBezTo>
                      <a:pt x="384" y="3538"/>
                      <a:pt x="518" y="3405"/>
                      <a:pt x="518" y="3271"/>
                    </a:cubicBezTo>
                    <a:lnTo>
                      <a:pt x="518" y="3038"/>
                    </a:lnTo>
                    <a:cubicBezTo>
                      <a:pt x="534" y="2888"/>
                      <a:pt x="401" y="2812"/>
                      <a:pt x="268" y="2812"/>
                    </a:cubicBezTo>
                    <a:close/>
                    <a:moveTo>
                      <a:pt x="11609" y="3355"/>
                    </a:moveTo>
                    <a:cubicBezTo>
                      <a:pt x="11484" y="3355"/>
                      <a:pt x="11359" y="3438"/>
                      <a:pt x="11359" y="3605"/>
                    </a:cubicBezTo>
                    <a:lnTo>
                      <a:pt x="11359" y="3838"/>
                    </a:lnTo>
                    <a:cubicBezTo>
                      <a:pt x="11359" y="3972"/>
                      <a:pt x="11492" y="4105"/>
                      <a:pt x="11626" y="4105"/>
                    </a:cubicBezTo>
                    <a:lnTo>
                      <a:pt x="11526" y="4105"/>
                    </a:lnTo>
                    <a:cubicBezTo>
                      <a:pt x="11555" y="4117"/>
                      <a:pt x="11586" y="4122"/>
                      <a:pt x="11616" y="4122"/>
                    </a:cubicBezTo>
                    <a:cubicBezTo>
                      <a:pt x="11756" y="4122"/>
                      <a:pt x="11887" y="4003"/>
                      <a:pt x="11859" y="3838"/>
                    </a:cubicBezTo>
                    <a:lnTo>
                      <a:pt x="11859" y="3605"/>
                    </a:lnTo>
                    <a:cubicBezTo>
                      <a:pt x="11859" y="3438"/>
                      <a:pt x="11734" y="3355"/>
                      <a:pt x="11609" y="3355"/>
                    </a:cubicBezTo>
                    <a:close/>
                    <a:moveTo>
                      <a:pt x="368" y="4105"/>
                    </a:moveTo>
                    <a:cubicBezTo>
                      <a:pt x="234" y="4105"/>
                      <a:pt x="101" y="4172"/>
                      <a:pt x="117" y="4305"/>
                    </a:cubicBezTo>
                    <a:lnTo>
                      <a:pt x="117" y="4539"/>
                    </a:lnTo>
                    <a:cubicBezTo>
                      <a:pt x="117" y="4705"/>
                      <a:pt x="218" y="4806"/>
                      <a:pt x="351" y="4806"/>
                    </a:cubicBezTo>
                    <a:lnTo>
                      <a:pt x="251" y="4806"/>
                    </a:lnTo>
                    <a:cubicBezTo>
                      <a:pt x="280" y="4817"/>
                      <a:pt x="311" y="4823"/>
                      <a:pt x="341" y="4823"/>
                    </a:cubicBezTo>
                    <a:cubicBezTo>
                      <a:pt x="482" y="4823"/>
                      <a:pt x="618" y="4703"/>
                      <a:pt x="618" y="4539"/>
                    </a:cubicBezTo>
                    <a:lnTo>
                      <a:pt x="618" y="4305"/>
                    </a:lnTo>
                    <a:cubicBezTo>
                      <a:pt x="634" y="4172"/>
                      <a:pt x="501" y="4105"/>
                      <a:pt x="368" y="4105"/>
                    </a:cubicBezTo>
                    <a:close/>
                    <a:moveTo>
                      <a:pt x="11609" y="4622"/>
                    </a:moveTo>
                    <a:cubicBezTo>
                      <a:pt x="11484" y="4622"/>
                      <a:pt x="11359" y="4705"/>
                      <a:pt x="11359" y="4872"/>
                    </a:cubicBezTo>
                    <a:lnTo>
                      <a:pt x="11359" y="5106"/>
                    </a:lnTo>
                    <a:cubicBezTo>
                      <a:pt x="11359" y="5239"/>
                      <a:pt x="11492" y="5373"/>
                      <a:pt x="11626" y="5373"/>
                    </a:cubicBezTo>
                    <a:lnTo>
                      <a:pt x="11526" y="5373"/>
                    </a:lnTo>
                    <a:cubicBezTo>
                      <a:pt x="11555" y="5384"/>
                      <a:pt x="11586" y="5390"/>
                      <a:pt x="11616" y="5390"/>
                    </a:cubicBezTo>
                    <a:cubicBezTo>
                      <a:pt x="11756" y="5390"/>
                      <a:pt x="11887" y="5270"/>
                      <a:pt x="11859" y="5106"/>
                    </a:cubicBezTo>
                    <a:lnTo>
                      <a:pt x="11859" y="4872"/>
                    </a:lnTo>
                    <a:cubicBezTo>
                      <a:pt x="11859" y="4705"/>
                      <a:pt x="11734" y="4622"/>
                      <a:pt x="11609" y="4622"/>
                    </a:cubicBezTo>
                    <a:close/>
                    <a:moveTo>
                      <a:pt x="368" y="5373"/>
                    </a:moveTo>
                    <a:cubicBezTo>
                      <a:pt x="234" y="5373"/>
                      <a:pt x="101" y="5439"/>
                      <a:pt x="117" y="5573"/>
                    </a:cubicBezTo>
                    <a:lnTo>
                      <a:pt x="117" y="5806"/>
                    </a:lnTo>
                    <a:cubicBezTo>
                      <a:pt x="117" y="5940"/>
                      <a:pt x="218" y="6073"/>
                      <a:pt x="351" y="6073"/>
                    </a:cubicBezTo>
                    <a:lnTo>
                      <a:pt x="251" y="6073"/>
                    </a:lnTo>
                    <a:cubicBezTo>
                      <a:pt x="280" y="6085"/>
                      <a:pt x="311" y="6090"/>
                      <a:pt x="341" y="6090"/>
                    </a:cubicBezTo>
                    <a:cubicBezTo>
                      <a:pt x="482" y="6090"/>
                      <a:pt x="618" y="5971"/>
                      <a:pt x="618" y="5806"/>
                    </a:cubicBezTo>
                    <a:lnTo>
                      <a:pt x="618" y="5573"/>
                    </a:lnTo>
                    <a:cubicBezTo>
                      <a:pt x="634" y="5439"/>
                      <a:pt x="501" y="5373"/>
                      <a:pt x="368" y="5373"/>
                    </a:cubicBezTo>
                    <a:close/>
                    <a:moveTo>
                      <a:pt x="11609" y="5890"/>
                    </a:moveTo>
                    <a:cubicBezTo>
                      <a:pt x="11484" y="5890"/>
                      <a:pt x="11359" y="5973"/>
                      <a:pt x="11359" y="6140"/>
                    </a:cubicBezTo>
                    <a:lnTo>
                      <a:pt x="11359" y="6373"/>
                    </a:lnTo>
                    <a:cubicBezTo>
                      <a:pt x="11359" y="6507"/>
                      <a:pt x="11492" y="6640"/>
                      <a:pt x="11626" y="6640"/>
                    </a:cubicBezTo>
                    <a:lnTo>
                      <a:pt x="11526" y="6640"/>
                    </a:lnTo>
                    <a:cubicBezTo>
                      <a:pt x="11555" y="6652"/>
                      <a:pt x="11586" y="6658"/>
                      <a:pt x="11616" y="6658"/>
                    </a:cubicBezTo>
                    <a:cubicBezTo>
                      <a:pt x="11756" y="6658"/>
                      <a:pt x="11887" y="6538"/>
                      <a:pt x="11859" y="6373"/>
                    </a:cubicBezTo>
                    <a:lnTo>
                      <a:pt x="11859" y="6140"/>
                    </a:lnTo>
                    <a:cubicBezTo>
                      <a:pt x="11859" y="5973"/>
                      <a:pt x="11734" y="5890"/>
                      <a:pt x="11609" y="5890"/>
                    </a:cubicBezTo>
                    <a:close/>
                    <a:moveTo>
                      <a:pt x="368" y="6615"/>
                    </a:moveTo>
                    <a:cubicBezTo>
                      <a:pt x="234" y="6615"/>
                      <a:pt x="101" y="6690"/>
                      <a:pt x="117" y="6840"/>
                    </a:cubicBezTo>
                    <a:lnTo>
                      <a:pt x="117" y="7074"/>
                    </a:lnTo>
                    <a:cubicBezTo>
                      <a:pt x="117" y="7207"/>
                      <a:pt x="218" y="7341"/>
                      <a:pt x="351" y="7341"/>
                    </a:cubicBezTo>
                    <a:lnTo>
                      <a:pt x="251" y="7341"/>
                    </a:lnTo>
                    <a:cubicBezTo>
                      <a:pt x="280" y="7353"/>
                      <a:pt x="311" y="7358"/>
                      <a:pt x="341" y="7358"/>
                    </a:cubicBezTo>
                    <a:cubicBezTo>
                      <a:pt x="482" y="7358"/>
                      <a:pt x="618" y="7239"/>
                      <a:pt x="618" y="7074"/>
                    </a:cubicBezTo>
                    <a:lnTo>
                      <a:pt x="618" y="6840"/>
                    </a:lnTo>
                    <a:cubicBezTo>
                      <a:pt x="634" y="6690"/>
                      <a:pt x="501" y="6615"/>
                      <a:pt x="368" y="6615"/>
                    </a:cubicBezTo>
                    <a:close/>
                    <a:moveTo>
                      <a:pt x="11609" y="7157"/>
                    </a:moveTo>
                    <a:cubicBezTo>
                      <a:pt x="11484" y="7157"/>
                      <a:pt x="11359" y="7241"/>
                      <a:pt x="11359" y="7407"/>
                    </a:cubicBezTo>
                    <a:lnTo>
                      <a:pt x="11359" y="7641"/>
                    </a:lnTo>
                    <a:cubicBezTo>
                      <a:pt x="11359" y="7774"/>
                      <a:pt x="11492" y="7874"/>
                      <a:pt x="11626" y="7874"/>
                    </a:cubicBezTo>
                    <a:lnTo>
                      <a:pt x="11526" y="7874"/>
                    </a:lnTo>
                    <a:cubicBezTo>
                      <a:pt x="11565" y="7898"/>
                      <a:pt x="11605" y="7908"/>
                      <a:pt x="11645" y="7908"/>
                    </a:cubicBezTo>
                    <a:cubicBezTo>
                      <a:pt x="11773" y="7908"/>
                      <a:pt x="11885" y="7794"/>
                      <a:pt x="11859" y="7641"/>
                    </a:cubicBezTo>
                    <a:lnTo>
                      <a:pt x="11859" y="7407"/>
                    </a:lnTo>
                    <a:cubicBezTo>
                      <a:pt x="11859" y="7241"/>
                      <a:pt x="11734" y="7157"/>
                      <a:pt x="11609" y="7157"/>
                    </a:cubicBezTo>
                    <a:close/>
                    <a:moveTo>
                      <a:pt x="368" y="7908"/>
                    </a:moveTo>
                    <a:cubicBezTo>
                      <a:pt x="234" y="7908"/>
                      <a:pt x="101" y="7975"/>
                      <a:pt x="117" y="8108"/>
                    </a:cubicBezTo>
                    <a:lnTo>
                      <a:pt x="117" y="8341"/>
                    </a:lnTo>
                    <a:cubicBezTo>
                      <a:pt x="117" y="8475"/>
                      <a:pt x="218" y="8608"/>
                      <a:pt x="351" y="8608"/>
                    </a:cubicBezTo>
                    <a:lnTo>
                      <a:pt x="251" y="8608"/>
                    </a:lnTo>
                    <a:cubicBezTo>
                      <a:pt x="281" y="8620"/>
                      <a:pt x="312" y="8626"/>
                      <a:pt x="343" y="8626"/>
                    </a:cubicBezTo>
                    <a:cubicBezTo>
                      <a:pt x="483" y="8626"/>
                      <a:pt x="618" y="8512"/>
                      <a:pt x="618" y="8375"/>
                    </a:cubicBezTo>
                    <a:lnTo>
                      <a:pt x="618" y="8108"/>
                    </a:lnTo>
                    <a:cubicBezTo>
                      <a:pt x="634" y="7975"/>
                      <a:pt x="501" y="7908"/>
                      <a:pt x="368" y="7908"/>
                    </a:cubicBezTo>
                    <a:close/>
                    <a:moveTo>
                      <a:pt x="11609" y="8416"/>
                    </a:moveTo>
                    <a:cubicBezTo>
                      <a:pt x="11484" y="8416"/>
                      <a:pt x="11359" y="8492"/>
                      <a:pt x="11359" y="8642"/>
                    </a:cubicBezTo>
                    <a:lnTo>
                      <a:pt x="11359" y="8909"/>
                    </a:lnTo>
                    <a:cubicBezTo>
                      <a:pt x="11359" y="9042"/>
                      <a:pt x="11492" y="9142"/>
                      <a:pt x="11626" y="9142"/>
                    </a:cubicBezTo>
                    <a:lnTo>
                      <a:pt x="11526" y="9142"/>
                    </a:lnTo>
                    <a:cubicBezTo>
                      <a:pt x="11565" y="9165"/>
                      <a:pt x="11605" y="9176"/>
                      <a:pt x="11645" y="9176"/>
                    </a:cubicBezTo>
                    <a:cubicBezTo>
                      <a:pt x="11773" y="9176"/>
                      <a:pt x="11885" y="9062"/>
                      <a:pt x="11859" y="8909"/>
                    </a:cubicBezTo>
                    <a:lnTo>
                      <a:pt x="11859" y="8642"/>
                    </a:lnTo>
                    <a:cubicBezTo>
                      <a:pt x="11859" y="8492"/>
                      <a:pt x="11734" y="8416"/>
                      <a:pt x="11609" y="8416"/>
                    </a:cubicBezTo>
                    <a:close/>
                    <a:moveTo>
                      <a:pt x="368" y="9150"/>
                    </a:moveTo>
                    <a:cubicBezTo>
                      <a:pt x="234" y="9150"/>
                      <a:pt x="101" y="9225"/>
                      <a:pt x="117" y="9376"/>
                    </a:cubicBezTo>
                    <a:lnTo>
                      <a:pt x="117" y="9609"/>
                    </a:lnTo>
                    <a:cubicBezTo>
                      <a:pt x="117" y="9742"/>
                      <a:pt x="218" y="9843"/>
                      <a:pt x="351" y="9843"/>
                    </a:cubicBezTo>
                    <a:lnTo>
                      <a:pt x="251" y="9843"/>
                    </a:lnTo>
                    <a:cubicBezTo>
                      <a:pt x="290" y="9866"/>
                      <a:pt x="331" y="9877"/>
                      <a:pt x="370" y="9877"/>
                    </a:cubicBezTo>
                    <a:cubicBezTo>
                      <a:pt x="500" y="9877"/>
                      <a:pt x="618" y="9762"/>
                      <a:pt x="618" y="9609"/>
                    </a:cubicBezTo>
                    <a:lnTo>
                      <a:pt x="618" y="9376"/>
                    </a:lnTo>
                    <a:cubicBezTo>
                      <a:pt x="634" y="9225"/>
                      <a:pt x="501" y="9150"/>
                      <a:pt x="368" y="9150"/>
                    </a:cubicBezTo>
                    <a:close/>
                    <a:moveTo>
                      <a:pt x="11609" y="9659"/>
                    </a:moveTo>
                    <a:cubicBezTo>
                      <a:pt x="11484" y="9659"/>
                      <a:pt x="11359" y="9742"/>
                      <a:pt x="11359" y="9909"/>
                    </a:cubicBezTo>
                    <a:lnTo>
                      <a:pt x="11359" y="10176"/>
                    </a:lnTo>
                    <a:cubicBezTo>
                      <a:pt x="11359" y="10310"/>
                      <a:pt x="11492" y="10410"/>
                      <a:pt x="11626" y="10410"/>
                    </a:cubicBezTo>
                    <a:lnTo>
                      <a:pt x="11526" y="10410"/>
                    </a:lnTo>
                    <a:cubicBezTo>
                      <a:pt x="11565" y="10433"/>
                      <a:pt x="11605" y="10444"/>
                      <a:pt x="11645" y="10444"/>
                    </a:cubicBezTo>
                    <a:cubicBezTo>
                      <a:pt x="11773" y="10444"/>
                      <a:pt x="11885" y="10329"/>
                      <a:pt x="11859" y="10176"/>
                    </a:cubicBezTo>
                    <a:lnTo>
                      <a:pt x="11859" y="9909"/>
                    </a:lnTo>
                    <a:cubicBezTo>
                      <a:pt x="11859" y="9742"/>
                      <a:pt x="11734" y="9659"/>
                      <a:pt x="11609" y="9659"/>
                    </a:cubicBezTo>
                    <a:close/>
                    <a:moveTo>
                      <a:pt x="368" y="10410"/>
                    </a:moveTo>
                    <a:cubicBezTo>
                      <a:pt x="234" y="10410"/>
                      <a:pt x="101" y="10476"/>
                      <a:pt x="117" y="10610"/>
                    </a:cubicBezTo>
                    <a:lnTo>
                      <a:pt x="117" y="10877"/>
                    </a:lnTo>
                    <a:cubicBezTo>
                      <a:pt x="117" y="11010"/>
                      <a:pt x="218" y="11110"/>
                      <a:pt x="351" y="11110"/>
                    </a:cubicBezTo>
                    <a:lnTo>
                      <a:pt x="251" y="11110"/>
                    </a:lnTo>
                    <a:cubicBezTo>
                      <a:pt x="286" y="11131"/>
                      <a:pt x="322" y="11140"/>
                      <a:pt x="358" y="11140"/>
                    </a:cubicBezTo>
                    <a:cubicBezTo>
                      <a:pt x="493" y="11140"/>
                      <a:pt x="618" y="11008"/>
                      <a:pt x="618" y="10877"/>
                    </a:cubicBezTo>
                    <a:lnTo>
                      <a:pt x="618" y="10610"/>
                    </a:lnTo>
                    <a:cubicBezTo>
                      <a:pt x="634" y="10476"/>
                      <a:pt x="501" y="10410"/>
                      <a:pt x="368" y="10410"/>
                    </a:cubicBezTo>
                    <a:close/>
                    <a:moveTo>
                      <a:pt x="1229" y="10742"/>
                    </a:moveTo>
                    <a:cubicBezTo>
                      <a:pt x="992" y="10742"/>
                      <a:pt x="992" y="11245"/>
                      <a:pt x="1229" y="11245"/>
                    </a:cubicBezTo>
                    <a:cubicBezTo>
                      <a:pt x="1237" y="11245"/>
                      <a:pt x="1244" y="11244"/>
                      <a:pt x="1252" y="11244"/>
                    </a:cubicBezTo>
                    <a:lnTo>
                      <a:pt x="1518" y="11244"/>
                    </a:lnTo>
                    <a:cubicBezTo>
                      <a:pt x="1526" y="11244"/>
                      <a:pt x="1533" y="11245"/>
                      <a:pt x="1541" y="11245"/>
                    </a:cubicBezTo>
                    <a:cubicBezTo>
                      <a:pt x="1778" y="11245"/>
                      <a:pt x="1778" y="10742"/>
                      <a:pt x="1541" y="10742"/>
                    </a:cubicBezTo>
                    <a:cubicBezTo>
                      <a:pt x="1533" y="10742"/>
                      <a:pt x="1526" y="10742"/>
                      <a:pt x="1518" y="10743"/>
                    </a:cubicBezTo>
                    <a:lnTo>
                      <a:pt x="1252" y="10743"/>
                    </a:lnTo>
                    <a:cubicBezTo>
                      <a:pt x="1244" y="10742"/>
                      <a:pt x="1237" y="10742"/>
                      <a:pt x="1229" y="10742"/>
                    </a:cubicBezTo>
                    <a:close/>
                    <a:moveTo>
                      <a:pt x="2494" y="10742"/>
                    </a:moveTo>
                    <a:cubicBezTo>
                      <a:pt x="2227" y="10742"/>
                      <a:pt x="2227" y="11245"/>
                      <a:pt x="2494" y="11245"/>
                    </a:cubicBezTo>
                    <a:cubicBezTo>
                      <a:pt x="2502" y="11245"/>
                      <a:pt x="2511" y="11244"/>
                      <a:pt x="2519" y="11244"/>
                    </a:cubicBezTo>
                    <a:lnTo>
                      <a:pt x="2753" y="11244"/>
                    </a:lnTo>
                    <a:cubicBezTo>
                      <a:pt x="2760" y="11244"/>
                      <a:pt x="2768" y="11245"/>
                      <a:pt x="2775" y="11245"/>
                    </a:cubicBezTo>
                    <a:cubicBezTo>
                      <a:pt x="3012" y="11245"/>
                      <a:pt x="3012" y="10742"/>
                      <a:pt x="2775" y="10742"/>
                    </a:cubicBezTo>
                    <a:cubicBezTo>
                      <a:pt x="2768" y="10742"/>
                      <a:pt x="2760" y="10742"/>
                      <a:pt x="2753" y="10743"/>
                    </a:cubicBezTo>
                    <a:lnTo>
                      <a:pt x="2519" y="10743"/>
                    </a:lnTo>
                    <a:cubicBezTo>
                      <a:pt x="2511" y="10742"/>
                      <a:pt x="2502" y="10742"/>
                      <a:pt x="2494" y="10742"/>
                    </a:cubicBezTo>
                    <a:close/>
                    <a:moveTo>
                      <a:pt x="3731" y="10742"/>
                    </a:moveTo>
                    <a:cubicBezTo>
                      <a:pt x="3494" y="10742"/>
                      <a:pt x="3494" y="11245"/>
                      <a:pt x="3731" y="11245"/>
                    </a:cubicBezTo>
                    <a:cubicBezTo>
                      <a:pt x="3738" y="11245"/>
                      <a:pt x="3746" y="11244"/>
                      <a:pt x="3753" y="11244"/>
                    </a:cubicBezTo>
                    <a:lnTo>
                      <a:pt x="4020" y="11244"/>
                    </a:lnTo>
                    <a:cubicBezTo>
                      <a:pt x="4028" y="11244"/>
                      <a:pt x="4035" y="11245"/>
                      <a:pt x="4042" y="11245"/>
                    </a:cubicBezTo>
                    <a:cubicBezTo>
                      <a:pt x="4280" y="11245"/>
                      <a:pt x="4280" y="10742"/>
                      <a:pt x="4042" y="10742"/>
                    </a:cubicBezTo>
                    <a:cubicBezTo>
                      <a:pt x="4035" y="10742"/>
                      <a:pt x="4028" y="10742"/>
                      <a:pt x="4020" y="10743"/>
                    </a:cubicBezTo>
                    <a:lnTo>
                      <a:pt x="3753" y="10743"/>
                    </a:lnTo>
                    <a:cubicBezTo>
                      <a:pt x="3746" y="10742"/>
                      <a:pt x="3738" y="10742"/>
                      <a:pt x="3731" y="10742"/>
                    </a:cubicBezTo>
                    <a:close/>
                    <a:moveTo>
                      <a:pt x="5277" y="10742"/>
                    </a:moveTo>
                    <a:cubicBezTo>
                      <a:pt x="5269" y="10742"/>
                      <a:pt x="5262" y="10742"/>
                      <a:pt x="5254" y="10743"/>
                    </a:cubicBezTo>
                    <a:lnTo>
                      <a:pt x="4988" y="10743"/>
                    </a:lnTo>
                    <a:cubicBezTo>
                      <a:pt x="4721" y="10777"/>
                      <a:pt x="4721" y="11210"/>
                      <a:pt x="4988" y="11244"/>
                    </a:cubicBezTo>
                    <a:lnTo>
                      <a:pt x="5254" y="11244"/>
                    </a:lnTo>
                    <a:cubicBezTo>
                      <a:pt x="5262" y="11244"/>
                      <a:pt x="5269" y="11245"/>
                      <a:pt x="5277" y="11245"/>
                    </a:cubicBezTo>
                    <a:cubicBezTo>
                      <a:pt x="5514" y="11245"/>
                      <a:pt x="5514" y="10742"/>
                      <a:pt x="5277" y="10742"/>
                    </a:cubicBezTo>
                    <a:close/>
                    <a:moveTo>
                      <a:pt x="6544" y="10742"/>
                    </a:moveTo>
                    <a:cubicBezTo>
                      <a:pt x="6537" y="10742"/>
                      <a:pt x="6530" y="10742"/>
                      <a:pt x="6522" y="10743"/>
                    </a:cubicBezTo>
                    <a:lnTo>
                      <a:pt x="6255" y="10743"/>
                    </a:lnTo>
                    <a:cubicBezTo>
                      <a:pt x="5955" y="10777"/>
                      <a:pt x="5955" y="11210"/>
                      <a:pt x="6255" y="11244"/>
                    </a:cubicBezTo>
                    <a:lnTo>
                      <a:pt x="6522" y="11244"/>
                    </a:lnTo>
                    <a:cubicBezTo>
                      <a:pt x="6530" y="11244"/>
                      <a:pt x="6537" y="11245"/>
                      <a:pt x="6544" y="11245"/>
                    </a:cubicBezTo>
                    <a:cubicBezTo>
                      <a:pt x="6781" y="11245"/>
                      <a:pt x="6781" y="10742"/>
                      <a:pt x="6544" y="10742"/>
                    </a:cubicBezTo>
                    <a:close/>
                    <a:moveTo>
                      <a:pt x="7778" y="10742"/>
                    </a:moveTo>
                    <a:cubicBezTo>
                      <a:pt x="7771" y="10742"/>
                      <a:pt x="7764" y="10742"/>
                      <a:pt x="7756" y="10743"/>
                    </a:cubicBezTo>
                    <a:lnTo>
                      <a:pt x="7489" y="10743"/>
                    </a:lnTo>
                    <a:cubicBezTo>
                      <a:pt x="7223" y="10777"/>
                      <a:pt x="7223" y="11210"/>
                      <a:pt x="7489" y="11244"/>
                    </a:cubicBezTo>
                    <a:lnTo>
                      <a:pt x="7756" y="11244"/>
                    </a:lnTo>
                    <a:cubicBezTo>
                      <a:pt x="7764" y="11244"/>
                      <a:pt x="7771" y="11245"/>
                      <a:pt x="7778" y="11245"/>
                    </a:cubicBezTo>
                    <a:cubicBezTo>
                      <a:pt x="8016" y="11245"/>
                      <a:pt x="8016" y="10742"/>
                      <a:pt x="7778" y="10742"/>
                    </a:cubicBezTo>
                    <a:close/>
                    <a:moveTo>
                      <a:pt x="9046" y="10742"/>
                    </a:moveTo>
                    <a:cubicBezTo>
                      <a:pt x="9039" y="10742"/>
                      <a:pt x="9031" y="10742"/>
                      <a:pt x="9024" y="10743"/>
                    </a:cubicBezTo>
                    <a:lnTo>
                      <a:pt x="8757" y="10743"/>
                    </a:lnTo>
                    <a:cubicBezTo>
                      <a:pt x="8457" y="10777"/>
                      <a:pt x="8457" y="11210"/>
                      <a:pt x="8757" y="11244"/>
                    </a:cubicBezTo>
                    <a:lnTo>
                      <a:pt x="9024" y="11244"/>
                    </a:lnTo>
                    <a:cubicBezTo>
                      <a:pt x="9031" y="11244"/>
                      <a:pt x="9039" y="11245"/>
                      <a:pt x="9046" y="11245"/>
                    </a:cubicBezTo>
                    <a:cubicBezTo>
                      <a:pt x="9283" y="11245"/>
                      <a:pt x="9283" y="10742"/>
                      <a:pt x="9046" y="10742"/>
                    </a:cubicBezTo>
                    <a:close/>
                    <a:moveTo>
                      <a:pt x="10280" y="10742"/>
                    </a:moveTo>
                    <a:cubicBezTo>
                      <a:pt x="10273" y="10742"/>
                      <a:pt x="10266" y="10742"/>
                      <a:pt x="10258" y="10743"/>
                    </a:cubicBezTo>
                    <a:lnTo>
                      <a:pt x="9991" y="10743"/>
                    </a:lnTo>
                    <a:cubicBezTo>
                      <a:pt x="9724" y="10777"/>
                      <a:pt x="9724" y="11210"/>
                      <a:pt x="9991" y="11244"/>
                    </a:cubicBezTo>
                    <a:lnTo>
                      <a:pt x="10258" y="11244"/>
                    </a:lnTo>
                    <a:cubicBezTo>
                      <a:pt x="10266" y="11244"/>
                      <a:pt x="10273" y="11245"/>
                      <a:pt x="10280" y="11245"/>
                    </a:cubicBezTo>
                    <a:cubicBezTo>
                      <a:pt x="10517" y="11245"/>
                      <a:pt x="10517" y="10742"/>
                      <a:pt x="10280" y="10742"/>
                    </a:cubicBezTo>
                    <a:close/>
                    <a:moveTo>
                      <a:pt x="11548" y="10742"/>
                    </a:moveTo>
                    <a:cubicBezTo>
                      <a:pt x="11541" y="10742"/>
                      <a:pt x="11533" y="10742"/>
                      <a:pt x="11526" y="10743"/>
                    </a:cubicBezTo>
                    <a:lnTo>
                      <a:pt x="11259" y="10743"/>
                    </a:lnTo>
                    <a:cubicBezTo>
                      <a:pt x="10959" y="10777"/>
                      <a:pt x="10959" y="11210"/>
                      <a:pt x="11259" y="11244"/>
                    </a:cubicBezTo>
                    <a:lnTo>
                      <a:pt x="11526" y="11244"/>
                    </a:lnTo>
                    <a:cubicBezTo>
                      <a:pt x="11533" y="11244"/>
                      <a:pt x="11541" y="11245"/>
                      <a:pt x="11548" y="11245"/>
                    </a:cubicBezTo>
                    <a:cubicBezTo>
                      <a:pt x="11785" y="11245"/>
                      <a:pt x="11785" y="10742"/>
                      <a:pt x="11548" y="107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7" name="Google Shape;597;p20"/>
              <p:cNvGrpSpPr/>
              <p:nvPr/>
            </p:nvGrpSpPr>
            <p:grpSpPr>
              <a:xfrm>
                <a:off x="7192500" y="817088"/>
                <a:ext cx="308575" cy="296075"/>
                <a:chOff x="4020675" y="1332788"/>
                <a:chExt cx="308575" cy="296075"/>
              </a:xfrm>
            </p:grpSpPr>
            <p:sp>
              <p:nvSpPr>
                <p:cNvPr id="598" name="Google Shape;598;p20"/>
                <p:cNvSpPr/>
                <p:nvPr/>
              </p:nvSpPr>
              <p:spPr>
                <a:xfrm>
                  <a:off x="4301700" y="1332788"/>
                  <a:ext cx="27550" cy="26725"/>
                </a:xfrm>
                <a:custGeom>
                  <a:rect b="b" l="l" r="r" t="t"/>
                  <a:pathLst>
                    <a:path extrusionOk="0" h="1069" w="1102">
                      <a:moveTo>
                        <a:pt x="1" y="1"/>
                      </a:moveTo>
                      <a:lnTo>
                        <a:pt x="1" y="1068"/>
                      </a:lnTo>
                      <a:lnTo>
                        <a:pt x="1101" y="1068"/>
                      </a:lnTo>
                      <a:lnTo>
                        <a:pt x="110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25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0"/>
                <p:cNvSpPr/>
                <p:nvPr/>
              </p:nvSpPr>
              <p:spPr>
                <a:xfrm>
                  <a:off x="4020675" y="1332788"/>
                  <a:ext cx="27525" cy="26725"/>
                </a:xfrm>
                <a:custGeom>
                  <a:rect b="b" l="l" r="r" t="t"/>
                  <a:pathLst>
                    <a:path extrusionOk="0" h="1069" w="1101">
                      <a:moveTo>
                        <a:pt x="0" y="1"/>
                      </a:moveTo>
                      <a:lnTo>
                        <a:pt x="0" y="1068"/>
                      </a:lnTo>
                      <a:lnTo>
                        <a:pt x="1101" y="1068"/>
                      </a:lnTo>
                      <a:lnTo>
                        <a:pt x="110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25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0"/>
                <p:cNvSpPr/>
                <p:nvPr/>
              </p:nvSpPr>
              <p:spPr>
                <a:xfrm>
                  <a:off x="4301700" y="1601313"/>
                  <a:ext cx="27550" cy="27550"/>
                </a:xfrm>
                <a:custGeom>
                  <a:rect b="b" l="l" r="r" t="t"/>
                  <a:pathLst>
                    <a:path extrusionOk="0" h="1102" w="1102">
                      <a:moveTo>
                        <a:pt x="1" y="1"/>
                      </a:moveTo>
                      <a:lnTo>
                        <a:pt x="1" y="1102"/>
                      </a:lnTo>
                      <a:lnTo>
                        <a:pt x="1101" y="1102"/>
                      </a:lnTo>
                      <a:lnTo>
                        <a:pt x="110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25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4020675" y="1601313"/>
                  <a:ext cx="27525" cy="27550"/>
                </a:xfrm>
                <a:custGeom>
                  <a:rect b="b" l="l" r="r" t="t"/>
                  <a:pathLst>
                    <a:path extrusionOk="0" h="1102" w="1101">
                      <a:moveTo>
                        <a:pt x="0" y="1"/>
                      </a:moveTo>
                      <a:lnTo>
                        <a:pt x="0" y="1102"/>
                      </a:lnTo>
                      <a:lnTo>
                        <a:pt x="1101" y="1102"/>
                      </a:lnTo>
                      <a:lnTo>
                        <a:pt x="110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25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4088225" y="1378663"/>
                  <a:ext cx="173475" cy="203500"/>
                </a:xfrm>
                <a:custGeom>
                  <a:rect b="b" l="l" r="r" t="t"/>
                  <a:pathLst>
                    <a:path extrusionOk="0" h="8140" w="6939">
                      <a:moveTo>
                        <a:pt x="334" y="1"/>
                      </a:moveTo>
                      <a:cubicBezTo>
                        <a:pt x="234" y="1"/>
                        <a:pt x="100" y="101"/>
                        <a:pt x="100" y="234"/>
                      </a:cubicBezTo>
                      <a:lnTo>
                        <a:pt x="0" y="2035"/>
                      </a:lnTo>
                      <a:cubicBezTo>
                        <a:pt x="0" y="2102"/>
                        <a:pt x="33" y="2169"/>
                        <a:pt x="67" y="2202"/>
                      </a:cubicBezTo>
                      <a:cubicBezTo>
                        <a:pt x="134" y="2269"/>
                        <a:pt x="200" y="2269"/>
                        <a:pt x="267" y="2269"/>
                      </a:cubicBezTo>
                      <a:lnTo>
                        <a:pt x="467" y="2269"/>
                      </a:lnTo>
                      <a:cubicBezTo>
                        <a:pt x="601" y="2269"/>
                        <a:pt x="701" y="2169"/>
                        <a:pt x="701" y="2069"/>
                      </a:cubicBezTo>
                      <a:cubicBezTo>
                        <a:pt x="734" y="1802"/>
                        <a:pt x="801" y="1568"/>
                        <a:pt x="934" y="1335"/>
                      </a:cubicBezTo>
                      <a:cubicBezTo>
                        <a:pt x="1001" y="1201"/>
                        <a:pt x="1134" y="1101"/>
                        <a:pt x="1301" y="1035"/>
                      </a:cubicBezTo>
                      <a:cubicBezTo>
                        <a:pt x="1472" y="986"/>
                        <a:pt x="1643" y="955"/>
                        <a:pt x="1814" y="955"/>
                      </a:cubicBezTo>
                      <a:cubicBezTo>
                        <a:pt x="1876" y="955"/>
                        <a:pt x="1939" y="959"/>
                        <a:pt x="2002" y="968"/>
                      </a:cubicBezTo>
                      <a:lnTo>
                        <a:pt x="2669" y="968"/>
                      </a:lnTo>
                      <a:lnTo>
                        <a:pt x="2669" y="6572"/>
                      </a:lnTo>
                      <a:cubicBezTo>
                        <a:pt x="2702" y="6805"/>
                        <a:pt x="2669" y="7039"/>
                        <a:pt x="2602" y="7272"/>
                      </a:cubicBezTo>
                      <a:cubicBezTo>
                        <a:pt x="2569" y="7306"/>
                        <a:pt x="2469" y="7473"/>
                        <a:pt x="2102" y="7473"/>
                      </a:cubicBezTo>
                      <a:lnTo>
                        <a:pt x="1835" y="7473"/>
                      </a:lnTo>
                      <a:cubicBezTo>
                        <a:pt x="1701" y="7473"/>
                        <a:pt x="1568" y="7573"/>
                        <a:pt x="1568" y="7706"/>
                      </a:cubicBezTo>
                      <a:lnTo>
                        <a:pt x="1568" y="7906"/>
                      </a:lnTo>
                      <a:cubicBezTo>
                        <a:pt x="1568" y="8040"/>
                        <a:pt x="1701" y="8140"/>
                        <a:pt x="1835" y="8140"/>
                      </a:cubicBezTo>
                      <a:lnTo>
                        <a:pt x="5070" y="8140"/>
                      </a:lnTo>
                      <a:cubicBezTo>
                        <a:pt x="5204" y="8140"/>
                        <a:pt x="5337" y="8040"/>
                        <a:pt x="5337" y="7906"/>
                      </a:cubicBezTo>
                      <a:lnTo>
                        <a:pt x="5337" y="7706"/>
                      </a:lnTo>
                      <a:cubicBezTo>
                        <a:pt x="5337" y="7573"/>
                        <a:pt x="5204" y="7473"/>
                        <a:pt x="5070" y="7473"/>
                      </a:cubicBezTo>
                      <a:lnTo>
                        <a:pt x="4804" y="7473"/>
                      </a:lnTo>
                      <a:cubicBezTo>
                        <a:pt x="4637" y="7473"/>
                        <a:pt x="4470" y="7406"/>
                        <a:pt x="4337" y="7306"/>
                      </a:cubicBezTo>
                      <a:cubicBezTo>
                        <a:pt x="4337" y="7306"/>
                        <a:pt x="4236" y="7172"/>
                        <a:pt x="4236" y="6572"/>
                      </a:cubicBezTo>
                      <a:lnTo>
                        <a:pt x="4236" y="968"/>
                      </a:lnTo>
                      <a:lnTo>
                        <a:pt x="5070" y="968"/>
                      </a:lnTo>
                      <a:cubicBezTo>
                        <a:pt x="5112" y="962"/>
                        <a:pt x="5153" y="959"/>
                        <a:pt x="5194" y="959"/>
                      </a:cubicBezTo>
                      <a:cubicBezTo>
                        <a:pt x="5386" y="959"/>
                        <a:pt x="5573" y="1019"/>
                        <a:pt x="5738" y="1101"/>
                      </a:cubicBezTo>
                      <a:cubicBezTo>
                        <a:pt x="5871" y="1168"/>
                        <a:pt x="6004" y="1301"/>
                        <a:pt x="6104" y="1468"/>
                      </a:cubicBezTo>
                      <a:cubicBezTo>
                        <a:pt x="6171" y="1668"/>
                        <a:pt x="6238" y="1869"/>
                        <a:pt x="6238" y="2069"/>
                      </a:cubicBezTo>
                      <a:cubicBezTo>
                        <a:pt x="6238" y="2202"/>
                        <a:pt x="6338" y="2269"/>
                        <a:pt x="6471" y="2269"/>
                      </a:cubicBezTo>
                      <a:lnTo>
                        <a:pt x="6705" y="2269"/>
                      </a:lnTo>
                      <a:cubicBezTo>
                        <a:pt x="6772" y="2269"/>
                        <a:pt x="6805" y="2269"/>
                        <a:pt x="6872" y="2202"/>
                      </a:cubicBezTo>
                      <a:cubicBezTo>
                        <a:pt x="6905" y="2169"/>
                        <a:pt x="6938" y="2102"/>
                        <a:pt x="6938" y="2035"/>
                      </a:cubicBezTo>
                      <a:lnTo>
                        <a:pt x="6838" y="234"/>
                      </a:lnTo>
                      <a:cubicBezTo>
                        <a:pt x="6838" y="101"/>
                        <a:pt x="6738" y="1"/>
                        <a:pt x="660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rnd" cmpd="sng" w="141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3" name="Google Shape;603;p20"/>
            <p:cNvGrpSpPr/>
            <p:nvPr/>
          </p:nvGrpSpPr>
          <p:grpSpPr>
            <a:xfrm>
              <a:off x="852150" y="1671231"/>
              <a:ext cx="390713" cy="321100"/>
              <a:chOff x="3447750" y="1914888"/>
              <a:chExt cx="390713" cy="321100"/>
            </a:xfrm>
          </p:grpSpPr>
          <p:sp>
            <p:nvSpPr>
              <p:cNvPr id="604" name="Google Shape;604;p20"/>
              <p:cNvSpPr/>
              <p:nvPr/>
            </p:nvSpPr>
            <p:spPr>
              <a:xfrm>
                <a:off x="3447750" y="1915713"/>
                <a:ext cx="354450" cy="281900"/>
              </a:xfrm>
              <a:custGeom>
                <a:rect b="b" l="l" r="r" t="t"/>
                <a:pathLst>
                  <a:path extrusionOk="0" h="11276" w="14178">
                    <a:moveTo>
                      <a:pt x="1102" y="1"/>
                    </a:moveTo>
                    <a:cubicBezTo>
                      <a:pt x="468" y="1"/>
                      <a:pt x="1" y="468"/>
                      <a:pt x="1" y="1068"/>
                    </a:cubicBezTo>
                    <a:lnTo>
                      <a:pt x="1" y="10208"/>
                    </a:lnTo>
                    <a:cubicBezTo>
                      <a:pt x="1" y="10808"/>
                      <a:pt x="468" y="11275"/>
                      <a:pt x="1102" y="11275"/>
                    </a:cubicBezTo>
                    <a:lnTo>
                      <a:pt x="13077" y="11275"/>
                    </a:lnTo>
                    <a:cubicBezTo>
                      <a:pt x="13677" y="11275"/>
                      <a:pt x="14178" y="10808"/>
                      <a:pt x="14178" y="10208"/>
                    </a:cubicBezTo>
                    <a:lnTo>
                      <a:pt x="14178" y="1068"/>
                    </a:lnTo>
                    <a:cubicBezTo>
                      <a:pt x="14178" y="468"/>
                      <a:pt x="13677" y="1"/>
                      <a:pt x="130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0"/>
              <p:cNvSpPr/>
              <p:nvPr/>
            </p:nvSpPr>
            <p:spPr>
              <a:xfrm>
                <a:off x="3447775" y="1915688"/>
                <a:ext cx="354425" cy="58425"/>
              </a:xfrm>
              <a:custGeom>
                <a:rect b="b" l="l" r="r" t="t"/>
                <a:pathLst>
                  <a:path extrusionOk="0" h="2337" w="14177">
                    <a:moveTo>
                      <a:pt x="1044" y="0"/>
                    </a:moveTo>
                    <a:cubicBezTo>
                      <a:pt x="469" y="0"/>
                      <a:pt x="1" y="488"/>
                      <a:pt x="33" y="1069"/>
                    </a:cubicBezTo>
                    <a:lnTo>
                      <a:pt x="33" y="2337"/>
                    </a:lnTo>
                    <a:lnTo>
                      <a:pt x="14177" y="2337"/>
                    </a:lnTo>
                    <a:lnTo>
                      <a:pt x="14177" y="1069"/>
                    </a:lnTo>
                    <a:cubicBezTo>
                      <a:pt x="14177" y="488"/>
                      <a:pt x="13707" y="0"/>
                      <a:pt x="13133" y="0"/>
                    </a:cubicBezTo>
                    <a:cubicBezTo>
                      <a:pt x="13114" y="0"/>
                      <a:pt x="13095" y="1"/>
                      <a:pt x="13076" y="2"/>
                    </a:cubicBezTo>
                    <a:lnTo>
                      <a:pt x="1101" y="2"/>
                    </a:lnTo>
                    <a:cubicBezTo>
                      <a:pt x="1082" y="1"/>
                      <a:pt x="1063" y="0"/>
                      <a:pt x="104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rnd" cmpd="sng" w="12500">
                <a:solidFill>
                  <a:srgbClr val="3336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0"/>
              <p:cNvSpPr/>
              <p:nvPr/>
            </p:nvSpPr>
            <p:spPr>
              <a:xfrm>
                <a:off x="3511125" y="2040813"/>
                <a:ext cx="68425" cy="91075"/>
              </a:xfrm>
              <a:custGeom>
                <a:rect b="b" l="l" r="r" t="t"/>
                <a:pathLst>
                  <a:path extrusionOk="0" h="3643" w="2737">
                    <a:moveTo>
                      <a:pt x="2303" y="0"/>
                    </a:moveTo>
                    <a:cubicBezTo>
                      <a:pt x="2203" y="34"/>
                      <a:pt x="2136" y="67"/>
                      <a:pt x="2069" y="100"/>
                    </a:cubicBezTo>
                    <a:lnTo>
                      <a:pt x="1836" y="267"/>
                    </a:lnTo>
                    <a:lnTo>
                      <a:pt x="1535" y="467"/>
                    </a:lnTo>
                    <a:lnTo>
                      <a:pt x="1202" y="701"/>
                    </a:lnTo>
                    <a:cubicBezTo>
                      <a:pt x="902" y="901"/>
                      <a:pt x="601" y="1134"/>
                      <a:pt x="234" y="1368"/>
                    </a:cubicBezTo>
                    <a:cubicBezTo>
                      <a:pt x="168" y="1435"/>
                      <a:pt x="101" y="1535"/>
                      <a:pt x="34" y="1635"/>
                    </a:cubicBezTo>
                    <a:cubicBezTo>
                      <a:pt x="1" y="1701"/>
                      <a:pt x="1" y="1768"/>
                      <a:pt x="1" y="1835"/>
                    </a:cubicBezTo>
                    <a:cubicBezTo>
                      <a:pt x="1" y="1935"/>
                      <a:pt x="1" y="2002"/>
                      <a:pt x="34" y="2068"/>
                    </a:cubicBezTo>
                    <a:cubicBezTo>
                      <a:pt x="68" y="2168"/>
                      <a:pt x="134" y="2235"/>
                      <a:pt x="201" y="2302"/>
                    </a:cubicBezTo>
                    <a:lnTo>
                      <a:pt x="1168" y="2969"/>
                    </a:lnTo>
                    <a:lnTo>
                      <a:pt x="1836" y="3403"/>
                    </a:lnTo>
                    <a:lnTo>
                      <a:pt x="2069" y="3569"/>
                    </a:lnTo>
                    <a:cubicBezTo>
                      <a:pt x="2136" y="3603"/>
                      <a:pt x="2203" y="3636"/>
                      <a:pt x="2269" y="3636"/>
                    </a:cubicBezTo>
                    <a:cubicBezTo>
                      <a:pt x="2287" y="3641"/>
                      <a:pt x="2304" y="3643"/>
                      <a:pt x="2322" y="3643"/>
                    </a:cubicBezTo>
                    <a:cubicBezTo>
                      <a:pt x="2436" y="3643"/>
                      <a:pt x="2540" y="3552"/>
                      <a:pt x="2569" y="3436"/>
                    </a:cubicBezTo>
                    <a:cubicBezTo>
                      <a:pt x="2636" y="3369"/>
                      <a:pt x="2636" y="3303"/>
                      <a:pt x="2670" y="3236"/>
                    </a:cubicBezTo>
                    <a:cubicBezTo>
                      <a:pt x="2703" y="3169"/>
                      <a:pt x="2703" y="3102"/>
                      <a:pt x="2703" y="3036"/>
                    </a:cubicBezTo>
                    <a:cubicBezTo>
                      <a:pt x="2736" y="2969"/>
                      <a:pt x="2736" y="2936"/>
                      <a:pt x="2703" y="2902"/>
                    </a:cubicBezTo>
                    <a:cubicBezTo>
                      <a:pt x="2736" y="2769"/>
                      <a:pt x="2670" y="2635"/>
                      <a:pt x="2536" y="2569"/>
                    </a:cubicBezTo>
                    <a:lnTo>
                      <a:pt x="1435" y="1835"/>
                    </a:lnTo>
                    <a:lnTo>
                      <a:pt x="2569" y="1068"/>
                    </a:lnTo>
                    <a:cubicBezTo>
                      <a:pt x="2636" y="1034"/>
                      <a:pt x="2670" y="968"/>
                      <a:pt x="2703" y="934"/>
                    </a:cubicBezTo>
                    <a:cubicBezTo>
                      <a:pt x="2736" y="867"/>
                      <a:pt x="2736" y="834"/>
                      <a:pt x="2736" y="767"/>
                    </a:cubicBezTo>
                    <a:cubicBezTo>
                      <a:pt x="2736" y="701"/>
                      <a:pt x="2736" y="634"/>
                      <a:pt x="2703" y="567"/>
                    </a:cubicBezTo>
                    <a:cubicBezTo>
                      <a:pt x="2703" y="501"/>
                      <a:pt x="2670" y="467"/>
                      <a:pt x="2670" y="400"/>
                    </a:cubicBezTo>
                    <a:cubicBezTo>
                      <a:pt x="2636" y="300"/>
                      <a:pt x="2603" y="234"/>
                      <a:pt x="2569" y="167"/>
                    </a:cubicBezTo>
                    <a:cubicBezTo>
                      <a:pt x="2503" y="67"/>
                      <a:pt x="2403" y="0"/>
                      <a:pt x="23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0"/>
              <p:cNvSpPr/>
              <p:nvPr/>
            </p:nvSpPr>
            <p:spPr>
              <a:xfrm>
                <a:off x="3582025" y="2004113"/>
                <a:ext cx="85925" cy="161800"/>
              </a:xfrm>
              <a:custGeom>
                <a:rect b="b" l="l" r="r" t="t"/>
                <a:pathLst>
                  <a:path extrusionOk="0" h="6472" w="3437">
                    <a:moveTo>
                      <a:pt x="2602" y="0"/>
                    </a:moveTo>
                    <a:cubicBezTo>
                      <a:pt x="2502" y="0"/>
                      <a:pt x="2402" y="34"/>
                      <a:pt x="2335" y="101"/>
                    </a:cubicBezTo>
                    <a:cubicBezTo>
                      <a:pt x="2269" y="134"/>
                      <a:pt x="2235" y="201"/>
                      <a:pt x="2202" y="267"/>
                    </a:cubicBezTo>
                    <a:lnTo>
                      <a:pt x="67" y="5905"/>
                    </a:lnTo>
                    <a:cubicBezTo>
                      <a:pt x="34" y="5971"/>
                      <a:pt x="0" y="6038"/>
                      <a:pt x="0" y="6105"/>
                    </a:cubicBezTo>
                    <a:cubicBezTo>
                      <a:pt x="0" y="6272"/>
                      <a:pt x="100" y="6405"/>
                      <a:pt x="234" y="6438"/>
                    </a:cubicBezTo>
                    <a:cubicBezTo>
                      <a:pt x="334" y="6438"/>
                      <a:pt x="401" y="6472"/>
                      <a:pt x="501" y="6472"/>
                    </a:cubicBezTo>
                    <a:lnTo>
                      <a:pt x="834" y="6472"/>
                    </a:lnTo>
                    <a:cubicBezTo>
                      <a:pt x="1001" y="6472"/>
                      <a:pt x="1134" y="6372"/>
                      <a:pt x="1201" y="6205"/>
                    </a:cubicBezTo>
                    <a:lnTo>
                      <a:pt x="3369" y="668"/>
                    </a:lnTo>
                    <a:lnTo>
                      <a:pt x="3403" y="568"/>
                    </a:lnTo>
                    <a:cubicBezTo>
                      <a:pt x="3436" y="501"/>
                      <a:pt x="3436" y="467"/>
                      <a:pt x="3436" y="401"/>
                    </a:cubicBezTo>
                    <a:cubicBezTo>
                      <a:pt x="3436" y="301"/>
                      <a:pt x="3369" y="201"/>
                      <a:pt x="3269" y="167"/>
                    </a:cubicBezTo>
                    <a:cubicBezTo>
                      <a:pt x="3203" y="134"/>
                      <a:pt x="3136" y="101"/>
                      <a:pt x="3069" y="67"/>
                    </a:cubicBezTo>
                    <a:cubicBezTo>
                      <a:pt x="3002" y="67"/>
                      <a:pt x="2902" y="34"/>
                      <a:pt x="2836" y="34"/>
                    </a:cubicBezTo>
                    <a:cubicBezTo>
                      <a:pt x="2769" y="0"/>
                      <a:pt x="2669" y="0"/>
                      <a:pt x="26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0"/>
              <p:cNvSpPr/>
              <p:nvPr/>
            </p:nvSpPr>
            <p:spPr>
              <a:xfrm>
                <a:off x="3670425" y="2039138"/>
                <a:ext cx="68400" cy="90925"/>
              </a:xfrm>
              <a:custGeom>
                <a:rect b="b" l="l" r="r" t="t"/>
                <a:pathLst>
                  <a:path extrusionOk="0" h="3637" w="2736">
                    <a:moveTo>
                      <a:pt x="434" y="0"/>
                    </a:moveTo>
                    <a:cubicBezTo>
                      <a:pt x="334" y="34"/>
                      <a:pt x="234" y="101"/>
                      <a:pt x="167" y="201"/>
                    </a:cubicBezTo>
                    <a:cubicBezTo>
                      <a:pt x="134" y="234"/>
                      <a:pt x="100" y="334"/>
                      <a:pt x="100" y="401"/>
                    </a:cubicBezTo>
                    <a:cubicBezTo>
                      <a:pt x="67" y="467"/>
                      <a:pt x="34" y="534"/>
                      <a:pt x="34" y="601"/>
                    </a:cubicBezTo>
                    <a:cubicBezTo>
                      <a:pt x="0" y="634"/>
                      <a:pt x="0" y="701"/>
                      <a:pt x="0" y="768"/>
                    </a:cubicBezTo>
                    <a:cubicBezTo>
                      <a:pt x="0" y="834"/>
                      <a:pt x="0" y="868"/>
                      <a:pt x="34" y="934"/>
                    </a:cubicBezTo>
                    <a:cubicBezTo>
                      <a:pt x="67" y="1001"/>
                      <a:pt x="134" y="1035"/>
                      <a:pt x="167" y="1068"/>
                    </a:cubicBezTo>
                    <a:lnTo>
                      <a:pt x="1301" y="1835"/>
                    </a:lnTo>
                    <a:lnTo>
                      <a:pt x="200" y="2569"/>
                    </a:lnTo>
                    <a:cubicBezTo>
                      <a:pt x="100" y="2636"/>
                      <a:pt x="34" y="2736"/>
                      <a:pt x="34" y="2869"/>
                    </a:cubicBezTo>
                    <a:cubicBezTo>
                      <a:pt x="34" y="2936"/>
                      <a:pt x="34" y="2969"/>
                      <a:pt x="34" y="3036"/>
                    </a:cubicBezTo>
                    <a:cubicBezTo>
                      <a:pt x="34" y="3103"/>
                      <a:pt x="67" y="3169"/>
                      <a:pt x="100" y="3236"/>
                    </a:cubicBezTo>
                    <a:cubicBezTo>
                      <a:pt x="100" y="3303"/>
                      <a:pt x="134" y="3370"/>
                      <a:pt x="167" y="3436"/>
                    </a:cubicBezTo>
                    <a:cubicBezTo>
                      <a:pt x="234" y="3536"/>
                      <a:pt x="334" y="3636"/>
                      <a:pt x="467" y="3636"/>
                    </a:cubicBezTo>
                    <a:cubicBezTo>
                      <a:pt x="534" y="3636"/>
                      <a:pt x="601" y="3603"/>
                      <a:pt x="667" y="3570"/>
                    </a:cubicBezTo>
                    <a:lnTo>
                      <a:pt x="901" y="3403"/>
                    </a:lnTo>
                    <a:lnTo>
                      <a:pt x="1568" y="2969"/>
                    </a:lnTo>
                    <a:lnTo>
                      <a:pt x="2535" y="2302"/>
                    </a:lnTo>
                    <a:cubicBezTo>
                      <a:pt x="2602" y="2235"/>
                      <a:pt x="2669" y="2169"/>
                      <a:pt x="2669" y="2069"/>
                    </a:cubicBezTo>
                    <a:cubicBezTo>
                      <a:pt x="2702" y="2002"/>
                      <a:pt x="2735" y="1935"/>
                      <a:pt x="2735" y="1835"/>
                    </a:cubicBezTo>
                    <a:cubicBezTo>
                      <a:pt x="2735" y="1768"/>
                      <a:pt x="2702" y="1702"/>
                      <a:pt x="2669" y="1635"/>
                    </a:cubicBezTo>
                    <a:cubicBezTo>
                      <a:pt x="2635" y="1535"/>
                      <a:pt x="2569" y="1435"/>
                      <a:pt x="2469" y="1368"/>
                    </a:cubicBezTo>
                    <a:cubicBezTo>
                      <a:pt x="2102" y="1135"/>
                      <a:pt x="1801" y="901"/>
                      <a:pt x="1535" y="701"/>
                    </a:cubicBezTo>
                    <a:lnTo>
                      <a:pt x="1201" y="467"/>
                    </a:lnTo>
                    <a:lnTo>
                      <a:pt x="901" y="267"/>
                    </a:lnTo>
                    <a:lnTo>
                      <a:pt x="667" y="101"/>
                    </a:lnTo>
                    <a:cubicBezTo>
                      <a:pt x="601" y="67"/>
                      <a:pt x="534" y="34"/>
                      <a:pt x="4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9" name="Google Shape;609;p20"/>
              <p:cNvGrpSpPr/>
              <p:nvPr/>
            </p:nvGrpSpPr>
            <p:grpSpPr>
              <a:xfrm>
                <a:off x="3447750" y="1914888"/>
                <a:ext cx="354450" cy="256025"/>
                <a:chOff x="3447750" y="1914888"/>
                <a:chExt cx="354450" cy="256025"/>
              </a:xfrm>
            </p:grpSpPr>
            <p:sp>
              <p:nvSpPr>
                <p:cNvPr id="610" name="Google Shape;610;p20"/>
                <p:cNvSpPr/>
                <p:nvPr/>
              </p:nvSpPr>
              <p:spPr>
                <a:xfrm>
                  <a:off x="3447750" y="1914888"/>
                  <a:ext cx="354450" cy="59225"/>
                </a:xfrm>
                <a:custGeom>
                  <a:rect b="b" l="l" r="r" t="t"/>
                  <a:pathLst>
                    <a:path extrusionOk="0" fill="none" h="2369" w="14178">
                      <a:moveTo>
                        <a:pt x="14178" y="1101"/>
                      </a:moveTo>
                      <a:lnTo>
                        <a:pt x="14178" y="2369"/>
                      </a:lnTo>
                      <a:lnTo>
                        <a:pt x="34" y="2369"/>
                      </a:lnTo>
                      <a:lnTo>
                        <a:pt x="34" y="1101"/>
                      </a:lnTo>
                      <a:cubicBezTo>
                        <a:pt x="1" y="501"/>
                        <a:pt x="501" y="0"/>
                        <a:pt x="1102" y="34"/>
                      </a:cubicBezTo>
                      <a:lnTo>
                        <a:pt x="13077" y="34"/>
                      </a:lnTo>
                      <a:cubicBezTo>
                        <a:pt x="13677" y="0"/>
                        <a:pt x="14178" y="501"/>
                        <a:pt x="14178" y="1101"/>
                      </a:cubicBezTo>
                      <a:close/>
                    </a:path>
                  </a:pathLst>
                </a:custGeom>
                <a:noFill/>
                <a:ln cap="rnd" cmpd="sng" w="141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3719625" y="1937388"/>
                  <a:ext cx="16700" cy="17550"/>
                </a:xfrm>
                <a:custGeom>
                  <a:rect b="b" l="l" r="r" t="t"/>
                  <a:pathLst>
                    <a:path extrusionOk="0" h="702" w="668">
                      <a:moveTo>
                        <a:pt x="334" y="1"/>
                      </a:moveTo>
                      <a:cubicBezTo>
                        <a:pt x="134" y="1"/>
                        <a:pt x="0" y="168"/>
                        <a:pt x="0" y="334"/>
                      </a:cubicBezTo>
                      <a:cubicBezTo>
                        <a:pt x="0" y="535"/>
                        <a:pt x="134" y="701"/>
                        <a:pt x="334" y="701"/>
                      </a:cubicBezTo>
                      <a:cubicBezTo>
                        <a:pt x="534" y="701"/>
                        <a:pt x="667" y="535"/>
                        <a:pt x="667" y="334"/>
                      </a:cubicBezTo>
                      <a:cubicBezTo>
                        <a:pt x="667" y="168"/>
                        <a:pt x="534" y="1"/>
                        <a:pt x="334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 cmpd="sng" w="9175">
                  <a:solidFill>
                    <a:srgbClr val="000000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3757150" y="1937388"/>
                  <a:ext cx="17525" cy="17550"/>
                </a:xfrm>
                <a:custGeom>
                  <a:rect b="b" l="l" r="r" t="t"/>
                  <a:pathLst>
                    <a:path extrusionOk="0" h="702" w="701">
                      <a:moveTo>
                        <a:pt x="367" y="1"/>
                      </a:moveTo>
                      <a:cubicBezTo>
                        <a:pt x="167" y="1"/>
                        <a:pt x="0" y="168"/>
                        <a:pt x="0" y="334"/>
                      </a:cubicBezTo>
                      <a:cubicBezTo>
                        <a:pt x="0" y="535"/>
                        <a:pt x="167" y="701"/>
                        <a:pt x="367" y="701"/>
                      </a:cubicBezTo>
                      <a:cubicBezTo>
                        <a:pt x="534" y="701"/>
                        <a:pt x="701" y="535"/>
                        <a:pt x="701" y="334"/>
                      </a:cubicBezTo>
                      <a:cubicBezTo>
                        <a:pt x="701" y="168"/>
                        <a:pt x="534" y="1"/>
                        <a:pt x="36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flat" cmpd="sng" w="9175">
                  <a:solidFill>
                    <a:srgbClr val="000000"/>
                  </a:solidFill>
                  <a:prstDash val="solid"/>
                  <a:miter lim="33357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3506125" y="2035813"/>
                  <a:ext cx="78425" cy="100925"/>
                </a:xfrm>
                <a:custGeom>
                  <a:rect b="b" l="l" r="r" t="t"/>
                  <a:pathLst>
                    <a:path extrusionOk="0" h="4037" w="3137">
                      <a:moveTo>
                        <a:pt x="2493" y="435"/>
                      </a:moveTo>
                      <a:cubicBezTo>
                        <a:pt x="2518" y="437"/>
                        <a:pt x="2544" y="449"/>
                        <a:pt x="2569" y="500"/>
                      </a:cubicBezTo>
                      <a:cubicBezTo>
                        <a:pt x="2603" y="534"/>
                        <a:pt x="2636" y="600"/>
                        <a:pt x="2636" y="667"/>
                      </a:cubicBezTo>
                      <a:lnTo>
                        <a:pt x="2703" y="834"/>
                      </a:lnTo>
                      <a:cubicBezTo>
                        <a:pt x="2703" y="867"/>
                        <a:pt x="2703" y="934"/>
                        <a:pt x="2703" y="967"/>
                      </a:cubicBezTo>
                      <a:cubicBezTo>
                        <a:pt x="2703" y="1001"/>
                        <a:pt x="2703" y="1001"/>
                        <a:pt x="2703" y="1034"/>
                      </a:cubicBezTo>
                      <a:cubicBezTo>
                        <a:pt x="2703" y="1067"/>
                        <a:pt x="2669" y="1101"/>
                        <a:pt x="2636" y="1101"/>
                      </a:cubicBezTo>
                      <a:lnTo>
                        <a:pt x="1268" y="2035"/>
                      </a:lnTo>
                      <a:lnTo>
                        <a:pt x="2636" y="2935"/>
                      </a:lnTo>
                      <a:cubicBezTo>
                        <a:pt x="2669" y="2969"/>
                        <a:pt x="2703" y="3036"/>
                        <a:pt x="2703" y="3102"/>
                      </a:cubicBezTo>
                      <a:cubicBezTo>
                        <a:pt x="2703" y="3136"/>
                        <a:pt x="2703" y="3169"/>
                        <a:pt x="2703" y="3202"/>
                      </a:cubicBezTo>
                      <a:cubicBezTo>
                        <a:pt x="2703" y="3269"/>
                        <a:pt x="2669" y="3336"/>
                        <a:pt x="2669" y="3369"/>
                      </a:cubicBezTo>
                      <a:cubicBezTo>
                        <a:pt x="2636" y="3436"/>
                        <a:pt x="2636" y="3503"/>
                        <a:pt x="2603" y="3569"/>
                      </a:cubicBezTo>
                      <a:cubicBezTo>
                        <a:pt x="2569" y="3603"/>
                        <a:pt x="2536" y="3636"/>
                        <a:pt x="2503" y="3636"/>
                      </a:cubicBezTo>
                      <a:cubicBezTo>
                        <a:pt x="2469" y="3636"/>
                        <a:pt x="2436" y="3603"/>
                        <a:pt x="2403" y="3569"/>
                      </a:cubicBezTo>
                      <a:cubicBezTo>
                        <a:pt x="2336" y="3536"/>
                        <a:pt x="2269" y="3503"/>
                        <a:pt x="2169" y="3436"/>
                      </a:cubicBezTo>
                      <a:lnTo>
                        <a:pt x="1869" y="3236"/>
                      </a:lnTo>
                      <a:lnTo>
                        <a:pt x="1502" y="3002"/>
                      </a:lnTo>
                      <a:lnTo>
                        <a:pt x="568" y="2335"/>
                      </a:lnTo>
                      <a:cubicBezTo>
                        <a:pt x="501" y="2302"/>
                        <a:pt x="468" y="2235"/>
                        <a:pt x="468" y="2202"/>
                      </a:cubicBezTo>
                      <a:cubicBezTo>
                        <a:pt x="434" y="2135"/>
                        <a:pt x="434" y="2102"/>
                        <a:pt x="434" y="2035"/>
                      </a:cubicBezTo>
                      <a:cubicBezTo>
                        <a:pt x="434" y="2001"/>
                        <a:pt x="434" y="1968"/>
                        <a:pt x="468" y="1901"/>
                      </a:cubicBezTo>
                      <a:cubicBezTo>
                        <a:pt x="501" y="1835"/>
                        <a:pt x="535" y="1768"/>
                        <a:pt x="601" y="1735"/>
                      </a:cubicBezTo>
                      <a:cubicBezTo>
                        <a:pt x="935" y="1501"/>
                        <a:pt x="1235" y="1268"/>
                        <a:pt x="1535" y="1067"/>
                      </a:cubicBezTo>
                      <a:lnTo>
                        <a:pt x="1869" y="834"/>
                      </a:lnTo>
                      <a:cubicBezTo>
                        <a:pt x="1969" y="767"/>
                        <a:pt x="2069" y="667"/>
                        <a:pt x="2169" y="634"/>
                      </a:cubicBezTo>
                      <a:lnTo>
                        <a:pt x="2403" y="467"/>
                      </a:lnTo>
                      <a:cubicBezTo>
                        <a:pt x="2433" y="467"/>
                        <a:pt x="2463" y="440"/>
                        <a:pt x="2493" y="435"/>
                      </a:cubicBezTo>
                      <a:close/>
                      <a:moveTo>
                        <a:pt x="2503" y="0"/>
                      </a:moveTo>
                      <a:cubicBezTo>
                        <a:pt x="2369" y="0"/>
                        <a:pt x="2269" y="67"/>
                        <a:pt x="2169" y="133"/>
                      </a:cubicBezTo>
                      <a:lnTo>
                        <a:pt x="1936" y="267"/>
                      </a:lnTo>
                      <a:lnTo>
                        <a:pt x="1635" y="500"/>
                      </a:lnTo>
                      <a:lnTo>
                        <a:pt x="1302" y="734"/>
                      </a:lnTo>
                      <a:cubicBezTo>
                        <a:pt x="1002" y="934"/>
                        <a:pt x="701" y="1168"/>
                        <a:pt x="368" y="1401"/>
                      </a:cubicBezTo>
                      <a:lnTo>
                        <a:pt x="334" y="1401"/>
                      </a:lnTo>
                      <a:cubicBezTo>
                        <a:pt x="234" y="1468"/>
                        <a:pt x="134" y="1601"/>
                        <a:pt x="68" y="1735"/>
                      </a:cubicBezTo>
                      <a:cubicBezTo>
                        <a:pt x="34" y="1835"/>
                        <a:pt x="1" y="1935"/>
                        <a:pt x="1" y="2035"/>
                      </a:cubicBezTo>
                      <a:cubicBezTo>
                        <a:pt x="1" y="2135"/>
                        <a:pt x="34" y="2202"/>
                        <a:pt x="68" y="2302"/>
                      </a:cubicBezTo>
                      <a:cubicBezTo>
                        <a:pt x="101" y="2435"/>
                        <a:pt x="168" y="2535"/>
                        <a:pt x="268" y="2635"/>
                      </a:cubicBezTo>
                      <a:lnTo>
                        <a:pt x="301" y="2669"/>
                      </a:lnTo>
                      <a:lnTo>
                        <a:pt x="1268" y="3302"/>
                      </a:lnTo>
                      <a:lnTo>
                        <a:pt x="1635" y="3536"/>
                      </a:lnTo>
                      <a:lnTo>
                        <a:pt x="1936" y="3769"/>
                      </a:lnTo>
                      <a:lnTo>
                        <a:pt x="2169" y="3903"/>
                      </a:lnTo>
                      <a:cubicBezTo>
                        <a:pt x="2269" y="3970"/>
                        <a:pt x="2369" y="4036"/>
                        <a:pt x="2503" y="4036"/>
                      </a:cubicBezTo>
                      <a:cubicBezTo>
                        <a:pt x="2703" y="4036"/>
                        <a:pt x="2870" y="3903"/>
                        <a:pt x="2970" y="3736"/>
                      </a:cubicBezTo>
                      <a:cubicBezTo>
                        <a:pt x="3003" y="3636"/>
                        <a:pt x="3036" y="3569"/>
                        <a:pt x="3070" y="3469"/>
                      </a:cubicBezTo>
                      <a:cubicBezTo>
                        <a:pt x="3070" y="3402"/>
                        <a:pt x="3103" y="3336"/>
                        <a:pt x="3103" y="3236"/>
                      </a:cubicBezTo>
                      <a:cubicBezTo>
                        <a:pt x="3103" y="3169"/>
                        <a:pt x="3103" y="3136"/>
                        <a:pt x="3103" y="3069"/>
                      </a:cubicBezTo>
                      <a:cubicBezTo>
                        <a:pt x="3136" y="2869"/>
                        <a:pt x="3036" y="2669"/>
                        <a:pt x="2836" y="2569"/>
                      </a:cubicBezTo>
                      <a:lnTo>
                        <a:pt x="2002" y="2001"/>
                      </a:lnTo>
                      <a:lnTo>
                        <a:pt x="2903" y="1434"/>
                      </a:lnTo>
                      <a:lnTo>
                        <a:pt x="2936" y="1401"/>
                      </a:lnTo>
                      <a:cubicBezTo>
                        <a:pt x="3003" y="1334"/>
                        <a:pt x="3036" y="1268"/>
                        <a:pt x="3103" y="1201"/>
                      </a:cubicBezTo>
                      <a:cubicBezTo>
                        <a:pt x="3136" y="1134"/>
                        <a:pt x="3136" y="1034"/>
                        <a:pt x="3136" y="934"/>
                      </a:cubicBezTo>
                      <a:cubicBezTo>
                        <a:pt x="3136" y="867"/>
                        <a:pt x="3136" y="801"/>
                        <a:pt x="3103" y="734"/>
                      </a:cubicBezTo>
                      <a:cubicBezTo>
                        <a:pt x="3103" y="634"/>
                        <a:pt x="3070" y="567"/>
                        <a:pt x="3070" y="500"/>
                      </a:cubicBezTo>
                      <a:cubicBezTo>
                        <a:pt x="3036" y="400"/>
                        <a:pt x="3003" y="334"/>
                        <a:pt x="2936" y="234"/>
                      </a:cubicBezTo>
                      <a:cubicBezTo>
                        <a:pt x="2836" y="100"/>
                        <a:pt x="2669" y="0"/>
                        <a:pt x="250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20"/>
                <p:cNvSpPr/>
                <p:nvPr/>
              </p:nvSpPr>
              <p:spPr>
                <a:xfrm>
                  <a:off x="3576175" y="1999113"/>
                  <a:ext cx="96775" cy="171800"/>
                </a:xfrm>
                <a:custGeom>
                  <a:rect b="b" l="l" r="r" t="t"/>
                  <a:pathLst>
                    <a:path extrusionOk="0" h="6872" w="3871">
                      <a:moveTo>
                        <a:pt x="2803" y="0"/>
                      </a:moveTo>
                      <a:cubicBezTo>
                        <a:pt x="2803" y="0"/>
                        <a:pt x="2804" y="1"/>
                        <a:pt x="2804" y="1"/>
                      </a:cubicBezTo>
                      <a:lnTo>
                        <a:pt x="2804" y="1"/>
                      </a:lnTo>
                      <a:cubicBezTo>
                        <a:pt x="2815" y="0"/>
                        <a:pt x="2825" y="0"/>
                        <a:pt x="2836" y="0"/>
                      </a:cubicBezTo>
                      <a:close/>
                      <a:moveTo>
                        <a:pt x="2836" y="401"/>
                      </a:moveTo>
                      <a:lnTo>
                        <a:pt x="2803" y="434"/>
                      </a:lnTo>
                      <a:cubicBezTo>
                        <a:pt x="2836" y="417"/>
                        <a:pt x="2870" y="409"/>
                        <a:pt x="2907" y="409"/>
                      </a:cubicBezTo>
                      <a:cubicBezTo>
                        <a:pt x="2945" y="409"/>
                        <a:pt x="2986" y="417"/>
                        <a:pt x="3036" y="434"/>
                      </a:cubicBezTo>
                      <a:lnTo>
                        <a:pt x="3236" y="467"/>
                      </a:lnTo>
                      <a:cubicBezTo>
                        <a:pt x="3270" y="467"/>
                        <a:pt x="3337" y="501"/>
                        <a:pt x="3370" y="501"/>
                      </a:cubicBezTo>
                      <a:cubicBezTo>
                        <a:pt x="3437" y="534"/>
                        <a:pt x="3437" y="567"/>
                        <a:pt x="3437" y="567"/>
                      </a:cubicBezTo>
                      <a:cubicBezTo>
                        <a:pt x="3437" y="601"/>
                        <a:pt x="3437" y="634"/>
                        <a:pt x="3437" y="667"/>
                      </a:cubicBezTo>
                      <a:cubicBezTo>
                        <a:pt x="3437" y="701"/>
                        <a:pt x="3437" y="734"/>
                        <a:pt x="3403" y="768"/>
                      </a:cubicBezTo>
                      <a:lnTo>
                        <a:pt x="1235" y="6305"/>
                      </a:lnTo>
                      <a:cubicBezTo>
                        <a:pt x="1202" y="6405"/>
                        <a:pt x="1135" y="6438"/>
                        <a:pt x="1068" y="6438"/>
                      </a:cubicBezTo>
                      <a:lnTo>
                        <a:pt x="735" y="6438"/>
                      </a:lnTo>
                      <a:cubicBezTo>
                        <a:pt x="668" y="6438"/>
                        <a:pt x="601" y="6438"/>
                        <a:pt x="535" y="6405"/>
                      </a:cubicBezTo>
                      <a:cubicBezTo>
                        <a:pt x="468" y="6405"/>
                        <a:pt x="434" y="6338"/>
                        <a:pt x="434" y="6305"/>
                      </a:cubicBezTo>
                      <a:cubicBezTo>
                        <a:pt x="434" y="6238"/>
                        <a:pt x="468" y="6205"/>
                        <a:pt x="468" y="6171"/>
                      </a:cubicBezTo>
                      <a:lnTo>
                        <a:pt x="2636" y="534"/>
                      </a:lnTo>
                      <a:cubicBezTo>
                        <a:pt x="2669" y="501"/>
                        <a:pt x="2669" y="467"/>
                        <a:pt x="2703" y="434"/>
                      </a:cubicBezTo>
                      <a:cubicBezTo>
                        <a:pt x="2736" y="401"/>
                        <a:pt x="2769" y="401"/>
                        <a:pt x="2836" y="401"/>
                      </a:cubicBezTo>
                      <a:close/>
                      <a:moveTo>
                        <a:pt x="2804" y="1"/>
                      </a:moveTo>
                      <a:lnTo>
                        <a:pt x="2804" y="1"/>
                      </a:lnTo>
                      <a:cubicBezTo>
                        <a:pt x="2652" y="5"/>
                        <a:pt x="2529" y="40"/>
                        <a:pt x="2436" y="134"/>
                      </a:cubicBezTo>
                      <a:cubicBezTo>
                        <a:pt x="2369" y="200"/>
                        <a:pt x="2302" y="267"/>
                        <a:pt x="2269" y="367"/>
                      </a:cubicBezTo>
                      <a:lnTo>
                        <a:pt x="101" y="6038"/>
                      </a:lnTo>
                      <a:cubicBezTo>
                        <a:pt x="34" y="6105"/>
                        <a:pt x="34" y="6205"/>
                        <a:pt x="1" y="6305"/>
                      </a:cubicBezTo>
                      <a:cubicBezTo>
                        <a:pt x="1" y="6572"/>
                        <a:pt x="201" y="6772"/>
                        <a:pt x="434" y="6839"/>
                      </a:cubicBezTo>
                      <a:cubicBezTo>
                        <a:pt x="535" y="6839"/>
                        <a:pt x="635" y="6872"/>
                        <a:pt x="701" y="6872"/>
                      </a:cubicBezTo>
                      <a:lnTo>
                        <a:pt x="1068" y="6872"/>
                      </a:lnTo>
                      <a:cubicBezTo>
                        <a:pt x="1302" y="6872"/>
                        <a:pt x="1535" y="6738"/>
                        <a:pt x="1635" y="6505"/>
                      </a:cubicBezTo>
                      <a:lnTo>
                        <a:pt x="3804" y="934"/>
                      </a:lnTo>
                      <a:cubicBezTo>
                        <a:pt x="3804" y="901"/>
                        <a:pt x="3837" y="868"/>
                        <a:pt x="3837" y="834"/>
                      </a:cubicBezTo>
                      <a:cubicBezTo>
                        <a:pt x="3870" y="768"/>
                        <a:pt x="3870" y="667"/>
                        <a:pt x="3870" y="601"/>
                      </a:cubicBezTo>
                      <a:cubicBezTo>
                        <a:pt x="3870" y="434"/>
                        <a:pt x="3770" y="267"/>
                        <a:pt x="3603" y="167"/>
                      </a:cubicBezTo>
                      <a:cubicBezTo>
                        <a:pt x="3503" y="134"/>
                        <a:pt x="3437" y="100"/>
                        <a:pt x="3337" y="100"/>
                      </a:cubicBezTo>
                      <a:lnTo>
                        <a:pt x="3103" y="34"/>
                      </a:lnTo>
                      <a:cubicBezTo>
                        <a:pt x="3003" y="34"/>
                        <a:pt x="2904" y="34"/>
                        <a:pt x="280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20"/>
                <p:cNvSpPr/>
                <p:nvPr/>
              </p:nvSpPr>
              <p:spPr>
                <a:xfrm>
                  <a:off x="3665425" y="2034138"/>
                  <a:ext cx="78400" cy="100925"/>
                </a:xfrm>
                <a:custGeom>
                  <a:rect b="b" l="l" r="r" t="t"/>
                  <a:pathLst>
                    <a:path extrusionOk="0" h="4037" w="3136">
                      <a:moveTo>
                        <a:pt x="667" y="401"/>
                      </a:moveTo>
                      <a:cubicBezTo>
                        <a:pt x="701" y="434"/>
                        <a:pt x="701" y="434"/>
                        <a:pt x="734" y="467"/>
                      </a:cubicBezTo>
                      <a:lnTo>
                        <a:pt x="967" y="601"/>
                      </a:lnTo>
                      <a:lnTo>
                        <a:pt x="1268" y="834"/>
                      </a:lnTo>
                      <a:lnTo>
                        <a:pt x="1635" y="1068"/>
                      </a:lnTo>
                      <a:cubicBezTo>
                        <a:pt x="1901" y="1268"/>
                        <a:pt x="2202" y="1468"/>
                        <a:pt x="2535" y="1735"/>
                      </a:cubicBezTo>
                      <a:cubicBezTo>
                        <a:pt x="2602" y="1768"/>
                        <a:pt x="2635" y="1835"/>
                        <a:pt x="2702" y="1902"/>
                      </a:cubicBezTo>
                      <a:cubicBezTo>
                        <a:pt x="2702" y="1935"/>
                        <a:pt x="2702" y="2002"/>
                        <a:pt x="2702" y="2035"/>
                      </a:cubicBezTo>
                      <a:cubicBezTo>
                        <a:pt x="2702" y="2068"/>
                        <a:pt x="2702" y="2135"/>
                        <a:pt x="2702" y="2169"/>
                      </a:cubicBezTo>
                      <a:cubicBezTo>
                        <a:pt x="2669" y="2235"/>
                        <a:pt x="2635" y="2269"/>
                        <a:pt x="2602" y="2335"/>
                      </a:cubicBezTo>
                      <a:lnTo>
                        <a:pt x="1635" y="2969"/>
                      </a:lnTo>
                      <a:lnTo>
                        <a:pt x="1301" y="3203"/>
                      </a:lnTo>
                      <a:lnTo>
                        <a:pt x="967" y="3436"/>
                      </a:lnTo>
                      <a:lnTo>
                        <a:pt x="734" y="3570"/>
                      </a:lnTo>
                      <a:cubicBezTo>
                        <a:pt x="734" y="3603"/>
                        <a:pt x="701" y="3603"/>
                        <a:pt x="634" y="3636"/>
                      </a:cubicBezTo>
                      <a:cubicBezTo>
                        <a:pt x="600" y="3603"/>
                        <a:pt x="567" y="3570"/>
                        <a:pt x="567" y="3536"/>
                      </a:cubicBezTo>
                      <a:cubicBezTo>
                        <a:pt x="534" y="3503"/>
                        <a:pt x="500" y="3436"/>
                        <a:pt x="467" y="3369"/>
                      </a:cubicBezTo>
                      <a:cubicBezTo>
                        <a:pt x="467" y="3303"/>
                        <a:pt x="467" y="3236"/>
                        <a:pt x="434" y="3203"/>
                      </a:cubicBezTo>
                      <a:cubicBezTo>
                        <a:pt x="434" y="3169"/>
                        <a:pt x="434" y="3103"/>
                        <a:pt x="434" y="3069"/>
                      </a:cubicBezTo>
                      <a:cubicBezTo>
                        <a:pt x="434" y="3036"/>
                        <a:pt x="467" y="2969"/>
                        <a:pt x="534" y="2936"/>
                      </a:cubicBezTo>
                      <a:lnTo>
                        <a:pt x="1901" y="2035"/>
                      </a:lnTo>
                      <a:lnTo>
                        <a:pt x="500" y="1101"/>
                      </a:lnTo>
                      <a:cubicBezTo>
                        <a:pt x="467" y="1068"/>
                        <a:pt x="434" y="1034"/>
                        <a:pt x="434" y="1034"/>
                      </a:cubicBezTo>
                      <a:cubicBezTo>
                        <a:pt x="400" y="1001"/>
                        <a:pt x="400" y="968"/>
                        <a:pt x="434" y="934"/>
                      </a:cubicBezTo>
                      <a:cubicBezTo>
                        <a:pt x="434" y="901"/>
                        <a:pt x="434" y="868"/>
                        <a:pt x="434" y="801"/>
                      </a:cubicBezTo>
                      <a:lnTo>
                        <a:pt x="467" y="634"/>
                      </a:lnTo>
                      <a:cubicBezTo>
                        <a:pt x="500" y="567"/>
                        <a:pt x="500" y="534"/>
                        <a:pt x="534" y="467"/>
                      </a:cubicBezTo>
                      <a:cubicBezTo>
                        <a:pt x="567" y="434"/>
                        <a:pt x="600" y="401"/>
                        <a:pt x="634" y="401"/>
                      </a:cubicBezTo>
                      <a:close/>
                      <a:moveTo>
                        <a:pt x="634" y="0"/>
                      </a:moveTo>
                      <a:cubicBezTo>
                        <a:pt x="467" y="0"/>
                        <a:pt x="300" y="100"/>
                        <a:pt x="200" y="267"/>
                      </a:cubicBezTo>
                      <a:cubicBezTo>
                        <a:pt x="133" y="334"/>
                        <a:pt x="100" y="434"/>
                        <a:pt x="67" y="501"/>
                      </a:cubicBezTo>
                      <a:cubicBezTo>
                        <a:pt x="67" y="567"/>
                        <a:pt x="33" y="667"/>
                        <a:pt x="33" y="734"/>
                      </a:cubicBezTo>
                      <a:cubicBezTo>
                        <a:pt x="0" y="801"/>
                        <a:pt x="0" y="868"/>
                        <a:pt x="0" y="934"/>
                      </a:cubicBezTo>
                      <a:cubicBezTo>
                        <a:pt x="0" y="1034"/>
                        <a:pt x="33" y="1134"/>
                        <a:pt x="67" y="1201"/>
                      </a:cubicBezTo>
                      <a:cubicBezTo>
                        <a:pt x="100" y="1268"/>
                        <a:pt x="167" y="1368"/>
                        <a:pt x="234" y="1401"/>
                      </a:cubicBezTo>
                      <a:lnTo>
                        <a:pt x="267" y="1435"/>
                      </a:lnTo>
                      <a:lnTo>
                        <a:pt x="1134" y="2002"/>
                      </a:lnTo>
                      <a:lnTo>
                        <a:pt x="300" y="2569"/>
                      </a:lnTo>
                      <a:cubicBezTo>
                        <a:pt x="133" y="2669"/>
                        <a:pt x="33" y="2869"/>
                        <a:pt x="33" y="3069"/>
                      </a:cubicBezTo>
                      <a:cubicBezTo>
                        <a:pt x="33" y="3136"/>
                        <a:pt x="33" y="3203"/>
                        <a:pt x="33" y="3236"/>
                      </a:cubicBezTo>
                      <a:cubicBezTo>
                        <a:pt x="67" y="3336"/>
                        <a:pt x="67" y="3403"/>
                        <a:pt x="100" y="3503"/>
                      </a:cubicBezTo>
                      <a:cubicBezTo>
                        <a:pt x="133" y="3570"/>
                        <a:pt x="167" y="3670"/>
                        <a:pt x="200" y="3736"/>
                      </a:cubicBezTo>
                      <a:cubicBezTo>
                        <a:pt x="267" y="3903"/>
                        <a:pt x="467" y="4037"/>
                        <a:pt x="667" y="4037"/>
                      </a:cubicBezTo>
                      <a:cubicBezTo>
                        <a:pt x="767" y="4037"/>
                        <a:pt x="901" y="4003"/>
                        <a:pt x="967" y="3936"/>
                      </a:cubicBezTo>
                      <a:lnTo>
                        <a:pt x="1234" y="3770"/>
                      </a:lnTo>
                      <a:lnTo>
                        <a:pt x="1534" y="3570"/>
                      </a:lnTo>
                      <a:lnTo>
                        <a:pt x="1901" y="3303"/>
                      </a:lnTo>
                      <a:lnTo>
                        <a:pt x="2835" y="2669"/>
                      </a:lnTo>
                      <a:lnTo>
                        <a:pt x="2869" y="2636"/>
                      </a:lnTo>
                      <a:cubicBezTo>
                        <a:pt x="2969" y="2535"/>
                        <a:pt x="3036" y="2435"/>
                        <a:pt x="3102" y="2302"/>
                      </a:cubicBezTo>
                      <a:cubicBezTo>
                        <a:pt x="3136" y="2235"/>
                        <a:pt x="3136" y="2135"/>
                        <a:pt x="3136" y="2035"/>
                      </a:cubicBezTo>
                      <a:cubicBezTo>
                        <a:pt x="3136" y="1935"/>
                        <a:pt x="3136" y="1835"/>
                        <a:pt x="3069" y="1735"/>
                      </a:cubicBezTo>
                      <a:cubicBezTo>
                        <a:pt x="3036" y="1601"/>
                        <a:pt x="2935" y="1501"/>
                        <a:pt x="2835" y="1401"/>
                      </a:cubicBezTo>
                      <a:lnTo>
                        <a:pt x="2802" y="1401"/>
                      </a:lnTo>
                      <a:cubicBezTo>
                        <a:pt x="2468" y="1168"/>
                        <a:pt x="2135" y="934"/>
                        <a:pt x="1868" y="734"/>
                      </a:cubicBezTo>
                      <a:lnTo>
                        <a:pt x="1534" y="501"/>
                      </a:lnTo>
                      <a:lnTo>
                        <a:pt x="1201" y="301"/>
                      </a:lnTo>
                      <a:lnTo>
                        <a:pt x="1001" y="134"/>
                      </a:lnTo>
                      <a:cubicBezTo>
                        <a:pt x="901" y="67"/>
                        <a:pt x="767" y="0"/>
                        <a:pt x="66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16" name="Google Shape;616;p20"/>
              <p:cNvGrpSpPr/>
              <p:nvPr/>
            </p:nvGrpSpPr>
            <p:grpSpPr>
              <a:xfrm>
                <a:off x="3715863" y="2112538"/>
                <a:ext cx="122600" cy="123450"/>
                <a:chOff x="3214638" y="1621388"/>
                <a:chExt cx="122600" cy="123450"/>
              </a:xfrm>
            </p:grpSpPr>
            <p:sp>
              <p:nvSpPr>
                <p:cNvPr id="617" name="Google Shape;617;p20"/>
                <p:cNvSpPr/>
                <p:nvPr/>
              </p:nvSpPr>
              <p:spPr>
                <a:xfrm>
                  <a:off x="3226725" y="1633738"/>
                  <a:ext cx="98425" cy="98600"/>
                </a:xfrm>
                <a:custGeom>
                  <a:rect b="b" l="l" r="r" t="t"/>
                  <a:pathLst>
                    <a:path extrusionOk="0" h="3944" w="3937">
                      <a:moveTo>
                        <a:pt x="1961" y="1170"/>
                      </a:moveTo>
                      <a:cubicBezTo>
                        <a:pt x="2363" y="1170"/>
                        <a:pt x="2747" y="1482"/>
                        <a:pt x="2769" y="1975"/>
                      </a:cubicBezTo>
                      <a:cubicBezTo>
                        <a:pt x="2769" y="2409"/>
                        <a:pt x="2402" y="2776"/>
                        <a:pt x="1969" y="2776"/>
                      </a:cubicBezTo>
                      <a:cubicBezTo>
                        <a:pt x="1235" y="2776"/>
                        <a:pt x="901" y="1909"/>
                        <a:pt x="1402" y="1408"/>
                      </a:cubicBezTo>
                      <a:cubicBezTo>
                        <a:pt x="1566" y="1244"/>
                        <a:pt x="1766" y="1170"/>
                        <a:pt x="1961" y="1170"/>
                      </a:cubicBezTo>
                      <a:close/>
                      <a:moveTo>
                        <a:pt x="1597" y="1"/>
                      </a:moveTo>
                      <a:cubicBezTo>
                        <a:pt x="1518" y="1"/>
                        <a:pt x="1468" y="87"/>
                        <a:pt x="1468" y="174"/>
                      </a:cubicBezTo>
                      <a:lnTo>
                        <a:pt x="1468" y="508"/>
                      </a:lnTo>
                      <a:cubicBezTo>
                        <a:pt x="1402" y="508"/>
                        <a:pt x="1335" y="541"/>
                        <a:pt x="1268" y="574"/>
                      </a:cubicBezTo>
                      <a:lnTo>
                        <a:pt x="1068" y="408"/>
                      </a:lnTo>
                      <a:cubicBezTo>
                        <a:pt x="1035" y="358"/>
                        <a:pt x="976" y="333"/>
                        <a:pt x="918" y="333"/>
                      </a:cubicBezTo>
                      <a:cubicBezTo>
                        <a:pt x="859" y="333"/>
                        <a:pt x="801" y="358"/>
                        <a:pt x="768" y="408"/>
                      </a:cubicBezTo>
                      <a:lnTo>
                        <a:pt x="367" y="774"/>
                      </a:lnTo>
                      <a:cubicBezTo>
                        <a:pt x="267" y="875"/>
                        <a:pt x="267" y="1008"/>
                        <a:pt x="367" y="1108"/>
                      </a:cubicBezTo>
                      <a:lnTo>
                        <a:pt x="568" y="1275"/>
                      </a:lnTo>
                      <a:cubicBezTo>
                        <a:pt x="534" y="1342"/>
                        <a:pt x="501" y="1408"/>
                        <a:pt x="468" y="1475"/>
                      </a:cubicBezTo>
                      <a:lnTo>
                        <a:pt x="201" y="1475"/>
                      </a:lnTo>
                      <a:cubicBezTo>
                        <a:pt x="101" y="1475"/>
                        <a:pt x="1" y="1575"/>
                        <a:pt x="1" y="1708"/>
                      </a:cubicBezTo>
                      <a:lnTo>
                        <a:pt x="1" y="2276"/>
                      </a:lnTo>
                      <a:cubicBezTo>
                        <a:pt x="1" y="2376"/>
                        <a:pt x="101" y="2476"/>
                        <a:pt x="201" y="2476"/>
                      </a:cubicBezTo>
                      <a:lnTo>
                        <a:pt x="468" y="2476"/>
                      </a:lnTo>
                      <a:cubicBezTo>
                        <a:pt x="501" y="2542"/>
                        <a:pt x="534" y="2609"/>
                        <a:pt x="568" y="2676"/>
                      </a:cubicBezTo>
                      <a:lnTo>
                        <a:pt x="367" y="2876"/>
                      </a:lnTo>
                      <a:cubicBezTo>
                        <a:pt x="267" y="2943"/>
                        <a:pt x="267" y="3076"/>
                        <a:pt x="367" y="3176"/>
                      </a:cubicBezTo>
                      <a:lnTo>
                        <a:pt x="768" y="3576"/>
                      </a:lnTo>
                      <a:cubicBezTo>
                        <a:pt x="801" y="3610"/>
                        <a:pt x="859" y="3627"/>
                        <a:pt x="918" y="3627"/>
                      </a:cubicBezTo>
                      <a:cubicBezTo>
                        <a:pt x="976" y="3627"/>
                        <a:pt x="1035" y="3610"/>
                        <a:pt x="1068" y="3576"/>
                      </a:cubicBezTo>
                      <a:lnTo>
                        <a:pt x="1268" y="3376"/>
                      </a:lnTo>
                      <a:cubicBezTo>
                        <a:pt x="1335" y="3410"/>
                        <a:pt x="1402" y="3443"/>
                        <a:pt x="1468" y="3476"/>
                      </a:cubicBezTo>
                      <a:lnTo>
                        <a:pt x="1468" y="3743"/>
                      </a:lnTo>
                      <a:cubicBezTo>
                        <a:pt x="1468" y="3843"/>
                        <a:pt x="1568" y="3943"/>
                        <a:pt x="1668" y="3943"/>
                      </a:cubicBezTo>
                      <a:lnTo>
                        <a:pt x="2235" y="3943"/>
                      </a:lnTo>
                      <a:cubicBezTo>
                        <a:pt x="2369" y="3943"/>
                        <a:pt x="2469" y="3843"/>
                        <a:pt x="2469" y="3743"/>
                      </a:cubicBezTo>
                      <a:lnTo>
                        <a:pt x="2469" y="3476"/>
                      </a:lnTo>
                      <a:cubicBezTo>
                        <a:pt x="2536" y="3443"/>
                        <a:pt x="2602" y="3410"/>
                        <a:pt x="2669" y="3376"/>
                      </a:cubicBezTo>
                      <a:lnTo>
                        <a:pt x="2869" y="3610"/>
                      </a:lnTo>
                      <a:cubicBezTo>
                        <a:pt x="2903" y="3643"/>
                        <a:pt x="2944" y="3660"/>
                        <a:pt x="2986" y="3660"/>
                      </a:cubicBezTo>
                      <a:cubicBezTo>
                        <a:pt x="3028" y="3660"/>
                        <a:pt x="3069" y="3643"/>
                        <a:pt x="3103" y="3610"/>
                      </a:cubicBezTo>
                      <a:lnTo>
                        <a:pt x="3603" y="3143"/>
                      </a:lnTo>
                      <a:cubicBezTo>
                        <a:pt x="3670" y="3076"/>
                        <a:pt x="3670" y="2976"/>
                        <a:pt x="3603" y="2909"/>
                      </a:cubicBezTo>
                      <a:lnTo>
                        <a:pt x="3370" y="2676"/>
                      </a:lnTo>
                      <a:cubicBezTo>
                        <a:pt x="3403" y="2609"/>
                        <a:pt x="3436" y="2542"/>
                        <a:pt x="3436" y="2476"/>
                      </a:cubicBezTo>
                      <a:lnTo>
                        <a:pt x="3770" y="2476"/>
                      </a:lnTo>
                      <a:cubicBezTo>
                        <a:pt x="3870" y="2476"/>
                        <a:pt x="3937" y="2409"/>
                        <a:pt x="3937" y="2309"/>
                      </a:cubicBezTo>
                      <a:lnTo>
                        <a:pt x="3937" y="1642"/>
                      </a:lnTo>
                      <a:cubicBezTo>
                        <a:pt x="3937" y="1542"/>
                        <a:pt x="3870" y="1475"/>
                        <a:pt x="3770" y="1475"/>
                      </a:cubicBezTo>
                      <a:lnTo>
                        <a:pt x="3436" y="1475"/>
                      </a:lnTo>
                      <a:cubicBezTo>
                        <a:pt x="3436" y="1408"/>
                        <a:pt x="3403" y="1342"/>
                        <a:pt x="3370" y="1275"/>
                      </a:cubicBezTo>
                      <a:lnTo>
                        <a:pt x="3603" y="1041"/>
                      </a:lnTo>
                      <a:cubicBezTo>
                        <a:pt x="3670" y="975"/>
                        <a:pt x="3670" y="875"/>
                        <a:pt x="3603" y="808"/>
                      </a:cubicBezTo>
                      <a:lnTo>
                        <a:pt x="3103" y="341"/>
                      </a:lnTo>
                      <a:cubicBezTo>
                        <a:pt x="3069" y="307"/>
                        <a:pt x="3028" y="291"/>
                        <a:pt x="2986" y="291"/>
                      </a:cubicBezTo>
                      <a:cubicBezTo>
                        <a:pt x="2944" y="291"/>
                        <a:pt x="2903" y="307"/>
                        <a:pt x="2869" y="341"/>
                      </a:cubicBezTo>
                      <a:lnTo>
                        <a:pt x="2669" y="574"/>
                      </a:lnTo>
                      <a:cubicBezTo>
                        <a:pt x="2602" y="541"/>
                        <a:pt x="2536" y="508"/>
                        <a:pt x="2469" y="474"/>
                      </a:cubicBezTo>
                      <a:lnTo>
                        <a:pt x="2469" y="174"/>
                      </a:lnTo>
                      <a:cubicBezTo>
                        <a:pt x="2469" y="74"/>
                        <a:pt x="2402" y="7"/>
                        <a:pt x="2302" y="7"/>
                      </a:cubicBezTo>
                      <a:lnTo>
                        <a:pt x="1635" y="7"/>
                      </a:lnTo>
                      <a:cubicBezTo>
                        <a:pt x="1622" y="3"/>
                        <a:pt x="1609" y="1"/>
                        <a:pt x="159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3214638" y="1621388"/>
                  <a:ext cx="122600" cy="123450"/>
                </a:xfrm>
                <a:custGeom>
                  <a:rect b="b" l="l" r="r" t="t"/>
                  <a:pathLst>
                    <a:path extrusionOk="0" h="4938" w="4904">
                      <a:moveTo>
                        <a:pt x="2462" y="2173"/>
                      </a:moveTo>
                      <a:cubicBezTo>
                        <a:pt x="2621" y="2173"/>
                        <a:pt x="2769" y="2291"/>
                        <a:pt x="2769" y="2469"/>
                      </a:cubicBezTo>
                      <a:cubicBezTo>
                        <a:pt x="2769" y="2636"/>
                        <a:pt x="2635" y="2770"/>
                        <a:pt x="2469" y="2770"/>
                      </a:cubicBezTo>
                      <a:cubicBezTo>
                        <a:pt x="2202" y="2770"/>
                        <a:pt x="2068" y="2436"/>
                        <a:pt x="2235" y="2269"/>
                      </a:cubicBezTo>
                      <a:cubicBezTo>
                        <a:pt x="2302" y="2202"/>
                        <a:pt x="2383" y="2173"/>
                        <a:pt x="2462" y="2173"/>
                      </a:cubicBezTo>
                      <a:close/>
                      <a:moveTo>
                        <a:pt x="2483" y="1671"/>
                      </a:moveTo>
                      <a:cubicBezTo>
                        <a:pt x="2069" y="1671"/>
                        <a:pt x="1668" y="1993"/>
                        <a:pt x="1668" y="2469"/>
                      </a:cubicBezTo>
                      <a:cubicBezTo>
                        <a:pt x="1668" y="2903"/>
                        <a:pt x="2035" y="3270"/>
                        <a:pt x="2469" y="3270"/>
                      </a:cubicBezTo>
                      <a:cubicBezTo>
                        <a:pt x="3169" y="3270"/>
                        <a:pt x="3536" y="2403"/>
                        <a:pt x="3036" y="1902"/>
                      </a:cubicBezTo>
                      <a:cubicBezTo>
                        <a:pt x="2876" y="1742"/>
                        <a:pt x="2678" y="1671"/>
                        <a:pt x="2483" y="1671"/>
                      </a:cubicBezTo>
                      <a:close/>
                      <a:moveTo>
                        <a:pt x="2802" y="468"/>
                      </a:moveTo>
                      <a:cubicBezTo>
                        <a:pt x="2902" y="468"/>
                        <a:pt x="2969" y="568"/>
                        <a:pt x="2969" y="668"/>
                      </a:cubicBezTo>
                      <a:lnTo>
                        <a:pt x="2969" y="1002"/>
                      </a:lnTo>
                      <a:cubicBezTo>
                        <a:pt x="3036" y="1002"/>
                        <a:pt x="3102" y="1035"/>
                        <a:pt x="3169" y="1068"/>
                      </a:cubicBezTo>
                      <a:lnTo>
                        <a:pt x="3369" y="835"/>
                      </a:lnTo>
                      <a:cubicBezTo>
                        <a:pt x="3403" y="801"/>
                        <a:pt x="3444" y="785"/>
                        <a:pt x="3486" y="785"/>
                      </a:cubicBezTo>
                      <a:cubicBezTo>
                        <a:pt x="3528" y="785"/>
                        <a:pt x="3569" y="801"/>
                        <a:pt x="3603" y="835"/>
                      </a:cubicBezTo>
                      <a:lnTo>
                        <a:pt x="4103" y="1302"/>
                      </a:lnTo>
                      <a:cubicBezTo>
                        <a:pt x="4170" y="1369"/>
                        <a:pt x="4170" y="1502"/>
                        <a:pt x="4103" y="1569"/>
                      </a:cubicBezTo>
                      <a:lnTo>
                        <a:pt x="3870" y="1769"/>
                      </a:lnTo>
                      <a:cubicBezTo>
                        <a:pt x="3903" y="1836"/>
                        <a:pt x="3936" y="1902"/>
                        <a:pt x="3936" y="1969"/>
                      </a:cubicBezTo>
                      <a:lnTo>
                        <a:pt x="4270" y="1969"/>
                      </a:lnTo>
                      <a:cubicBezTo>
                        <a:pt x="4370" y="1969"/>
                        <a:pt x="4437" y="2036"/>
                        <a:pt x="4437" y="2136"/>
                      </a:cubicBezTo>
                      <a:lnTo>
                        <a:pt x="4437" y="2803"/>
                      </a:lnTo>
                      <a:cubicBezTo>
                        <a:pt x="4437" y="2903"/>
                        <a:pt x="4370" y="2970"/>
                        <a:pt x="4270" y="2970"/>
                      </a:cubicBezTo>
                      <a:lnTo>
                        <a:pt x="3936" y="2970"/>
                      </a:lnTo>
                      <a:cubicBezTo>
                        <a:pt x="3936" y="3036"/>
                        <a:pt x="3903" y="3103"/>
                        <a:pt x="3870" y="3170"/>
                      </a:cubicBezTo>
                      <a:lnTo>
                        <a:pt x="4103" y="3403"/>
                      </a:lnTo>
                      <a:cubicBezTo>
                        <a:pt x="4170" y="3470"/>
                        <a:pt x="4170" y="3570"/>
                        <a:pt x="4103" y="3637"/>
                      </a:cubicBezTo>
                      <a:lnTo>
                        <a:pt x="3603" y="4104"/>
                      </a:lnTo>
                      <a:cubicBezTo>
                        <a:pt x="3569" y="4137"/>
                        <a:pt x="3528" y="4154"/>
                        <a:pt x="3486" y="4154"/>
                      </a:cubicBezTo>
                      <a:cubicBezTo>
                        <a:pt x="3444" y="4154"/>
                        <a:pt x="3403" y="4137"/>
                        <a:pt x="3369" y="4104"/>
                      </a:cubicBezTo>
                      <a:lnTo>
                        <a:pt x="3169" y="3870"/>
                      </a:lnTo>
                      <a:cubicBezTo>
                        <a:pt x="3102" y="3904"/>
                        <a:pt x="3036" y="3937"/>
                        <a:pt x="2969" y="3970"/>
                      </a:cubicBezTo>
                      <a:lnTo>
                        <a:pt x="2969" y="4204"/>
                      </a:lnTo>
                      <a:cubicBezTo>
                        <a:pt x="2969" y="4337"/>
                        <a:pt x="2869" y="4437"/>
                        <a:pt x="2735" y="4437"/>
                      </a:cubicBezTo>
                      <a:lnTo>
                        <a:pt x="2168" y="4437"/>
                      </a:lnTo>
                      <a:cubicBezTo>
                        <a:pt x="2068" y="4437"/>
                        <a:pt x="1968" y="4337"/>
                        <a:pt x="1968" y="4204"/>
                      </a:cubicBezTo>
                      <a:lnTo>
                        <a:pt x="1968" y="3970"/>
                      </a:lnTo>
                      <a:cubicBezTo>
                        <a:pt x="1902" y="3937"/>
                        <a:pt x="1835" y="3904"/>
                        <a:pt x="1768" y="3870"/>
                      </a:cubicBezTo>
                      <a:lnTo>
                        <a:pt x="1568" y="4070"/>
                      </a:lnTo>
                      <a:cubicBezTo>
                        <a:pt x="1535" y="4104"/>
                        <a:pt x="1468" y="4137"/>
                        <a:pt x="1435" y="4137"/>
                      </a:cubicBezTo>
                      <a:cubicBezTo>
                        <a:pt x="1368" y="4137"/>
                        <a:pt x="1301" y="4104"/>
                        <a:pt x="1268" y="4070"/>
                      </a:cubicBezTo>
                      <a:lnTo>
                        <a:pt x="867" y="3670"/>
                      </a:lnTo>
                      <a:cubicBezTo>
                        <a:pt x="767" y="3570"/>
                        <a:pt x="767" y="3437"/>
                        <a:pt x="867" y="3337"/>
                      </a:cubicBezTo>
                      <a:lnTo>
                        <a:pt x="1068" y="3170"/>
                      </a:lnTo>
                      <a:cubicBezTo>
                        <a:pt x="1034" y="3103"/>
                        <a:pt x="1001" y="3036"/>
                        <a:pt x="968" y="2970"/>
                      </a:cubicBezTo>
                      <a:lnTo>
                        <a:pt x="701" y="2970"/>
                      </a:lnTo>
                      <a:cubicBezTo>
                        <a:pt x="601" y="2970"/>
                        <a:pt x="501" y="2870"/>
                        <a:pt x="501" y="2736"/>
                      </a:cubicBezTo>
                      <a:lnTo>
                        <a:pt x="501" y="2202"/>
                      </a:lnTo>
                      <a:cubicBezTo>
                        <a:pt x="501" y="2069"/>
                        <a:pt x="601" y="1969"/>
                        <a:pt x="701" y="1969"/>
                      </a:cubicBezTo>
                      <a:lnTo>
                        <a:pt x="968" y="1969"/>
                      </a:lnTo>
                      <a:cubicBezTo>
                        <a:pt x="1001" y="1902"/>
                        <a:pt x="1034" y="1836"/>
                        <a:pt x="1068" y="1769"/>
                      </a:cubicBezTo>
                      <a:lnTo>
                        <a:pt x="867" y="1602"/>
                      </a:lnTo>
                      <a:cubicBezTo>
                        <a:pt x="767" y="1502"/>
                        <a:pt x="767" y="1369"/>
                        <a:pt x="867" y="1268"/>
                      </a:cubicBezTo>
                      <a:lnTo>
                        <a:pt x="1268" y="868"/>
                      </a:lnTo>
                      <a:cubicBezTo>
                        <a:pt x="1301" y="835"/>
                        <a:pt x="1368" y="801"/>
                        <a:pt x="1435" y="801"/>
                      </a:cubicBezTo>
                      <a:cubicBezTo>
                        <a:pt x="1468" y="801"/>
                        <a:pt x="1535" y="835"/>
                        <a:pt x="1568" y="868"/>
                      </a:cubicBezTo>
                      <a:lnTo>
                        <a:pt x="1768" y="1068"/>
                      </a:lnTo>
                      <a:cubicBezTo>
                        <a:pt x="1835" y="1035"/>
                        <a:pt x="1902" y="1002"/>
                        <a:pt x="1968" y="1002"/>
                      </a:cubicBezTo>
                      <a:lnTo>
                        <a:pt x="1968" y="668"/>
                      </a:lnTo>
                      <a:cubicBezTo>
                        <a:pt x="1968" y="568"/>
                        <a:pt x="2035" y="501"/>
                        <a:pt x="2135" y="501"/>
                      </a:cubicBezTo>
                      <a:lnTo>
                        <a:pt x="2802" y="501"/>
                      </a:lnTo>
                      <a:lnTo>
                        <a:pt x="2802" y="468"/>
                      </a:lnTo>
                      <a:close/>
                      <a:moveTo>
                        <a:pt x="2135" y="1"/>
                      </a:moveTo>
                      <a:cubicBezTo>
                        <a:pt x="1902" y="1"/>
                        <a:pt x="1668" y="134"/>
                        <a:pt x="1568" y="334"/>
                      </a:cubicBezTo>
                      <a:cubicBezTo>
                        <a:pt x="1529" y="329"/>
                        <a:pt x="1490" y="326"/>
                        <a:pt x="1451" y="326"/>
                      </a:cubicBezTo>
                      <a:cubicBezTo>
                        <a:pt x="1258" y="326"/>
                        <a:pt x="1068" y="396"/>
                        <a:pt x="901" y="535"/>
                      </a:cubicBezTo>
                      <a:lnTo>
                        <a:pt x="534" y="935"/>
                      </a:lnTo>
                      <a:cubicBezTo>
                        <a:pt x="334" y="1102"/>
                        <a:pt x="267" y="1369"/>
                        <a:pt x="334" y="1602"/>
                      </a:cubicBezTo>
                      <a:cubicBezTo>
                        <a:pt x="134" y="1735"/>
                        <a:pt x="0" y="1969"/>
                        <a:pt x="0" y="2202"/>
                      </a:cubicBezTo>
                      <a:lnTo>
                        <a:pt x="0" y="2736"/>
                      </a:lnTo>
                      <a:cubicBezTo>
                        <a:pt x="0" y="3003"/>
                        <a:pt x="134" y="3237"/>
                        <a:pt x="334" y="3337"/>
                      </a:cubicBezTo>
                      <a:cubicBezTo>
                        <a:pt x="267" y="3603"/>
                        <a:pt x="334" y="3837"/>
                        <a:pt x="534" y="4004"/>
                      </a:cubicBezTo>
                      <a:lnTo>
                        <a:pt x="901" y="4404"/>
                      </a:lnTo>
                      <a:cubicBezTo>
                        <a:pt x="1034" y="4537"/>
                        <a:pt x="1234" y="4604"/>
                        <a:pt x="1435" y="4604"/>
                      </a:cubicBezTo>
                      <a:cubicBezTo>
                        <a:pt x="1451" y="4621"/>
                        <a:pt x="1476" y="4629"/>
                        <a:pt x="1501" y="4629"/>
                      </a:cubicBezTo>
                      <a:cubicBezTo>
                        <a:pt x="1526" y="4629"/>
                        <a:pt x="1551" y="4621"/>
                        <a:pt x="1568" y="4604"/>
                      </a:cubicBezTo>
                      <a:cubicBezTo>
                        <a:pt x="1701" y="4838"/>
                        <a:pt x="1935" y="4938"/>
                        <a:pt x="2168" y="4938"/>
                      </a:cubicBezTo>
                      <a:lnTo>
                        <a:pt x="2735" y="4938"/>
                      </a:lnTo>
                      <a:cubicBezTo>
                        <a:pt x="2969" y="4938"/>
                        <a:pt x="3202" y="4838"/>
                        <a:pt x="3336" y="4638"/>
                      </a:cubicBezTo>
                      <a:lnTo>
                        <a:pt x="3503" y="4638"/>
                      </a:lnTo>
                      <a:cubicBezTo>
                        <a:pt x="3669" y="4638"/>
                        <a:pt x="3836" y="4571"/>
                        <a:pt x="3970" y="4437"/>
                      </a:cubicBezTo>
                      <a:lnTo>
                        <a:pt x="4437" y="3970"/>
                      </a:lnTo>
                      <a:cubicBezTo>
                        <a:pt x="4603" y="3804"/>
                        <a:pt x="4670" y="3570"/>
                        <a:pt x="4603" y="3370"/>
                      </a:cubicBezTo>
                      <a:cubicBezTo>
                        <a:pt x="4804" y="3237"/>
                        <a:pt x="4904" y="3036"/>
                        <a:pt x="4904" y="2803"/>
                      </a:cubicBezTo>
                      <a:lnTo>
                        <a:pt x="4904" y="2136"/>
                      </a:lnTo>
                      <a:cubicBezTo>
                        <a:pt x="4904" y="1902"/>
                        <a:pt x="4804" y="1702"/>
                        <a:pt x="4603" y="1569"/>
                      </a:cubicBezTo>
                      <a:cubicBezTo>
                        <a:pt x="4670" y="1369"/>
                        <a:pt x="4603" y="1135"/>
                        <a:pt x="4437" y="968"/>
                      </a:cubicBezTo>
                      <a:lnTo>
                        <a:pt x="3970" y="501"/>
                      </a:lnTo>
                      <a:cubicBezTo>
                        <a:pt x="3836" y="368"/>
                        <a:pt x="3669" y="301"/>
                        <a:pt x="3503" y="301"/>
                      </a:cubicBezTo>
                      <a:lnTo>
                        <a:pt x="3369" y="301"/>
                      </a:lnTo>
                      <a:cubicBezTo>
                        <a:pt x="3236" y="101"/>
                        <a:pt x="3036" y="1"/>
                        <a:pt x="280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19" name="Google Shape;619;p20"/>
            <p:cNvGrpSpPr/>
            <p:nvPr/>
          </p:nvGrpSpPr>
          <p:grpSpPr>
            <a:xfrm>
              <a:off x="884050" y="2948652"/>
              <a:ext cx="326925" cy="334550"/>
              <a:chOff x="1977025" y="2404475"/>
              <a:chExt cx="326925" cy="334550"/>
            </a:xfrm>
          </p:grpSpPr>
          <p:sp>
            <p:nvSpPr>
              <p:cNvPr id="620" name="Google Shape;620;p20"/>
              <p:cNvSpPr/>
              <p:nvPr/>
            </p:nvSpPr>
            <p:spPr>
              <a:xfrm>
                <a:off x="1977025" y="2550525"/>
                <a:ext cx="326925" cy="188500"/>
              </a:xfrm>
              <a:custGeom>
                <a:rect b="b" l="l" r="r" t="t"/>
                <a:pathLst>
                  <a:path extrusionOk="0" h="7540" w="13077">
                    <a:moveTo>
                      <a:pt x="0" y="0"/>
                    </a:moveTo>
                    <a:lnTo>
                      <a:pt x="0" y="7539"/>
                    </a:lnTo>
                    <a:lnTo>
                      <a:pt x="13076" y="7539"/>
                    </a:lnTo>
                    <a:lnTo>
                      <a:pt x="13076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41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20"/>
              <p:cNvSpPr/>
              <p:nvPr/>
            </p:nvSpPr>
            <p:spPr>
              <a:xfrm>
                <a:off x="2030400" y="2603050"/>
                <a:ext cx="232675" cy="99275"/>
              </a:xfrm>
              <a:custGeom>
                <a:rect b="b" l="l" r="r" t="t"/>
                <a:pathLst>
                  <a:path extrusionOk="0" h="3971" w="9307">
                    <a:moveTo>
                      <a:pt x="7005" y="1"/>
                    </a:moveTo>
                    <a:lnTo>
                      <a:pt x="6872" y="34"/>
                    </a:lnTo>
                    <a:cubicBezTo>
                      <a:pt x="6738" y="68"/>
                      <a:pt x="6638" y="201"/>
                      <a:pt x="6672" y="334"/>
                    </a:cubicBezTo>
                    <a:cubicBezTo>
                      <a:pt x="6705" y="435"/>
                      <a:pt x="6805" y="535"/>
                      <a:pt x="6938" y="535"/>
                    </a:cubicBezTo>
                    <a:lnTo>
                      <a:pt x="6972" y="501"/>
                    </a:lnTo>
                    <a:lnTo>
                      <a:pt x="7205" y="501"/>
                    </a:lnTo>
                    <a:cubicBezTo>
                      <a:pt x="7472" y="435"/>
                      <a:pt x="7439" y="1"/>
                      <a:pt x="7139" y="1"/>
                    </a:cubicBezTo>
                    <a:close/>
                    <a:moveTo>
                      <a:pt x="8171" y="59"/>
                    </a:moveTo>
                    <a:cubicBezTo>
                      <a:pt x="8062" y="59"/>
                      <a:pt x="7961" y="124"/>
                      <a:pt x="7906" y="234"/>
                    </a:cubicBezTo>
                    <a:cubicBezTo>
                      <a:pt x="7872" y="334"/>
                      <a:pt x="7939" y="468"/>
                      <a:pt x="8073" y="535"/>
                    </a:cubicBezTo>
                    <a:cubicBezTo>
                      <a:pt x="8139" y="535"/>
                      <a:pt x="8206" y="568"/>
                      <a:pt x="8273" y="601"/>
                    </a:cubicBezTo>
                    <a:cubicBezTo>
                      <a:pt x="8306" y="635"/>
                      <a:pt x="8339" y="635"/>
                      <a:pt x="8373" y="635"/>
                    </a:cubicBezTo>
                    <a:lnTo>
                      <a:pt x="8406" y="635"/>
                    </a:lnTo>
                    <a:cubicBezTo>
                      <a:pt x="8473" y="635"/>
                      <a:pt x="8540" y="568"/>
                      <a:pt x="8606" y="501"/>
                    </a:cubicBezTo>
                    <a:cubicBezTo>
                      <a:pt x="8673" y="401"/>
                      <a:pt x="8606" y="234"/>
                      <a:pt x="8506" y="168"/>
                    </a:cubicBezTo>
                    <a:cubicBezTo>
                      <a:pt x="8406" y="134"/>
                      <a:pt x="8306" y="101"/>
                      <a:pt x="8239" y="68"/>
                    </a:cubicBezTo>
                    <a:cubicBezTo>
                      <a:pt x="8216" y="62"/>
                      <a:pt x="8194" y="59"/>
                      <a:pt x="8171" y="59"/>
                    </a:cubicBezTo>
                    <a:close/>
                    <a:moveTo>
                      <a:pt x="1727" y="199"/>
                    </a:moveTo>
                    <a:cubicBezTo>
                      <a:pt x="1696" y="199"/>
                      <a:pt x="1664" y="210"/>
                      <a:pt x="1635" y="234"/>
                    </a:cubicBezTo>
                    <a:lnTo>
                      <a:pt x="1401" y="334"/>
                    </a:lnTo>
                    <a:cubicBezTo>
                      <a:pt x="1168" y="468"/>
                      <a:pt x="1268" y="801"/>
                      <a:pt x="1535" y="801"/>
                    </a:cubicBezTo>
                    <a:cubicBezTo>
                      <a:pt x="1568" y="801"/>
                      <a:pt x="1635" y="768"/>
                      <a:pt x="1635" y="768"/>
                    </a:cubicBezTo>
                    <a:lnTo>
                      <a:pt x="1868" y="635"/>
                    </a:lnTo>
                    <a:cubicBezTo>
                      <a:pt x="2067" y="550"/>
                      <a:pt x="1903" y="199"/>
                      <a:pt x="1727" y="199"/>
                    </a:cubicBezTo>
                    <a:close/>
                    <a:moveTo>
                      <a:pt x="5981" y="374"/>
                    </a:moveTo>
                    <a:cubicBezTo>
                      <a:pt x="5945" y="374"/>
                      <a:pt x="5908" y="383"/>
                      <a:pt x="5871" y="401"/>
                    </a:cubicBezTo>
                    <a:lnTo>
                      <a:pt x="5637" y="535"/>
                    </a:lnTo>
                    <a:cubicBezTo>
                      <a:pt x="5537" y="601"/>
                      <a:pt x="5504" y="735"/>
                      <a:pt x="5571" y="868"/>
                    </a:cubicBezTo>
                    <a:cubicBezTo>
                      <a:pt x="5604" y="935"/>
                      <a:pt x="5671" y="968"/>
                      <a:pt x="5771" y="968"/>
                    </a:cubicBezTo>
                    <a:cubicBezTo>
                      <a:pt x="5804" y="968"/>
                      <a:pt x="5871" y="968"/>
                      <a:pt x="5904" y="935"/>
                    </a:cubicBezTo>
                    <a:cubicBezTo>
                      <a:pt x="5971" y="902"/>
                      <a:pt x="6038" y="868"/>
                      <a:pt x="6104" y="835"/>
                    </a:cubicBezTo>
                    <a:cubicBezTo>
                      <a:pt x="6205" y="768"/>
                      <a:pt x="6271" y="635"/>
                      <a:pt x="6205" y="501"/>
                    </a:cubicBezTo>
                    <a:cubicBezTo>
                      <a:pt x="6156" y="429"/>
                      <a:pt x="6074" y="374"/>
                      <a:pt x="5981" y="374"/>
                    </a:cubicBezTo>
                    <a:close/>
                    <a:moveTo>
                      <a:pt x="758" y="875"/>
                    </a:moveTo>
                    <a:cubicBezTo>
                      <a:pt x="693" y="875"/>
                      <a:pt x="625" y="902"/>
                      <a:pt x="567" y="968"/>
                    </a:cubicBezTo>
                    <a:cubicBezTo>
                      <a:pt x="500" y="1035"/>
                      <a:pt x="434" y="1102"/>
                      <a:pt x="367" y="1202"/>
                    </a:cubicBezTo>
                    <a:cubicBezTo>
                      <a:pt x="300" y="1302"/>
                      <a:pt x="334" y="1435"/>
                      <a:pt x="434" y="1535"/>
                    </a:cubicBezTo>
                    <a:cubicBezTo>
                      <a:pt x="467" y="1569"/>
                      <a:pt x="534" y="1569"/>
                      <a:pt x="567" y="1569"/>
                    </a:cubicBezTo>
                    <a:cubicBezTo>
                      <a:pt x="667" y="1569"/>
                      <a:pt x="734" y="1535"/>
                      <a:pt x="767" y="1469"/>
                    </a:cubicBezTo>
                    <a:cubicBezTo>
                      <a:pt x="801" y="1435"/>
                      <a:pt x="867" y="1369"/>
                      <a:pt x="901" y="1302"/>
                    </a:cubicBezTo>
                    <a:cubicBezTo>
                      <a:pt x="1127" y="1126"/>
                      <a:pt x="956" y="875"/>
                      <a:pt x="758" y="875"/>
                    </a:cubicBezTo>
                    <a:close/>
                    <a:moveTo>
                      <a:pt x="9008" y="893"/>
                    </a:moveTo>
                    <a:cubicBezTo>
                      <a:pt x="8986" y="893"/>
                      <a:pt x="8963" y="896"/>
                      <a:pt x="8940" y="902"/>
                    </a:cubicBezTo>
                    <a:cubicBezTo>
                      <a:pt x="8806" y="935"/>
                      <a:pt x="8740" y="1068"/>
                      <a:pt x="8773" y="1202"/>
                    </a:cubicBezTo>
                    <a:cubicBezTo>
                      <a:pt x="8806" y="1268"/>
                      <a:pt x="8806" y="1335"/>
                      <a:pt x="8806" y="1402"/>
                    </a:cubicBezTo>
                    <a:cubicBezTo>
                      <a:pt x="8806" y="1502"/>
                      <a:pt x="8940" y="1635"/>
                      <a:pt x="9040" y="1635"/>
                    </a:cubicBezTo>
                    <a:lnTo>
                      <a:pt x="9073" y="1635"/>
                    </a:lnTo>
                    <a:cubicBezTo>
                      <a:pt x="9207" y="1602"/>
                      <a:pt x="9307" y="1502"/>
                      <a:pt x="9307" y="1369"/>
                    </a:cubicBezTo>
                    <a:cubicBezTo>
                      <a:pt x="9307" y="1268"/>
                      <a:pt x="9273" y="1168"/>
                      <a:pt x="9240" y="1068"/>
                    </a:cubicBezTo>
                    <a:cubicBezTo>
                      <a:pt x="9212" y="958"/>
                      <a:pt x="9116" y="893"/>
                      <a:pt x="9008" y="893"/>
                    </a:cubicBezTo>
                    <a:close/>
                    <a:moveTo>
                      <a:pt x="4999" y="1060"/>
                    </a:moveTo>
                    <a:cubicBezTo>
                      <a:pt x="4937" y="1060"/>
                      <a:pt x="4870" y="1085"/>
                      <a:pt x="4804" y="1135"/>
                    </a:cubicBezTo>
                    <a:lnTo>
                      <a:pt x="4637" y="1302"/>
                    </a:lnTo>
                    <a:cubicBezTo>
                      <a:pt x="4537" y="1369"/>
                      <a:pt x="4503" y="1535"/>
                      <a:pt x="4603" y="1635"/>
                    </a:cubicBezTo>
                    <a:cubicBezTo>
                      <a:pt x="4637" y="1669"/>
                      <a:pt x="4703" y="1702"/>
                      <a:pt x="4770" y="1702"/>
                    </a:cubicBezTo>
                    <a:cubicBezTo>
                      <a:pt x="4837" y="1702"/>
                      <a:pt x="4904" y="1702"/>
                      <a:pt x="4937" y="1669"/>
                    </a:cubicBezTo>
                    <a:lnTo>
                      <a:pt x="5137" y="1502"/>
                    </a:lnTo>
                    <a:cubicBezTo>
                      <a:pt x="5237" y="1402"/>
                      <a:pt x="5237" y="1268"/>
                      <a:pt x="5170" y="1135"/>
                    </a:cubicBezTo>
                    <a:cubicBezTo>
                      <a:pt x="5120" y="1085"/>
                      <a:pt x="5062" y="1060"/>
                      <a:pt x="4999" y="1060"/>
                    </a:cubicBezTo>
                    <a:close/>
                    <a:moveTo>
                      <a:pt x="4086" y="1927"/>
                    </a:moveTo>
                    <a:cubicBezTo>
                      <a:pt x="4020" y="1927"/>
                      <a:pt x="3953" y="1952"/>
                      <a:pt x="3903" y="2002"/>
                    </a:cubicBezTo>
                    <a:lnTo>
                      <a:pt x="3736" y="2169"/>
                    </a:lnTo>
                    <a:cubicBezTo>
                      <a:pt x="3636" y="2269"/>
                      <a:pt x="3636" y="2436"/>
                      <a:pt x="3736" y="2536"/>
                    </a:cubicBezTo>
                    <a:cubicBezTo>
                      <a:pt x="3769" y="2569"/>
                      <a:pt x="3836" y="2603"/>
                      <a:pt x="3903" y="2603"/>
                    </a:cubicBezTo>
                    <a:cubicBezTo>
                      <a:pt x="3970" y="2603"/>
                      <a:pt x="4036" y="2569"/>
                      <a:pt x="4103" y="2503"/>
                    </a:cubicBezTo>
                    <a:lnTo>
                      <a:pt x="4270" y="2336"/>
                    </a:lnTo>
                    <a:cubicBezTo>
                      <a:pt x="4337" y="2236"/>
                      <a:pt x="4337" y="2069"/>
                      <a:pt x="4270" y="2002"/>
                    </a:cubicBezTo>
                    <a:cubicBezTo>
                      <a:pt x="4220" y="1952"/>
                      <a:pt x="4153" y="1927"/>
                      <a:pt x="4086" y="1927"/>
                    </a:cubicBezTo>
                    <a:close/>
                    <a:moveTo>
                      <a:pt x="8647" y="1955"/>
                    </a:moveTo>
                    <a:cubicBezTo>
                      <a:pt x="8590" y="1955"/>
                      <a:pt x="8530" y="1979"/>
                      <a:pt x="8473" y="2036"/>
                    </a:cubicBezTo>
                    <a:cubicBezTo>
                      <a:pt x="8406" y="2069"/>
                      <a:pt x="8373" y="2102"/>
                      <a:pt x="8306" y="2169"/>
                    </a:cubicBezTo>
                    <a:cubicBezTo>
                      <a:pt x="8173" y="2236"/>
                      <a:pt x="8139" y="2369"/>
                      <a:pt x="8206" y="2503"/>
                    </a:cubicBezTo>
                    <a:cubicBezTo>
                      <a:pt x="8239" y="2569"/>
                      <a:pt x="8339" y="2603"/>
                      <a:pt x="8406" y="2603"/>
                    </a:cubicBezTo>
                    <a:cubicBezTo>
                      <a:pt x="8473" y="2603"/>
                      <a:pt x="8506" y="2603"/>
                      <a:pt x="8540" y="2569"/>
                    </a:cubicBezTo>
                    <a:cubicBezTo>
                      <a:pt x="8640" y="2536"/>
                      <a:pt x="8706" y="2469"/>
                      <a:pt x="8773" y="2403"/>
                    </a:cubicBezTo>
                    <a:cubicBezTo>
                      <a:pt x="9009" y="2272"/>
                      <a:pt x="8853" y="1955"/>
                      <a:pt x="8647" y="1955"/>
                    </a:cubicBezTo>
                    <a:close/>
                    <a:moveTo>
                      <a:pt x="234" y="2002"/>
                    </a:moveTo>
                    <a:cubicBezTo>
                      <a:pt x="100" y="2002"/>
                      <a:pt x="0" y="2102"/>
                      <a:pt x="0" y="2269"/>
                    </a:cubicBezTo>
                    <a:cubicBezTo>
                      <a:pt x="0" y="2336"/>
                      <a:pt x="33" y="2436"/>
                      <a:pt x="33" y="2536"/>
                    </a:cubicBezTo>
                    <a:cubicBezTo>
                      <a:pt x="67" y="2669"/>
                      <a:pt x="167" y="2736"/>
                      <a:pt x="267" y="2736"/>
                    </a:cubicBezTo>
                    <a:lnTo>
                      <a:pt x="334" y="2736"/>
                    </a:lnTo>
                    <a:cubicBezTo>
                      <a:pt x="467" y="2703"/>
                      <a:pt x="534" y="2569"/>
                      <a:pt x="534" y="2436"/>
                    </a:cubicBezTo>
                    <a:cubicBezTo>
                      <a:pt x="500" y="2369"/>
                      <a:pt x="500" y="2303"/>
                      <a:pt x="500" y="2236"/>
                    </a:cubicBezTo>
                    <a:cubicBezTo>
                      <a:pt x="500" y="2102"/>
                      <a:pt x="367" y="2002"/>
                      <a:pt x="234" y="2002"/>
                    </a:cubicBezTo>
                    <a:close/>
                    <a:moveTo>
                      <a:pt x="7496" y="2429"/>
                    </a:moveTo>
                    <a:cubicBezTo>
                      <a:pt x="7478" y="2429"/>
                      <a:pt x="7459" y="2432"/>
                      <a:pt x="7439" y="2436"/>
                    </a:cubicBezTo>
                    <a:lnTo>
                      <a:pt x="7172" y="2503"/>
                    </a:lnTo>
                    <a:cubicBezTo>
                      <a:pt x="6905" y="2569"/>
                      <a:pt x="6972" y="2970"/>
                      <a:pt x="7239" y="2970"/>
                    </a:cubicBezTo>
                    <a:lnTo>
                      <a:pt x="7305" y="2970"/>
                    </a:lnTo>
                    <a:lnTo>
                      <a:pt x="7539" y="2903"/>
                    </a:lnTo>
                    <a:cubicBezTo>
                      <a:pt x="7819" y="2841"/>
                      <a:pt x="7750" y="2429"/>
                      <a:pt x="7496" y="2429"/>
                    </a:cubicBezTo>
                    <a:close/>
                    <a:moveTo>
                      <a:pt x="3181" y="2855"/>
                    </a:moveTo>
                    <a:cubicBezTo>
                      <a:pt x="3133" y="2855"/>
                      <a:pt x="3083" y="2869"/>
                      <a:pt x="3036" y="2903"/>
                    </a:cubicBezTo>
                    <a:cubicBezTo>
                      <a:pt x="3002" y="2970"/>
                      <a:pt x="2936" y="3003"/>
                      <a:pt x="2869" y="3070"/>
                    </a:cubicBezTo>
                    <a:cubicBezTo>
                      <a:pt x="2735" y="3203"/>
                      <a:pt x="2835" y="3470"/>
                      <a:pt x="3036" y="3470"/>
                    </a:cubicBezTo>
                    <a:cubicBezTo>
                      <a:pt x="3102" y="3470"/>
                      <a:pt x="3136" y="3470"/>
                      <a:pt x="3202" y="3437"/>
                    </a:cubicBezTo>
                    <a:cubicBezTo>
                      <a:pt x="3269" y="3370"/>
                      <a:pt x="3336" y="3337"/>
                      <a:pt x="3403" y="3270"/>
                    </a:cubicBezTo>
                    <a:cubicBezTo>
                      <a:pt x="3536" y="3084"/>
                      <a:pt x="3371" y="2855"/>
                      <a:pt x="3181" y="2855"/>
                    </a:cubicBezTo>
                    <a:close/>
                    <a:moveTo>
                      <a:pt x="6323" y="2884"/>
                    </a:moveTo>
                    <a:cubicBezTo>
                      <a:pt x="6282" y="2884"/>
                      <a:pt x="6241" y="2900"/>
                      <a:pt x="6205" y="2936"/>
                    </a:cubicBezTo>
                    <a:cubicBezTo>
                      <a:pt x="6138" y="2970"/>
                      <a:pt x="6071" y="3070"/>
                      <a:pt x="6004" y="3136"/>
                    </a:cubicBezTo>
                    <a:cubicBezTo>
                      <a:pt x="5904" y="3237"/>
                      <a:pt x="5904" y="3370"/>
                      <a:pt x="6004" y="3470"/>
                    </a:cubicBezTo>
                    <a:cubicBezTo>
                      <a:pt x="6038" y="3503"/>
                      <a:pt x="6104" y="3537"/>
                      <a:pt x="6138" y="3537"/>
                    </a:cubicBezTo>
                    <a:cubicBezTo>
                      <a:pt x="6238" y="3537"/>
                      <a:pt x="6305" y="3503"/>
                      <a:pt x="6371" y="3437"/>
                    </a:cubicBezTo>
                    <a:cubicBezTo>
                      <a:pt x="6405" y="3403"/>
                      <a:pt x="6438" y="3370"/>
                      <a:pt x="6505" y="3303"/>
                    </a:cubicBezTo>
                    <a:cubicBezTo>
                      <a:pt x="6696" y="3194"/>
                      <a:pt x="6507" y="2884"/>
                      <a:pt x="6323" y="2884"/>
                    </a:cubicBezTo>
                    <a:close/>
                    <a:moveTo>
                      <a:pt x="751" y="3095"/>
                    </a:moveTo>
                    <a:cubicBezTo>
                      <a:pt x="684" y="3095"/>
                      <a:pt x="617" y="3120"/>
                      <a:pt x="567" y="3170"/>
                    </a:cubicBezTo>
                    <a:cubicBezTo>
                      <a:pt x="500" y="3270"/>
                      <a:pt x="500" y="3437"/>
                      <a:pt x="601" y="3537"/>
                    </a:cubicBezTo>
                    <a:cubicBezTo>
                      <a:pt x="667" y="3570"/>
                      <a:pt x="734" y="3637"/>
                      <a:pt x="801" y="3670"/>
                    </a:cubicBezTo>
                    <a:lnTo>
                      <a:pt x="834" y="3704"/>
                    </a:lnTo>
                    <a:cubicBezTo>
                      <a:pt x="867" y="3704"/>
                      <a:pt x="934" y="3737"/>
                      <a:pt x="967" y="3737"/>
                    </a:cubicBezTo>
                    <a:cubicBezTo>
                      <a:pt x="1201" y="3737"/>
                      <a:pt x="1301" y="3437"/>
                      <a:pt x="1101" y="3303"/>
                    </a:cubicBezTo>
                    <a:lnTo>
                      <a:pt x="1068" y="3270"/>
                    </a:lnTo>
                    <a:cubicBezTo>
                      <a:pt x="1001" y="3237"/>
                      <a:pt x="967" y="3203"/>
                      <a:pt x="934" y="3170"/>
                    </a:cubicBezTo>
                    <a:cubicBezTo>
                      <a:pt x="884" y="3120"/>
                      <a:pt x="817" y="3095"/>
                      <a:pt x="751" y="3095"/>
                    </a:cubicBezTo>
                    <a:close/>
                    <a:moveTo>
                      <a:pt x="2167" y="3435"/>
                    </a:moveTo>
                    <a:cubicBezTo>
                      <a:pt x="2157" y="3435"/>
                      <a:pt x="2146" y="3435"/>
                      <a:pt x="2135" y="3437"/>
                    </a:cubicBezTo>
                    <a:cubicBezTo>
                      <a:pt x="2068" y="3437"/>
                      <a:pt x="2002" y="3470"/>
                      <a:pt x="1935" y="3470"/>
                    </a:cubicBezTo>
                    <a:cubicBezTo>
                      <a:pt x="1601" y="3470"/>
                      <a:pt x="1601" y="3970"/>
                      <a:pt x="1935" y="3970"/>
                    </a:cubicBezTo>
                    <a:lnTo>
                      <a:pt x="1968" y="3970"/>
                    </a:lnTo>
                    <a:cubicBezTo>
                      <a:pt x="2035" y="3937"/>
                      <a:pt x="2135" y="3904"/>
                      <a:pt x="2235" y="3904"/>
                    </a:cubicBezTo>
                    <a:cubicBezTo>
                      <a:pt x="2492" y="3839"/>
                      <a:pt x="2440" y="3435"/>
                      <a:pt x="2167" y="34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20"/>
              <p:cNvSpPr/>
              <p:nvPr/>
            </p:nvSpPr>
            <p:spPr>
              <a:xfrm>
                <a:off x="2085425" y="2404475"/>
                <a:ext cx="205175" cy="201100"/>
              </a:xfrm>
              <a:custGeom>
                <a:rect b="b" l="l" r="r" t="t"/>
                <a:pathLst>
                  <a:path extrusionOk="0" h="8044" w="8207">
                    <a:moveTo>
                      <a:pt x="5605" y="1"/>
                    </a:moveTo>
                    <a:cubicBezTo>
                      <a:pt x="5185" y="1"/>
                      <a:pt x="4766" y="159"/>
                      <a:pt x="4437" y="472"/>
                    </a:cubicBezTo>
                    <a:lnTo>
                      <a:pt x="1" y="4908"/>
                    </a:lnTo>
                    <a:lnTo>
                      <a:pt x="3136" y="8044"/>
                    </a:lnTo>
                    <a:lnTo>
                      <a:pt x="7573" y="3607"/>
                    </a:lnTo>
                    <a:cubicBezTo>
                      <a:pt x="8207" y="2974"/>
                      <a:pt x="8207" y="1906"/>
                      <a:pt x="7573" y="1239"/>
                    </a:cubicBezTo>
                    <a:lnTo>
                      <a:pt x="6806" y="505"/>
                    </a:lnTo>
                    <a:cubicBezTo>
                      <a:pt x="6468" y="167"/>
                      <a:pt x="6036" y="1"/>
                      <a:pt x="56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20"/>
              <p:cNvSpPr/>
              <p:nvPr/>
            </p:nvSpPr>
            <p:spPr>
              <a:xfrm>
                <a:off x="2111275" y="2412100"/>
                <a:ext cx="167650" cy="167625"/>
              </a:xfrm>
              <a:custGeom>
                <a:rect b="b" l="l" r="r" t="t"/>
                <a:pathLst>
                  <a:path extrusionOk="0" h="6705" w="6706">
                    <a:moveTo>
                      <a:pt x="5571" y="0"/>
                    </a:moveTo>
                    <a:lnTo>
                      <a:pt x="1" y="5571"/>
                    </a:lnTo>
                    <a:lnTo>
                      <a:pt x="1135" y="6705"/>
                    </a:lnTo>
                    <a:lnTo>
                      <a:pt x="6706" y="1134"/>
                    </a:lnTo>
                    <a:lnTo>
                      <a:pt x="55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20"/>
              <p:cNvSpPr/>
              <p:nvPr/>
            </p:nvSpPr>
            <p:spPr>
              <a:xfrm>
                <a:off x="2111275" y="2412100"/>
                <a:ext cx="167650" cy="168475"/>
              </a:xfrm>
              <a:custGeom>
                <a:rect b="b" l="l" r="r" t="t"/>
                <a:pathLst>
                  <a:path extrusionOk="0" fill="none" h="6739" w="6706">
                    <a:moveTo>
                      <a:pt x="5605" y="0"/>
                    </a:moveTo>
                    <a:lnTo>
                      <a:pt x="6706" y="1134"/>
                    </a:lnTo>
                    <a:lnTo>
                      <a:pt x="1135" y="6738"/>
                    </a:lnTo>
                    <a:lnTo>
                      <a:pt x="1" y="5604"/>
                    </a:lnTo>
                    <a:close/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20"/>
              <p:cNvSpPr/>
              <p:nvPr/>
            </p:nvSpPr>
            <p:spPr>
              <a:xfrm>
                <a:off x="2077100" y="2527175"/>
                <a:ext cx="87575" cy="87575"/>
              </a:xfrm>
              <a:custGeom>
                <a:rect b="b" l="l" r="r" t="t"/>
                <a:pathLst>
                  <a:path extrusionOk="0" h="3503" w="3503">
                    <a:moveTo>
                      <a:pt x="367" y="0"/>
                    </a:moveTo>
                    <a:lnTo>
                      <a:pt x="0" y="3503"/>
                    </a:lnTo>
                    <a:lnTo>
                      <a:pt x="3503" y="3136"/>
                    </a:lnTo>
                    <a:lnTo>
                      <a:pt x="1935" y="1568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20"/>
              <p:cNvSpPr/>
              <p:nvPr/>
            </p:nvSpPr>
            <p:spPr>
              <a:xfrm>
                <a:off x="2062925" y="2593875"/>
                <a:ext cx="32525" cy="31300"/>
              </a:xfrm>
              <a:custGeom>
                <a:rect b="b" l="l" r="r" t="t"/>
                <a:pathLst>
                  <a:path extrusionOk="0" h="1252" w="1301">
                    <a:moveTo>
                      <a:pt x="600" y="1"/>
                    </a:moveTo>
                    <a:lnTo>
                      <a:pt x="200" y="401"/>
                    </a:lnTo>
                    <a:cubicBezTo>
                      <a:pt x="0" y="601"/>
                      <a:pt x="0" y="935"/>
                      <a:pt x="200" y="1102"/>
                    </a:cubicBezTo>
                    <a:cubicBezTo>
                      <a:pt x="300" y="1202"/>
                      <a:pt x="425" y="1252"/>
                      <a:pt x="550" y="1252"/>
                    </a:cubicBezTo>
                    <a:cubicBezTo>
                      <a:pt x="676" y="1252"/>
                      <a:pt x="801" y="1202"/>
                      <a:pt x="901" y="1102"/>
                    </a:cubicBezTo>
                    <a:lnTo>
                      <a:pt x="1301" y="701"/>
                    </a:lnTo>
                    <a:lnTo>
                      <a:pt x="60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20"/>
              <p:cNvSpPr/>
              <p:nvPr/>
            </p:nvSpPr>
            <p:spPr>
              <a:xfrm>
                <a:off x="2062925" y="2593875"/>
                <a:ext cx="32525" cy="32550"/>
              </a:xfrm>
              <a:custGeom>
                <a:rect b="b" l="l" r="r" t="t"/>
                <a:pathLst>
                  <a:path extrusionOk="0" fill="none" h="1302" w="1301">
                    <a:moveTo>
                      <a:pt x="200" y="1102"/>
                    </a:moveTo>
                    <a:lnTo>
                      <a:pt x="200" y="1102"/>
                    </a:lnTo>
                    <a:cubicBezTo>
                      <a:pt x="0" y="935"/>
                      <a:pt x="0" y="601"/>
                      <a:pt x="200" y="401"/>
                    </a:cubicBezTo>
                    <a:lnTo>
                      <a:pt x="600" y="1"/>
                    </a:lnTo>
                    <a:lnTo>
                      <a:pt x="1301" y="701"/>
                    </a:lnTo>
                    <a:lnTo>
                      <a:pt x="901" y="1102"/>
                    </a:lnTo>
                    <a:cubicBezTo>
                      <a:pt x="701" y="1302"/>
                      <a:pt x="400" y="1302"/>
                      <a:pt x="200" y="1102"/>
                    </a:cubicBezTo>
                    <a:close/>
                  </a:path>
                </a:pathLst>
              </a:custGeom>
              <a:noFill/>
              <a:ln cap="rnd" cmpd="sng" w="125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8" name="Google Shape;628;p20"/>
            <p:cNvSpPr/>
            <p:nvPr/>
          </p:nvSpPr>
          <p:spPr>
            <a:xfrm>
              <a:off x="1404600" y="1086550"/>
              <a:ext cx="913500" cy="351900"/>
            </a:xfrm>
            <a:prstGeom prst="roundRect">
              <a:avLst>
                <a:gd fmla="val 6874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6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29" name="Google Shape;629;p20"/>
            <p:cNvGrpSpPr/>
            <p:nvPr/>
          </p:nvGrpSpPr>
          <p:grpSpPr>
            <a:xfrm>
              <a:off x="1404600" y="1764575"/>
              <a:ext cx="1355077" cy="123900"/>
              <a:chOff x="1791050" y="2145575"/>
              <a:chExt cx="1355077" cy="123900"/>
            </a:xfrm>
          </p:grpSpPr>
          <p:sp>
            <p:nvSpPr>
              <p:cNvPr id="630" name="Google Shape;630;p20"/>
              <p:cNvSpPr/>
              <p:nvPr/>
            </p:nvSpPr>
            <p:spPr>
              <a:xfrm>
                <a:off x="1791050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0"/>
              <p:cNvSpPr/>
              <p:nvPr/>
            </p:nvSpPr>
            <p:spPr>
              <a:xfrm>
                <a:off x="1996246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20"/>
              <p:cNvSpPr/>
              <p:nvPr/>
            </p:nvSpPr>
            <p:spPr>
              <a:xfrm>
                <a:off x="2201443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0"/>
              <p:cNvSpPr/>
              <p:nvPr/>
            </p:nvSpPr>
            <p:spPr>
              <a:xfrm>
                <a:off x="2406639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0"/>
              <p:cNvSpPr/>
              <p:nvPr/>
            </p:nvSpPr>
            <p:spPr>
              <a:xfrm>
                <a:off x="2611835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0"/>
              <p:cNvSpPr/>
              <p:nvPr/>
            </p:nvSpPr>
            <p:spPr>
              <a:xfrm>
                <a:off x="2817031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20"/>
              <p:cNvSpPr/>
              <p:nvPr/>
            </p:nvSpPr>
            <p:spPr>
              <a:xfrm>
                <a:off x="3022227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0"/>
            <p:cNvGrpSpPr/>
            <p:nvPr/>
          </p:nvGrpSpPr>
          <p:grpSpPr>
            <a:xfrm>
              <a:off x="1404600" y="2408538"/>
              <a:ext cx="1355077" cy="123900"/>
              <a:chOff x="1791050" y="2145575"/>
              <a:chExt cx="1355077" cy="123900"/>
            </a:xfrm>
          </p:grpSpPr>
          <p:sp>
            <p:nvSpPr>
              <p:cNvPr id="638" name="Google Shape;638;p20"/>
              <p:cNvSpPr/>
              <p:nvPr/>
            </p:nvSpPr>
            <p:spPr>
              <a:xfrm>
                <a:off x="1791050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0"/>
              <p:cNvSpPr/>
              <p:nvPr/>
            </p:nvSpPr>
            <p:spPr>
              <a:xfrm>
                <a:off x="1996246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0"/>
              <p:cNvSpPr/>
              <p:nvPr/>
            </p:nvSpPr>
            <p:spPr>
              <a:xfrm>
                <a:off x="2201443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0"/>
              <p:cNvSpPr/>
              <p:nvPr/>
            </p:nvSpPr>
            <p:spPr>
              <a:xfrm>
                <a:off x="2406639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0"/>
              <p:cNvSpPr/>
              <p:nvPr/>
            </p:nvSpPr>
            <p:spPr>
              <a:xfrm>
                <a:off x="2611835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0"/>
              <p:cNvSpPr/>
              <p:nvPr/>
            </p:nvSpPr>
            <p:spPr>
              <a:xfrm>
                <a:off x="2817031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0"/>
              <p:cNvSpPr/>
              <p:nvPr/>
            </p:nvSpPr>
            <p:spPr>
              <a:xfrm>
                <a:off x="3022227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5" name="Google Shape;645;p20"/>
            <p:cNvGrpSpPr/>
            <p:nvPr/>
          </p:nvGrpSpPr>
          <p:grpSpPr>
            <a:xfrm>
              <a:off x="1404600" y="3053963"/>
              <a:ext cx="1355077" cy="123900"/>
              <a:chOff x="1791050" y="2145575"/>
              <a:chExt cx="1355077" cy="123900"/>
            </a:xfrm>
          </p:grpSpPr>
          <p:sp>
            <p:nvSpPr>
              <p:cNvPr id="646" name="Google Shape;646;p20"/>
              <p:cNvSpPr/>
              <p:nvPr/>
            </p:nvSpPr>
            <p:spPr>
              <a:xfrm>
                <a:off x="1791050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20"/>
              <p:cNvSpPr/>
              <p:nvPr/>
            </p:nvSpPr>
            <p:spPr>
              <a:xfrm>
                <a:off x="1996246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0"/>
              <p:cNvSpPr/>
              <p:nvPr/>
            </p:nvSpPr>
            <p:spPr>
              <a:xfrm>
                <a:off x="2201443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0"/>
              <p:cNvSpPr/>
              <p:nvPr/>
            </p:nvSpPr>
            <p:spPr>
              <a:xfrm>
                <a:off x="2406639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0"/>
              <p:cNvSpPr/>
              <p:nvPr/>
            </p:nvSpPr>
            <p:spPr>
              <a:xfrm>
                <a:off x="2611835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0"/>
              <p:cNvSpPr/>
              <p:nvPr/>
            </p:nvSpPr>
            <p:spPr>
              <a:xfrm>
                <a:off x="2817031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0"/>
              <p:cNvSpPr/>
              <p:nvPr/>
            </p:nvSpPr>
            <p:spPr>
              <a:xfrm>
                <a:off x="3022227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20"/>
            <p:cNvGrpSpPr/>
            <p:nvPr/>
          </p:nvGrpSpPr>
          <p:grpSpPr>
            <a:xfrm>
              <a:off x="1404600" y="3735563"/>
              <a:ext cx="1355077" cy="123900"/>
              <a:chOff x="1791050" y="2145575"/>
              <a:chExt cx="1355077" cy="123900"/>
            </a:xfrm>
          </p:grpSpPr>
          <p:sp>
            <p:nvSpPr>
              <p:cNvPr id="654" name="Google Shape;654;p20"/>
              <p:cNvSpPr/>
              <p:nvPr/>
            </p:nvSpPr>
            <p:spPr>
              <a:xfrm>
                <a:off x="1791050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0"/>
              <p:cNvSpPr/>
              <p:nvPr/>
            </p:nvSpPr>
            <p:spPr>
              <a:xfrm>
                <a:off x="1996246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0"/>
              <p:cNvSpPr/>
              <p:nvPr/>
            </p:nvSpPr>
            <p:spPr>
              <a:xfrm>
                <a:off x="2201443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0"/>
              <p:cNvSpPr/>
              <p:nvPr/>
            </p:nvSpPr>
            <p:spPr>
              <a:xfrm>
                <a:off x="2406639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0"/>
              <p:cNvSpPr/>
              <p:nvPr/>
            </p:nvSpPr>
            <p:spPr>
              <a:xfrm>
                <a:off x="2611835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0"/>
              <p:cNvSpPr/>
              <p:nvPr/>
            </p:nvSpPr>
            <p:spPr>
              <a:xfrm>
                <a:off x="2817031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3022227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1" name="Google Shape;661;p20"/>
            <p:cNvGrpSpPr/>
            <p:nvPr/>
          </p:nvGrpSpPr>
          <p:grpSpPr>
            <a:xfrm>
              <a:off x="1404600" y="4296913"/>
              <a:ext cx="1355077" cy="123900"/>
              <a:chOff x="1791050" y="2145575"/>
              <a:chExt cx="1355077" cy="123900"/>
            </a:xfrm>
          </p:grpSpPr>
          <p:sp>
            <p:nvSpPr>
              <p:cNvPr id="662" name="Google Shape;662;p20"/>
              <p:cNvSpPr/>
              <p:nvPr/>
            </p:nvSpPr>
            <p:spPr>
              <a:xfrm>
                <a:off x="1791050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>
                <a:off x="1996246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0"/>
              <p:cNvSpPr/>
              <p:nvPr/>
            </p:nvSpPr>
            <p:spPr>
              <a:xfrm>
                <a:off x="2201443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0"/>
              <p:cNvSpPr/>
              <p:nvPr/>
            </p:nvSpPr>
            <p:spPr>
              <a:xfrm>
                <a:off x="2406639" y="2145575"/>
                <a:ext cx="123900" cy="123900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0"/>
              <p:cNvSpPr/>
              <p:nvPr/>
            </p:nvSpPr>
            <p:spPr>
              <a:xfrm>
                <a:off x="2611835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>
                <a:off x="2817031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0"/>
              <p:cNvSpPr/>
              <p:nvPr/>
            </p:nvSpPr>
            <p:spPr>
              <a:xfrm>
                <a:off x="3022227" y="2145575"/>
                <a:ext cx="123900" cy="123900"/>
              </a:xfrm>
              <a:prstGeom prst="ellipse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9" name="Google Shape;669;p20"/>
          <p:cNvSpPr/>
          <p:nvPr/>
        </p:nvSpPr>
        <p:spPr>
          <a:xfrm>
            <a:off x="6113475" y="1263300"/>
            <a:ext cx="2335200" cy="3468300"/>
          </a:xfrm>
          <a:prstGeom prst="roundRect">
            <a:avLst>
              <a:gd fmla="val 6874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0"/>
          <p:cNvSpPr/>
          <p:nvPr/>
        </p:nvSpPr>
        <p:spPr>
          <a:xfrm>
            <a:off x="6733425" y="1086550"/>
            <a:ext cx="1095300" cy="351900"/>
          </a:xfrm>
          <a:prstGeom prst="roundRect">
            <a:avLst>
              <a:gd fmla="val 687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Languages</a:t>
            </a:r>
            <a:endParaRPr b="1" sz="16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71" name="Google Shape;671;p20"/>
          <p:cNvGrpSpPr/>
          <p:nvPr/>
        </p:nvGrpSpPr>
        <p:grpSpPr>
          <a:xfrm>
            <a:off x="6338175" y="3528550"/>
            <a:ext cx="1885800" cy="123900"/>
            <a:chOff x="8252700" y="2470500"/>
            <a:chExt cx="1885800" cy="123900"/>
          </a:xfrm>
        </p:grpSpPr>
        <p:sp>
          <p:nvSpPr>
            <p:cNvPr id="672" name="Google Shape;672;p20"/>
            <p:cNvSpPr/>
            <p:nvPr/>
          </p:nvSpPr>
          <p:spPr>
            <a:xfrm>
              <a:off x="8252700" y="2470500"/>
              <a:ext cx="1758000" cy="123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8252700" y="2470500"/>
              <a:ext cx="1885800" cy="123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0"/>
          <p:cNvGrpSpPr/>
          <p:nvPr/>
        </p:nvGrpSpPr>
        <p:grpSpPr>
          <a:xfrm>
            <a:off x="6338175" y="2807975"/>
            <a:ext cx="1885800" cy="123900"/>
            <a:chOff x="8252700" y="2129600"/>
            <a:chExt cx="1885800" cy="123900"/>
          </a:xfrm>
        </p:grpSpPr>
        <p:sp>
          <p:nvSpPr>
            <p:cNvPr id="675" name="Google Shape;675;p20"/>
            <p:cNvSpPr/>
            <p:nvPr/>
          </p:nvSpPr>
          <p:spPr>
            <a:xfrm>
              <a:off x="8252700" y="2129600"/>
              <a:ext cx="1310400" cy="123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8252700" y="2129600"/>
              <a:ext cx="1885800" cy="123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20"/>
          <p:cNvSpPr/>
          <p:nvPr/>
        </p:nvSpPr>
        <p:spPr>
          <a:xfrm>
            <a:off x="6338175" y="2087400"/>
            <a:ext cx="757800" cy="123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0"/>
          <p:cNvSpPr/>
          <p:nvPr/>
        </p:nvSpPr>
        <p:spPr>
          <a:xfrm>
            <a:off x="6338175" y="2087400"/>
            <a:ext cx="1885800" cy="123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9" name="Google Shape;679;p20"/>
          <p:cNvGrpSpPr/>
          <p:nvPr/>
        </p:nvGrpSpPr>
        <p:grpSpPr>
          <a:xfrm>
            <a:off x="6338175" y="4249125"/>
            <a:ext cx="1885800" cy="123900"/>
            <a:chOff x="8252700" y="3375475"/>
            <a:chExt cx="1885800" cy="123900"/>
          </a:xfrm>
        </p:grpSpPr>
        <p:sp>
          <p:nvSpPr>
            <p:cNvPr id="680" name="Google Shape;680;p20"/>
            <p:cNvSpPr/>
            <p:nvPr/>
          </p:nvSpPr>
          <p:spPr>
            <a:xfrm>
              <a:off x="8252700" y="3375475"/>
              <a:ext cx="1158000" cy="123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8252700" y="3375475"/>
              <a:ext cx="1885800" cy="1239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2" name="Google Shape;682;p20"/>
          <p:cNvSpPr txBox="1"/>
          <p:nvPr/>
        </p:nvSpPr>
        <p:spPr>
          <a:xfrm>
            <a:off x="6338175" y="1642325"/>
            <a:ext cx="1437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Spanish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3" name="Google Shape;683;p20"/>
          <p:cNvSpPr txBox="1"/>
          <p:nvPr/>
        </p:nvSpPr>
        <p:spPr>
          <a:xfrm>
            <a:off x="6338175" y="2349150"/>
            <a:ext cx="1437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French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4" name="Google Shape;684;p20"/>
          <p:cNvSpPr txBox="1"/>
          <p:nvPr/>
        </p:nvSpPr>
        <p:spPr>
          <a:xfrm>
            <a:off x="6338175" y="3083350"/>
            <a:ext cx="1437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English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5" name="Google Shape;685;p20"/>
          <p:cNvSpPr txBox="1"/>
          <p:nvPr/>
        </p:nvSpPr>
        <p:spPr>
          <a:xfrm>
            <a:off x="6338175" y="3817550"/>
            <a:ext cx="1437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German</a:t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86" name="Google Shape;686;p20"/>
          <p:cNvSpPr/>
          <p:nvPr/>
        </p:nvSpPr>
        <p:spPr>
          <a:xfrm>
            <a:off x="4023563" y="1086550"/>
            <a:ext cx="1095300" cy="351900"/>
          </a:xfrm>
          <a:prstGeom prst="roundRect">
            <a:avLst>
              <a:gd fmla="val 6874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John Doe</a:t>
            </a:r>
            <a:endParaRPr b="1" sz="16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1" name="Google Shape;691;p21"/>
          <p:cNvCxnSpPr>
            <a:stCxn id="692" idx="3"/>
          </p:cNvCxnSpPr>
          <p:nvPr/>
        </p:nvCxnSpPr>
        <p:spPr>
          <a:xfrm>
            <a:off x="600000" y="2619375"/>
            <a:ext cx="8039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3" name="Google Shape;693;p21"/>
          <p:cNvGrpSpPr/>
          <p:nvPr/>
        </p:nvGrpSpPr>
        <p:grpSpPr>
          <a:xfrm>
            <a:off x="3303023" y="1746964"/>
            <a:ext cx="364553" cy="996086"/>
            <a:chOff x="3545127" y="1746964"/>
            <a:chExt cx="364553" cy="996086"/>
          </a:xfrm>
        </p:grpSpPr>
        <p:sp>
          <p:nvSpPr>
            <p:cNvPr id="694" name="Google Shape;694;p21"/>
            <p:cNvSpPr/>
            <p:nvPr/>
          </p:nvSpPr>
          <p:spPr>
            <a:xfrm>
              <a:off x="3603654" y="2495550"/>
              <a:ext cx="247500" cy="247500"/>
            </a:xfrm>
            <a:prstGeom prst="diamond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95" name="Google Shape;695;p21"/>
            <p:cNvCxnSpPr/>
            <p:nvPr/>
          </p:nvCxnSpPr>
          <p:spPr>
            <a:xfrm rot="10800000">
              <a:off x="3727404" y="2248050"/>
              <a:ext cx="0" cy="24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96" name="Google Shape;696;p21"/>
            <p:cNvGrpSpPr/>
            <p:nvPr/>
          </p:nvGrpSpPr>
          <p:grpSpPr>
            <a:xfrm>
              <a:off x="3545127" y="1746964"/>
              <a:ext cx="364553" cy="363068"/>
              <a:chOff x="-42062025" y="2316000"/>
              <a:chExt cx="319000" cy="317700"/>
            </a:xfrm>
          </p:grpSpPr>
          <p:sp>
            <p:nvSpPr>
              <p:cNvPr id="697" name="Google Shape;697;p21"/>
              <p:cNvSpPr/>
              <p:nvPr/>
            </p:nvSpPr>
            <p:spPr>
              <a:xfrm>
                <a:off x="-41965150" y="2477075"/>
                <a:ext cx="124475" cy="112675"/>
              </a:xfrm>
              <a:custGeom>
                <a:rect b="b" l="l" r="r" t="t"/>
                <a:pathLst>
                  <a:path extrusionOk="0" h="4507" w="4979">
                    <a:moveTo>
                      <a:pt x="2521" y="1371"/>
                    </a:moveTo>
                    <a:lnTo>
                      <a:pt x="2773" y="1812"/>
                    </a:lnTo>
                    <a:cubicBezTo>
                      <a:pt x="2836" y="1938"/>
                      <a:pt x="2931" y="2001"/>
                      <a:pt x="3088" y="2064"/>
                    </a:cubicBezTo>
                    <a:lnTo>
                      <a:pt x="3592" y="2127"/>
                    </a:lnTo>
                    <a:lnTo>
                      <a:pt x="3151" y="2473"/>
                    </a:lnTo>
                    <a:cubicBezTo>
                      <a:pt x="3088" y="2568"/>
                      <a:pt x="2994" y="2725"/>
                      <a:pt x="3057" y="2851"/>
                    </a:cubicBezTo>
                    <a:lnTo>
                      <a:pt x="3120" y="3355"/>
                    </a:lnTo>
                    <a:lnTo>
                      <a:pt x="2679" y="3103"/>
                    </a:lnTo>
                    <a:cubicBezTo>
                      <a:pt x="2631" y="3072"/>
                      <a:pt x="2568" y="3056"/>
                      <a:pt x="2501" y="3056"/>
                    </a:cubicBezTo>
                    <a:cubicBezTo>
                      <a:pt x="2434" y="3056"/>
                      <a:pt x="2364" y="3072"/>
                      <a:pt x="2301" y="3103"/>
                    </a:cubicBezTo>
                    <a:lnTo>
                      <a:pt x="1860" y="3355"/>
                    </a:lnTo>
                    <a:lnTo>
                      <a:pt x="1954" y="2851"/>
                    </a:lnTo>
                    <a:cubicBezTo>
                      <a:pt x="1986" y="2725"/>
                      <a:pt x="1891" y="2568"/>
                      <a:pt x="1828" y="2473"/>
                    </a:cubicBezTo>
                    <a:lnTo>
                      <a:pt x="1481" y="2127"/>
                    </a:lnTo>
                    <a:lnTo>
                      <a:pt x="1986" y="2064"/>
                    </a:lnTo>
                    <a:cubicBezTo>
                      <a:pt x="2112" y="2064"/>
                      <a:pt x="2206" y="1938"/>
                      <a:pt x="2301" y="1812"/>
                    </a:cubicBezTo>
                    <a:lnTo>
                      <a:pt x="2521" y="1371"/>
                    </a:lnTo>
                    <a:close/>
                    <a:moveTo>
                      <a:pt x="2474" y="0"/>
                    </a:moveTo>
                    <a:cubicBezTo>
                      <a:pt x="2332" y="0"/>
                      <a:pt x="2190" y="79"/>
                      <a:pt x="2112" y="236"/>
                    </a:cubicBezTo>
                    <a:lnTo>
                      <a:pt x="1576" y="1276"/>
                    </a:lnTo>
                    <a:lnTo>
                      <a:pt x="473" y="1434"/>
                    </a:lnTo>
                    <a:cubicBezTo>
                      <a:pt x="127" y="1465"/>
                      <a:pt x="1" y="1906"/>
                      <a:pt x="253" y="2127"/>
                    </a:cubicBezTo>
                    <a:lnTo>
                      <a:pt x="1040" y="2914"/>
                    </a:lnTo>
                    <a:lnTo>
                      <a:pt x="851" y="4017"/>
                    </a:lnTo>
                    <a:cubicBezTo>
                      <a:pt x="802" y="4291"/>
                      <a:pt x="1028" y="4506"/>
                      <a:pt x="1249" y="4506"/>
                    </a:cubicBezTo>
                    <a:cubicBezTo>
                      <a:pt x="1308" y="4506"/>
                      <a:pt x="1366" y="4491"/>
                      <a:pt x="1418" y="4458"/>
                    </a:cubicBezTo>
                    <a:lnTo>
                      <a:pt x="2427" y="3954"/>
                    </a:lnTo>
                    <a:lnTo>
                      <a:pt x="3403" y="4458"/>
                    </a:lnTo>
                    <a:cubicBezTo>
                      <a:pt x="3465" y="4489"/>
                      <a:pt x="3528" y="4503"/>
                      <a:pt x="3589" y="4503"/>
                    </a:cubicBezTo>
                    <a:cubicBezTo>
                      <a:pt x="3839" y="4503"/>
                      <a:pt x="4052" y="4270"/>
                      <a:pt x="4002" y="4017"/>
                    </a:cubicBezTo>
                    <a:lnTo>
                      <a:pt x="3781" y="2914"/>
                    </a:lnTo>
                    <a:lnTo>
                      <a:pt x="4569" y="2127"/>
                    </a:lnTo>
                    <a:cubicBezTo>
                      <a:pt x="4978" y="1906"/>
                      <a:pt x="4821" y="1465"/>
                      <a:pt x="4474" y="1434"/>
                    </a:cubicBezTo>
                    <a:lnTo>
                      <a:pt x="3372" y="1276"/>
                    </a:lnTo>
                    <a:lnTo>
                      <a:pt x="2836" y="236"/>
                    </a:lnTo>
                    <a:cubicBezTo>
                      <a:pt x="2757" y="79"/>
                      <a:pt x="2616" y="0"/>
                      <a:pt x="24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1"/>
              <p:cNvSpPr/>
              <p:nvPr/>
            </p:nvSpPr>
            <p:spPr>
              <a:xfrm>
                <a:off x="-42062025" y="2316000"/>
                <a:ext cx="319000" cy="317700"/>
              </a:xfrm>
              <a:custGeom>
                <a:rect b="b" l="l" r="r" t="t"/>
                <a:pathLst>
                  <a:path extrusionOk="0" h="12708" w="12760">
                    <a:moveTo>
                      <a:pt x="9610" y="851"/>
                    </a:moveTo>
                    <a:lnTo>
                      <a:pt x="8129" y="2615"/>
                    </a:lnTo>
                    <a:cubicBezTo>
                      <a:pt x="8097" y="2584"/>
                      <a:pt x="8034" y="2584"/>
                      <a:pt x="7940" y="2584"/>
                    </a:cubicBezTo>
                    <a:lnTo>
                      <a:pt x="4821" y="2584"/>
                    </a:lnTo>
                    <a:cubicBezTo>
                      <a:pt x="4758" y="2584"/>
                      <a:pt x="4726" y="2584"/>
                      <a:pt x="4632" y="2615"/>
                    </a:cubicBezTo>
                    <a:lnTo>
                      <a:pt x="3183" y="851"/>
                    </a:lnTo>
                    <a:close/>
                    <a:moveTo>
                      <a:pt x="7530" y="3371"/>
                    </a:moveTo>
                    <a:lnTo>
                      <a:pt x="6396" y="4726"/>
                    </a:lnTo>
                    <a:lnTo>
                      <a:pt x="5293" y="3371"/>
                    </a:lnTo>
                    <a:close/>
                    <a:moveTo>
                      <a:pt x="10555" y="1009"/>
                    </a:moveTo>
                    <a:lnTo>
                      <a:pt x="11783" y="2237"/>
                    </a:lnTo>
                    <a:lnTo>
                      <a:pt x="8759" y="5923"/>
                    </a:lnTo>
                    <a:cubicBezTo>
                      <a:pt x="8255" y="5545"/>
                      <a:pt x="7719" y="5262"/>
                      <a:pt x="7121" y="5136"/>
                    </a:cubicBezTo>
                    <a:lnTo>
                      <a:pt x="10555" y="1009"/>
                    </a:lnTo>
                    <a:close/>
                    <a:moveTo>
                      <a:pt x="2269" y="1040"/>
                    </a:moveTo>
                    <a:lnTo>
                      <a:pt x="5703" y="5199"/>
                    </a:lnTo>
                    <a:cubicBezTo>
                      <a:pt x="5104" y="5293"/>
                      <a:pt x="4506" y="5545"/>
                      <a:pt x="4033" y="5986"/>
                    </a:cubicBezTo>
                    <a:cubicBezTo>
                      <a:pt x="3214" y="4947"/>
                      <a:pt x="1040" y="2269"/>
                      <a:pt x="1040" y="2269"/>
                    </a:cubicBezTo>
                    <a:lnTo>
                      <a:pt x="2269" y="1040"/>
                    </a:lnTo>
                    <a:close/>
                    <a:moveTo>
                      <a:pt x="6349" y="5978"/>
                    </a:moveTo>
                    <a:cubicBezTo>
                      <a:pt x="7097" y="5978"/>
                      <a:pt x="7845" y="6254"/>
                      <a:pt x="8412" y="6805"/>
                    </a:cubicBezTo>
                    <a:lnTo>
                      <a:pt x="8538" y="6932"/>
                    </a:lnTo>
                    <a:cubicBezTo>
                      <a:pt x="8633" y="7026"/>
                      <a:pt x="8727" y="7152"/>
                      <a:pt x="8822" y="7278"/>
                    </a:cubicBezTo>
                    <a:cubicBezTo>
                      <a:pt x="9452" y="8097"/>
                      <a:pt x="9484" y="9168"/>
                      <a:pt x="9137" y="10082"/>
                    </a:cubicBezTo>
                    <a:cubicBezTo>
                      <a:pt x="8662" y="11199"/>
                      <a:pt x="7524" y="11885"/>
                      <a:pt x="6358" y="11885"/>
                    </a:cubicBezTo>
                    <a:cubicBezTo>
                      <a:pt x="5978" y="11885"/>
                      <a:pt x="5595" y="11812"/>
                      <a:pt x="5230" y="11657"/>
                    </a:cubicBezTo>
                    <a:cubicBezTo>
                      <a:pt x="3340" y="10870"/>
                      <a:pt x="2805" y="8412"/>
                      <a:pt x="4159" y="6932"/>
                    </a:cubicBezTo>
                    <a:lnTo>
                      <a:pt x="4285" y="6805"/>
                    </a:lnTo>
                    <a:cubicBezTo>
                      <a:pt x="4852" y="6254"/>
                      <a:pt x="5601" y="5978"/>
                      <a:pt x="6349" y="5978"/>
                    </a:cubicBezTo>
                    <a:close/>
                    <a:moveTo>
                      <a:pt x="2269" y="0"/>
                    </a:moveTo>
                    <a:cubicBezTo>
                      <a:pt x="2143" y="0"/>
                      <a:pt x="2048" y="32"/>
                      <a:pt x="1954" y="95"/>
                    </a:cubicBezTo>
                    <a:lnTo>
                      <a:pt x="158" y="1922"/>
                    </a:lnTo>
                    <a:cubicBezTo>
                      <a:pt x="1" y="2080"/>
                      <a:pt x="1" y="2300"/>
                      <a:pt x="95" y="2458"/>
                    </a:cubicBezTo>
                    <a:lnTo>
                      <a:pt x="3372" y="6522"/>
                    </a:lnTo>
                    <a:cubicBezTo>
                      <a:pt x="1985" y="8255"/>
                      <a:pt x="2395" y="10807"/>
                      <a:pt x="4254" y="12035"/>
                    </a:cubicBezTo>
                    <a:cubicBezTo>
                      <a:pt x="4911" y="12489"/>
                      <a:pt x="5659" y="12708"/>
                      <a:pt x="6397" y="12708"/>
                    </a:cubicBezTo>
                    <a:cubicBezTo>
                      <a:pt x="7606" y="12708"/>
                      <a:pt x="8791" y="12122"/>
                      <a:pt x="9515" y="11027"/>
                    </a:cubicBezTo>
                    <a:cubicBezTo>
                      <a:pt x="10429" y="9641"/>
                      <a:pt x="10397" y="7814"/>
                      <a:pt x="9326" y="6522"/>
                    </a:cubicBezTo>
                    <a:lnTo>
                      <a:pt x="12634" y="2458"/>
                    </a:lnTo>
                    <a:cubicBezTo>
                      <a:pt x="12760" y="2300"/>
                      <a:pt x="12760" y="2080"/>
                      <a:pt x="12603" y="1922"/>
                    </a:cubicBezTo>
                    <a:lnTo>
                      <a:pt x="10775" y="95"/>
                    </a:lnTo>
                    <a:cubicBezTo>
                      <a:pt x="10712" y="32"/>
                      <a:pt x="10555" y="0"/>
                      <a:pt x="10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21"/>
          <p:cNvGrpSpPr/>
          <p:nvPr/>
        </p:nvGrpSpPr>
        <p:grpSpPr>
          <a:xfrm>
            <a:off x="7658938" y="1744085"/>
            <a:ext cx="346311" cy="998965"/>
            <a:chOff x="6799138" y="1744085"/>
            <a:chExt cx="346311" cy="998965"/>
          </a:xfrm>
        </p:grpSpPr>
        <p:sp>
          <p:nvSpPr>
            <p:cNvPr id="700" name="Google Shape;700;p21"/>
            <p:cNvSpPr/>
            <p:nvPr/>
          </p:nvSpPr>
          <p:spPr>
            <a:xfrm>
              <a:off x="6848544" y="2495550"/>
              <a:ext cx="247500" cy="247500"/>
            </a:xfrm>
            <a:prstGeom prst="diamond">
              <a:avLst/>
            </a:prstGeom>
            <a:solidFill>
              <a:schemeClr val="accent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01" name="Google Shape;701;p21"/>
            <p:cNvCxnSpPr/>
            <p:nvPr/>
          </p:nvCxnSpPr>
          <p:spPr>
            <a:xfrm rot="10800000">
              <a:off x="6972294" y="2248050"/>
              <a:ext cx="0" cy="24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2" name="Google Shape;702;p21"/>
            <p:cNvGrpSpPr/>
            <p:nvPr/>
          </p:nvGrpSpPr>
          <p:grpSpPr>
            <a:xfrm>
              <a:off x="6799138" y="1744085"/>
              <a:ext cx="346311" cy="368825"/>
              <a:chOff x="5421475" y="1945825"/>
              <a:chExt cx="278050" cy="296150"/>
            </a:xfrm>
          </p:grpSpPr>
          <p:sp>
            <p:nvSpPr>
              <p:cNvPr id="703" name="Google Shape;703;p21"/>
              <p:cNvSpPr/>
              <p:nvPr/>
            </p:nvSpPr>
            <p:spPr>
              <a:xfrm>
                <a:off x="5472650" y="1999375"/>
                <a:ext cx="172525" cy="242600"/>
              </a:xfrm>
              <a:custGeom>
                <a:rect b="b" l="l" r="r" t="t"/>
                <a:pathLst>
                  <a:path extrusionOk="0" h="9704" w="6901">
                    <a:moveTo>
                      <a:pt x="1765" y="1355"/>
                    </a:moveTo>
                    <a:cubicBezTo>
                      <a:pt x="1986" y="1355"/>
                      <a:pt x="2143" y="1513"/>
                      <a:pt x="2143" y="1702"/>
                    </a:cubicBezTo>
                    <a:lnTo>
                      <a:pt x="2143" y="2048"/>
                    </a:lnTo>
                    <a:lnTo>
                      <a:pt x="1765" y="2048"/>
                    </a:lnTo>
                    <a:cubicBezTo>
                      <a:pt x="1671" y="2048"/>
                      <a:pt x="1545" y="2048"/>
                      <a:pt x="1419" y="2111"/>
                    </a:cubicBezTo>
                    <a:lnTo>
                      <a:pt x="1419" y="1702"/>
                    </a:lnTo>
                    <a:cubicBezTo>
                      <a:pt x="1419" y="1513"/>
                      <a:pt x="1576" y="1355"/>
                      <a:pt x="1765" y="1355"/>
                    </a:cubicBezTo>
                    <a:close/>
                    <a:moveTo>
                      <a:pt x="3151" y="631"/>
                    </a:moveTo>
                    <a:cubicBezTo>
                      <a:pt x="3341" y="631"/>
                      <a:pt x="3498" y="788"/>
                      <a:pt x="3498" y="1009"/>
                    </a:cubicBezTo>
                    <a:lnTo>
                      <a:pt x="3498" y="2111"/>
                    </a:lnTo>
                    <a:cubicBezTo>
                      <a:pt x="3404" y="2048"/>
                      <a:pt x="3277" y="2017"/>
                      <a:pt x="3151" y="2017"/>
                    </a:cubicBezTo>
                    <a:lnTo>
                      <a:pt x="2805" y="2017"/>
                    </a:lnTo>
                    <a:lnTo>
                      <a:pt x="2805" y="1009"/>
                    </a:lnTo>
                    <a:cubicBezTo>
                      <a:pt x="2805" y="788"/>
                      <a:pt x="2962" y="631"/>
                      <a:pt x="3151" y="631"/>
                    </a:cubicBezTo>
                    <a:close/>
                    <a:moveTo>
                      <a:pt x="4538" y="1355"/>
                    </a:moveTo>
                    <a:cubicBezTo>
                      <a:pt x="4727" y="1355"/>
                      <a:pt x="4884" y="1513"/>
                      <a:pt x="4884" y="1702"/>
                    </a:cubicBezTo>
                    <a:lnTo>
                      <a:pt x="4884" y="3088"/>
                    </a:lnTo>
                    <a:cubicBezTo>
                      <a:pt x="4884" y="3277"/>
                      <a:pt x="4727" y="3435"/>
                      <a:pt x="4538" y="3435"/>
                    </a:cubicBezTo>
                    <a:cubicBezTo>
                      <a:pt x="4349" y="3435"/>
                      <a:pt x="4191" y="3277"/>
                      <a:pt x="4191" y="3088"/>
                    </a:cubicBezTo>
                    <a:lnTo>
                      <a:pt x="4191" y="1702"/>
                    </a:lnTo>
                    <a:cubicBezTo>
                      <a:pt x="4191" y="1513"/>
                      <a:pt x="4349" y="1355"/>
                      <a:pt x="4538" y="1355"/>
                    </a:cubicBezTo>
                    <a:close/>
                    <a:moveTo>
                      <a:pt x="5924" y="2017"/>
                    </a:moveTo>
                    <a:cubicBezTo>
                      <a:pt x="6113" y="2017"/>
                      <a:pt x="6270" y="2174"/>
                      <a:pt x="6270" y="2363"/>
                    </a:cubicBezTo>
                    <a:lnTo>
                      <a:pt x="6270" y="3088"/>
                    </a:lnTo>
                    <a:cubicBezTo>
                      <a:pt x="6270" y="3277"/>
                      <a:pt x="6113" y="3435"/>
                      <a:pt x="5924" y="3435"/>
                    </a:cubicBezTo>
                    <a:cubicBezTo>
                      <a:pt x="5703" y="3435"/>
                      <a:pt x="5546" y="3277"/>
                      <a:pt x="5546" y="3088"/>
                    </a:cubicBezTo>
                    <a:lnTo>
                      <a:pt x="5546" y="2363"/>
                    </a:lnTo>
                    <a:cubicBezTo>
                      <a:pt x="5546" y="2174"/>
                      <a:pt x="5703" y="2017"/>
                      <a:pt x="5924" y="2017"/>
                    </a:cubicBezTo>
                    <a:close/>
                    <a:moveTo>
                      <a:pt x="3120" y="2741"/>
                    </a:moveTo>
                    <a:cubicBezTo>
                      <a:pt x="3309" y="2741"/>
                      <a:pt x="3467" y="2899"/>
                      <a:pt x="3467" y="3088"/>
                    </a:cubicBezTo>
                    <a:cubicBezTo>
                      <a:pt x="3467" y="3277"/>
                      <a:pt x="3309" y="3435"/>
                      <a:pt x="3120" y="3435"/>
                    </a:cubicBezTo>
                    <a:lnTo>
                      <a:pt x="1734" y="3435"/>
                    </a:lnTo>
                    <a:cubicBezTo>
                      <a:pt x="1545" y="3435"/>
                      <a:pt x="1387" y="3592"/>
                      <a:pt x="1387" y="3781"/>
                    </a:cubicBezTo>
                    <a:cubicBezTo>
                      <a:pt x="1387" y="4002"/>
                      <a:pt x="1545" y="4159"/>
                      <a:pt x="1734" y="4159"/>
                    </a:cubicBezTo>
                    <a:cubicBezTo>
                      <a:pt x="2679" y="4159"/>
                      <a:pt x="3467" y="4947"/>
                      <a:pt x="3467" y="5892"/>
                    </a:cubicBezTo>
                    <a:cubicBezTo>
                      <a:pt x="3467" y="6081"/>
                      <a:pt x="3624" y="6238"/>
                      <a:pt x="3845" y="6238"/>
                    </a:cubicBezTo>
                    <a:cubicBezTo>
                      <a:pt x="4034" y="6238"/>
                      <a:pt x="4191" y="6081"/>
                      <a:pt x="4191" y="5892"/>
                    </a:cubicBezTo>
                    <a:cubicBezTo>
                      <a:pt x="4191" y="5167"/>
                      <a:pt x="3876" y="4537"/>
                      <a:pt x="3435" y="4096"/>
                    </a:cubicBezTo>
                    <a:cubicBezTo>
                      <a:pt x="3593" y="4065"/>
                      <a:pt x="3750" y="4002"/>
                      <a:pt x="3876" y="3876"/>
                    </a:cubicBezTo>
                    <a:cubicBezTo>
                      <a:pt x="4065" y="4033"/>
                      <a:pt x="4317" y="4159"/>
                      <a:pt x="4569" y="4159"/>
                    </a:cubicBezTo>
                    <a:cubicBezTo>
                      <a:pt x="4853" y="4159"/>
                      <a:pt x="5073" y="4033"/>
                      <a:pt x="5294" y="3876"/>
                    </a:cubicBezTo>
                    <a:cubicBezTo>
                      <a:pt x="5483" y="4033"/>
                      <a:pt x="5703" y="4159"/>
                      <a:pt x="5987" y="4159"/>
                    </a:cubicBezTo>
                    <a:cubicBezTo>
                      <a:pt x="6113" y="4159"/>
                      <a:pt x="6239" y="4096"/>
                      <a:pt x="6333" y="4065"/>
                    </a:cubicBezTo>
                    <a:lnTo>
                      <a:pt x="6333" y="5167"/>
                    </a:lnTo>
                    <a:cubicBezTo>
                      <a:pt x="6333" y="5923"/>
                      <a:pt x="5861" y="6554"/>
                      <a:pt x="5199" y="6774"/>
                    </a:cubicBezTo>
                    <a:cubicBezTo>
                      <a:pt x="5042" y="6837"/>
                      <a:pt x="4979" y="6995"/>
                      <a:pt x="4979" y="7089"/>
                    </a:cubicBezTo>
                    <a:lnTo>
                      <a:pt x="4979" y="7562"/>
                    </a:lnTo>
                    <a:lnTo>
                      <a:pt x="2206" y="7562"/>
                    </a:lnTo>
                    <a:lnTo>
                      <a:pt x="2206" y="7089"/>
                    </a:lnTo>
                    <a:cubicBezTo>
                      <a:pt x="2206" y="6932"/>
                      <a:pt x="2143" y="6837"/>
                      <a:pt x="1986" y="6774"/>
                    </a:cubicBezTo>
                    <a:cubicBezTo>
                      <a:pt x="1261" y="6554"/>
                      <a:pt x="820" y="5892"/>
                      <a:pt x="820" y="5167"/>
                    </a:cubicBezTo>
                    <a:lnTo>
                      <a:pt x="820" y="3750"/>
                    </a:lnTo>
                    <a:lnTo>
                      <a:pt x="726" y="3750"/>
                    </a:lnTo>
                    <a:cubicBezTo>
                      <a:pt x="726" y="3151"/>
                      <a:pt x="1198" y="2741"/>
                      <a:pt x="1734" y="2741"/>
                    </a:cubicBezTo>
                    <a:close/>
                    <a:moveTo>
                      <a:pt x="5199" y="8286"/>
                    </a:moveTo>
                    <a:cubicBezTo>
                      <a:pt x="5388" y="8286"/>
                      <a:pt x="5546" y="8444"/>
                      <a:pt x="5546" y="8633"/>
                    </a:cubicBezTo>
                    <a:lnTo>
                      <a:pt x="5546" y="8979"/>
                    </a:lnTo>
                    <a:lnTo>
                      <a:pt x="1387" y="8979"/>
                    </a:lnTo>
                    <a:lnTo>
                      <a:pt x="1387" y="8633"/>
                    </a:lnTo>
                    <a:cubicBezTo>
                      <a:pt x="1387" y="8444"/>
                      <a:pt x="1545" y="8286"/>
                      <a:pt x="1734" y="8286"/>
                    </a:cubicBezTo>
                    <a:close/>
                    <a:moveTo>
                      <a:pt x="3120" y="1"/>
                    </a:moveTo>
                    <a:cubicBezTo>
                      <a:pt x="2647" y="1"/>
                      <a:pt x="2269" y="316"/>
                      <a:pt x="2143" y="757"/>
                    </a:cubicBezTo>
                    <a:cubicBezTo>
                      <a:pt x="2017" y="725"/>
                      <a:pt x="1891" y="694"/>
                      <a:pt x="1734" y="694"/>
                    </a:cubicBezTo>
                    <a:cubicBezTo>
                      <a:pt x="1167" y="694"/>
                      <a:pt x="726" y="1166"/>
                      <a:pt x="726" y="1702"/>
                    </a:cubicBezTo>
                    <a:lnTo>
                      <a:pt x="726" y="2426"/>
                    </a:lnTo>
                    <a:cubicBezTo>
                      <a:pt x="285" y="2678"/>
                      <a:pt x="1" y="3214"/>
                      <a:pt x="1" y="3750"/>
                    </a:cubicBezTo>
                    <a:lnTo>
                      <a:pt x="1" y="5136"/>
                    </a:lnTo>
                    <a:cubicBezTo>
                      <a:pt x="1" y="6081"/>
                      <a:pt x="568" y="6932"/>
                      <a:pt x="1387" y="7341"/>
                    </a:cubicBezTo>
                    <a:lnTo>
                      <a:pt x="1387" y="7656"/>
                    </a:lnTo>
                    <a:cubicBezTo>
                      <a:pt x="1009" y="7814"/>
                      <a:pt x="694" y="8160"/>
                      <a:pt x="694" y="8633"/>
                    </a:cubicBezTo>
                    <a:lnTo>
                      <a:pt x="694" y="9357"/>
                    </a:lnTo>
                    <a:cubicBezTo>
                      <a:pt x="694" y="9546"/>
                      <a:pt x="852" y="9704"/>
                      <a:pt x="1041" y="9704"/>
                    </a:cubicBezTo>
                    <a:lnTo>
                      <a:pt x="5892" y="9704"/>
                    </a:lnTo>
                    <a:cubicBezTo>
                      <a:pt x="6081" y="9704"/>
                      <a:pt x="6239" y="9546"/>
                      <a:pt x="6239" y="9357"/>
                    </a:cubicBezTo>
                    <a:lnTo>
                      <a:pt x="6239" y="8633"/>
                    </a:lnTo>
                    <a:cubicBezTo>
                      <a:pt x="6239" y="8192"/>
                      <a:pt x="5955" y="7814"/>
                      <a:pt x="5514" y="7656"/>
                    </a:cubicBezTo>
                    <a:lnTo>
                      <a:pt x="5514" y="7341"/>
                    </a:lnTo>
                    <a:cubicBezTo>
                      <a:pt x="6365" y="6932"/>
                      <a:pt x="6901" y="6081"/>
                      <a:pt x="6901" y="5136"/>
                    </a:cubicBezTo>
                    <a:lnTo>
                      <a:pt x="6901" y="2363"/>
                    </a:lnTo>
                    <a:cubicBezTo>
                      <a:pt x="6901" y="1796"/>
                      <a:pt x="6428" y="1355"/>
                      <a:pt x="5892" y="1355"/>
                    </a:cubicBezTo>
                    <a:cubicBezTo>
                      <a:pt x="5766" y="1355"/>
                      <a:pt x="5609" y="1387"/>
                      <a:pt x="5483" y="1418"/>
                    </a:cubicBezTo>
                    <a:cubicBezTo>
                      <a:pt x="5357" y="1009"/>
                      <a:pt x="4979" y="694"/>
                      <a:pt x="4506" y="694"/>
                    </a:cubicBezTo>
                    <a:cubicBezTo>
                      <a:pt x="4380" y="694"/>
                      <a:pt x="4223" y="725"/>
                      <a:pt x="4097" y="757"/>
                    </a:cubicBezTo>
                    <a:cubicBezTo>
                      <a:pt x="4002" y="316"/>
                      <a:pt x="3593" y="1"/>
                      <a:pt x="3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1"/>
              <p:cNvSpPr/>
              <p:nvPr/>
            </p:nvSpPr>
            <p:spPr>
              <a:xfrm>
                <a:off x="5559300" y="1945825"/>
                <a:ext cx="18150" cy="44125"/>
              </a:xfrm>
              <a:custGeom>
                <a:rect b="b" l="l" r="r" t="t"/>
                <a:pathLst>
                  <a:path extrusionOk="0" h="1765" w="726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lnTo>
                      <a:pt x="1" y="1418"/>
                    </a:lnTo>
                    <a:cubicBezTo>
                      <a:pt x="1" y="1607"/>
                      <a:pt x="158" y="1764"/>
                      <a:pt x="379" y="1764"/>
                    </a:cubicBezTo>
                    <a:cubicBezTo>
                      <a:pt x="568" y="1764"/>
                      <a:pt x="725" y="1607"/>
                      <a:pt x="725" y="1418"/>
                    </a:cubicBezTo>
                    <a:lnTo>
                      <a:pt x="725" y="347"/>
                    </a:lnTo>
                    <a:cubicBezTo>
                      <a:pt x="725" y="158"/>
                      <a:pt x="568" y="0"/>
                      <a:pt x="37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1"/>
              <p:cNvSpPr/>
              <p:nvPr/>
            </p:nvSpPr>
            <p:spPr>
              <a:xfrm>
                <a:off x="5611275" y="1963925"/>
                <a:ext cx="35475" cy="34500"/>
              </a:xfrm>
              <a:custGeom>
                <a:rect b="b" l="l" r="r" t="t"/>
                <a:pathLst>
                  <a:path extrusionOk="0" h="1380" w="1419">
                    <a:moveTo>
                      <a:pt x="1076" y="1"/>
                    </a:moveTo>
                    <a:cubicBezTo>
                      <a:pt x="985" y="1"/>
                      <a:pt x="899" y="32"/>
                      <a:pt x="851" y="95"/>
                    </a:cubicBezTo>
                    <a:lnTo>
                      <a:pt x="127" y="788"/>
                    </a:lnTo>
                    <a:cubicBezTo>
                      <a:pt x="1" y="914"/>
                      <a:pt x="1" y="1166"/>
                      <a:pt x="127" y="1261"/>
                    </a:cubicBezTo>
                    <a:cubicBezTo>
                      <a:pt x="190" y="1340"/>
                      <a:pt x="284" y="1379"/>
                      <a:pt x="375" y="1379"/>
                    </a:cubicBezTo>
                    <a:cubicBezTo>
                      <a:pt x="466" y="1379"/>
                      <a:pt x="552" y="1340"/>
                      <a:pt x="599" y="1261"/>
                    </a:cubicBezTo>
                    <a:lnTo>
                      <a:pt x="1324" y="568"/>
                    </a:lnTo>
                    <a:cubicBezTo>
                      <a:pt x="1419" y="442"/>
                      <a:pt x="1419" y="221"/>
                      <a:pt x="1324" y="95"/>
                    </a:cubicBezTo>
                    <a:cubicBezTo>
                      <a:pt x="1261" y="32"/>
                      <a:pt x="1167" y="1"/>
                      <a:pt x="10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21"/>
              <p:cNvSpPr/>
              <p:nvPr/>
            </p:nvSpPr>
            <p:spPr>
              <a:xfrm>
                <a:off x="5664050" y="2067900"/>
                <a:ext cx="35475" cy="17350"/>
              </a:xfrm>
              <a:custGeom>
                <a:rect b="b" l="l" r="r" t="t"/>
                <a:pathLst>
                  <a:path extrusionOk="0" h="694" w="1419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lnTo>
                      <a:pt x="1040" y="694"/>
                    </a:lnTo>
                    <a:cubicBezTo>
                      <a:pt x="1261" y="694"/>
                      <a:pt x="1418" y="536"/>
                      <a:pt x="1418" y="347"/>
                    </a:cubicBezTo>
                    <a:cubicBezTo>
                      <a:pt x="1418" y="158"/>
                      <a:pt x="1261" y="0"/>
                      <a:pt x="104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1"/>
              <p:cNvSpPr/>
              <p:nvPr/>
            </p:nvSpPr>
            <p:spPr>
              <a:xfrm>
                <a:off x="5421475" y="2067900"/>
                <a:ext cx="35450" cy="17350"/>
              </a:xfrm>
              <a:custGeom>
                <a:rect b="b" l="l" r="r" t="t"/>
                <a:pathLst>
                  <a:path extrusionOk="0" h="694" w="1418">
                    <a:moveTo>
                      <a:pt x="378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78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1"/>
              <p:cNvSpPr/>
              <p:nvPr/>
            </p:nvSpPr>
            <p:spPr>
              <a:xfrm>
                <a:off x="5490000" y="1963925"/>
                <a:ext cx="35450" cy="33900"/>
              </a:xfrm>
              <a:custGeom>
                <a:rect b="b" l="l" r="r" t="t"/>
                <a:pathLst>
                  <a:path extrusionOk="0" h="1356" w="1418">
                    <a:moveTo>
                      <a:pt x="343" y="1"/>
                    </a:moveTo>
                    <a:cubicBezTo>
                      <a:pt x="252" y="1"/>
                      <a:pt x="158" y="32"/>
                      <a:pt x="95" y="95"/>
                    </a:cubicBezTo>
                    <a:cubicBezTo>
                      <a:pt x="0" y="221"/>
                      <a:pt x="0" y="442"/>
                      <a:pt x="95" y="568"/>
                    </a:cubicBezTo>
                    <a:lnTo>
                      <a:pt x="819" y="1261"/>
                    </a:lnTo>
                    <a:cubicBezTo>
                      <a:pt x="866" y="1324"/>
                      <a:pt x="953" y="1356"/>
                      <a:pt x="1044" y="1356"/>
                    </a:cubicBezTo>
                    <a:cubicBezTo>
                      <a:pt x="1134" y="1356"/>
                      <a:pt x="1229" y="1324"/>
                      <a:pt x="1292" y="1261"/>
                    </a:cubicBezTo>
                    <a:cubicBezTo>
                      <a:pt x="1418" y="1166"/>
                      <a:pt x="1418" y="914"/>
                      <a:pt x="1292" y="788"/>
                    </a:cubicBezTo>
                    <a:lnTo>
                      <a:pt x="567" y="95"/>
                    </a:lnTo>
                    <a:cubicBezTo>
                      <a:pt x="520" y="32"/>
                      <a:pt x="433" y="1"/>
                      <a:pt x="3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1"/>
              <p:cNvSpPr/>
              <p:nvPr/>
            </p:nvSpPr>
            <p:spPr>
              <a:xfrm>
                <a:off x="5437225" y="1997650"/>
                <a:ext cx="37825" cy="26325"/>
              </a:xfrm>
              <a:custGeom>
                <a:rect b="b" l="l" r="r" t="t"/>
                <a:pathLst>
                  <a:path extrusionOk="0" h="1053" w="1513">
                    <a:moveTo>
                      <a:pt x="422" y="0"/>
                    </a:moveTo>
                    <a:cubicBezTo>
                      <a:pt x="285" y="0"/>
                      <a:pt x="140" y="81"/>
                      <a:pt x="95" y="196"/>
                    </a:cubicBezTo>
                    <a:cubicBezTo>
                      <a:pt x="0" y="353"/>
                      <a:pt x="95" y="574"/>
                      <a:pt x="252" y="668"/>
                    </a:cubicBezTo>
                    <a:lnTo>
                      <a:pt x="945" y="1015"/>
                    </a:lnTo>
                    <a:cubicBezTo>
                      <a:pt x="989" y="1041"/>
                      <a:pt x="1039" y="1052"/>
                      <a:pt x="1091" y="1052"/>
                    </a:cubicBezTo>
                    <a:cubicBezTo>
                      <a:pt x="1227" y="1052"/>
                      <a:pt x="1372" y="971"/>
                      <a:pt x="1418" y="857"/>
                    </a:cubicBezTo>
                    <a:cubicBezTo>
                      <a:pt x="1512" y="700"/>
                      <a:pt x="1418" y="479"/>
                      <a:pt x="1260" y="385"/>
                    </a:cubicBezTo>
                    <a:lnTo>
                      <a:pt x="567" y="38"/>
                    </a:lnTo>
                    <a:cubicBezTo>
                      <a:pt x="524" y="12"/>
                      <a:pt x="473" y="0"/>
                      <a:pt x="4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1"/>
              <p:cNvSpPr/>
              <p:nvPr/>
            </p:nvSpPr>
            <p:spPr>
              <a:xfrm>
                <a:off x="5645150" y="1998300"/>
                <a:ext cx="37825" cy="26900"/>
              </a:xfrm>
              <a:custGeom>
                <a:rect b="b" l="l" r="r" t="t"/>
                <a:pathLst>
                  <a:path extrusionOk="0" h="1076" w="1513">
                    <a:moveTo>
                      <a:pt x="1098" y="0"/>
                    </a:moveTo>
                    <a:cubicBezTo>
                      <a:pt x="1046" y="0"/>
                      <a:pt x="994" y="14"/>
                      <a:pt x="946" y="44"/>
                    </a:cubicBezTo>
                    <a:lnTo>
                      <a:pt x="253" y="422"/>
                    </a:lnTo>
                    <a:cubicBezTo>
                      <a:pt x="95" y="485"/>
                      <a:pt x="1" y="674"/>
                      <a:pt x="95" y="894"/>
                    </a:cubicBezTo>
                    <a:cubicBezTo>
                      <a:pt x="142" y="1011"/>
                      <a:pt x="258" y="1076"/>
                      <a:pt x="405" y="1076"/>
                    </a:cubicBezTo>
                    <a:cubicBezTo>
                      <a:pt x="456" y="1076"/>
                      <a:pt x="511" y="1068"/>
                      <a:pt x="568" y="1052"/>
                    </a:cubicBezTo>
                    <a:lnTo>
                      <a:pt x="1261" y="674"/>
                    </a:lnTo>
                    <a:cubicBezTo>
                      <a:pt x="1418" y="611"/>
                      <a:pt x="1513" y="422"/>
                      <a:pt x="1418" y="201"/>
                    </a:cubicBezTo>
                    <a:cubicBezTo>
                      <a:pt x="1331" y="71"/>
                      <a:pt x="1214" y="0"/>
                      <a:pt x="10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1" name="Google Shape;711;p21"/>
          <p:cNvGrpSpPr/>
          <p:nvPr/>
        </p:nvGrpSpPr>
        <p:grpSpPr>
          <a:xfrm>
            <a:off x="5481240" y="1752345"/>
            <a:ext cx="354919" cy="990705"/>
            <a:chOff x="5168040" y="1752345"/>
            <a:chExt cx="354919" cy="990705"/>
          </a:xfrm>
        </p:grpSpPr>
        <p:sp>
          <p:nvSpPr>
            <p:cNvPr id="712" name="Google Shape;712;p21"/>
            <p:cNvSpPr/>
            <p:nvPr/>
          </p:nvSpPr>
          <p:spPr>
            <a:xfrm>
              <a:off x="5221750" y="2495550"/>
              <a:ext cx="247500" cy="247500"/>
            </a:xfrm>
            <a:prstGeom prst="diamond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13" name="Google Shape;713;p21"/>
            <p:cNvCxnSpPr/>
            <p:nvPr/>
          </p:nvCxnSpPr>
          <p:spPr>
            <a:xfrm rot="10800000">
              <a:off x="5345500" y="2248050"/>
              <a:ext cx="0" cy="24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14" name="Google Shape;714;p21"/>
            <p:cNvGrpSpPr/>
            <p:nvPr/>
          </p:nvGrpSpPr>
          <p:grpSpPr>
            <a:xfrm>
              <a:off x="5168040" y="1752345"/>
              <a:ext cx="354919" cy="352305"/>
              <a:chOff x="-40171725" y="2705875"/>
              <a:chExt cx="319000" cy="316650"/>
            </a:xfrm>
          </p:grpSpPr>
          <p:sp>
            <p:nvSpPr>
              <p:cNvPr id="715" name="Google Shape;715;p21"/>
              <p:cNvSpPr/>
              <p:nvPr/>
            </p:nvSpPr>
            <p:spPr>
              <a:xfrm>
                <a:off x="-40068550" y="2788575"/>
                <a:ext cx="48075" cy="58775"/>
              </a:xfrm>
              <a:custGeom>
                <a:rect b="b" l="l" r="r" t="t"/>
                <a:pathLst>
                  <a:path extrusionOk="0" h="2351" w="1923">
                    <a:moveTo>
                      <a:pt x="442" y="0"/>
                    </a:moveTo>
                    <a:cubicBezTo>
                      <a:pt x="190" y="0"/>
                      <a:pt x="1" y="158"/>
                      <a:pt x="32" y="410"/>
                    </a:cubicBezTo>
                    <a:cubicBezTo>
                      <a:pt x="32" y="1261"/>
                      <a:pt x="505" y="1985"/>
                      <a:pt x="1261" y="2300"/>
                    </a:cubicBezTo>
                    <a:cubicBezTo>
                      <a:pt x="1322" y="2335"/>
                      <a:pt x="1386" y="2351"/>
                      <a:pt x="1448" y="2351"/>
                    </a:cubicBezTo>
                    <a:cubicBezTo>
                      <a:pt x="1607" y="2351"/>
                      <a:pt x="1751" y="2247"/>
                      <a:pt x="1796" y="2111"/>
                    </a:cubicBezTo>
                    <a:cubicBezTo>
                      <a:pt x="1922" y="1891"/>
                      <a:pt x="1796" y="1639"/>
                      <a:pt x="1607" y="1576"/>
                    </a:cubicBezTo>
                    <a:cubicBezTo>
                      <a:pt x="1135" y="1355"/>
                      <a:pt x="851" y="945"/>
                      <a:pt x="851" y="410"/>
                    </a:cubicBezTo>
                    <a:cubicBezTo>
                      <a:pt x="851" y="189"/>
                      <a:pt x="662" y="0"/>
                      <a:pt x="4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21"/>
              <p:cNvSpPr/>
              <p:nvPr/>
            </p:nvSpPr>
            <p:spPr>
              <a:xfrm>
                <a:off x="-40171725" y="2705875"/>
                <a:ext cx="319000" cy="316650"/>
              </a:xfrm>
              <a:custGeom>
                <a:rect b="b" l="l" r="r" t="t"/>
                <a:pathLst>
                  <a:path extrusionOk="0" h="12666" w="12760">
                    <a:moveTo>
                      <a:pt x="2489" y="1639"/>
                    </a:moveTo>
                    <a:lnTo>
                      <a:pt x="2489" y="3718"/>
                    </a:lnTo>
                    <a:cubicBezTo>
                      <a:pt x="2489" y="4127"/>
                      <a:pt x="2552" y="4506"/>
                      <a:pt x="2678" y="4884"/>
                    </a:cubicBezTo>
                    <a:cubicBezTo>
                      <a:pt x="1639" y="4600"/>
                      <a:pt x="820" y="3623"/>
                      <a:pt x="820" y="2458"/>
                    </a:cubicBezTo>
                    <a:lnTo>
                      <a:pt x="820" y="2048"/>
                    </a:lnTo>
                    <a:cubicBezTo>
                      <a:pt x="820" y="1796"/>
                      <a:pt x="1009" y="1639"/>
                      <a:pt x="1261" y="1639"/>
                    </a:cubicBezTo>
                    <a:close/>
                    <a:moveTo>
                      <a:pt x="11500" y="1639"/>
                    </a:moveTo>
                    <a:cubicBezTo>
                      <a:pt x="11720" y="1639"/>
                      <a:pt x="11878" y="1828"/>
                      <a:pt x="11878" y="2048"/>
                    </a:cubicBezTo>
                    <a:lnTo>
                      <a:pt x="11878" y="2426"/>
                    </a:lnTo>
                    <a:cubicBezTo>
                      <a:pt x="11878" y="3623"/>
                      <a:pt x="11090" y="4569"/>
                      <a:pt x="10019" y="4884"/>
                    </a:cubicBezTo>
                    <a:cubicBezTo>
                      <a:pt x="10145" y="4506"/>
                      <a:pt x="10240" y="4127"/>
                      <a:pt x="10240" y="3718"/>
                    </a:cubicBezTo>
                    <a:lnTo>
                      <a:pt x="10240" y="1639"/>
                    </a:lnTo>
                    <a:close/>
                    <a:moveTo>
                      <a:pt x="9389" y="788"/>
                    </a:moveTo>
                    <a:lnTo>
                      <a:pt x="9389" y="3686"/>
                    </a:lnTo>
                    <a:cubicBezTo>
                      <a:pt x="9389" y="4789"/>
                      <a:pt x="8759" y="5860"/>
                      <a:pt x="7656" y="6333"/>
                    </a:cubicBezTo>
                    <a:cubicBezTo>
                      <a:pt x="7247" y="6522"/>
                      <a:pt x="6932" y="6963"/>
                      <a:pt x="6932" y="7467"/>
                    </a:cubicBezTo>
                    <a:cubicBezTo>
                      <a:pt x="6932" y="7467"/>
                      <a:pt x="6932" y="7908"/>
                      <a:pt x="7026" y="8507"/>
                    </a:cubicBezTo>
                    <a:cubicBezTo>
                      <a:pt x="7121" y="8759"/>
                      <a:pt x="7247" y="9074"/>
                      <a:pt x="7341" y="9357"/>
                    </a:cubicBezTo>
                    <a:lnTo>
                      <a:pt x="5356" y="9357"/>
                    </a:lnTo>
                    <a:cubicBezTo>
                      <a:pt x="5671" y="8759"/>
                      <a:pt x="5766" y="8066"/>
                      <a:pt x="5766" y="7498"/>
                    </a:cubicBezTo>
                    <a:cubicBezTo>
                      <a:pt x="5766" y="6994"/>
                      <a:pt x="5451" y="6553"/>
                      <a:pt x="5041" y="6364"/>
                    </a:cubicBezTo>
                    <a:cubicBezTo>
                      <a:pt x="4569" y="6144"/>
                      <a:pt x="4128" y="5766"/>
                      <a:pt x="3813" y="5293"/>
                    </a:cubicBezTo>
                    <a:cubicBezTo>
                      <a:pt x="3498" y="4821"/>
                      <a:pt x="3340" y="4285"/>
                      <a:pt x="3340" y="3686"/>
                    </a:cubicBezTo>
                    <a:lnTo>
                      <a:pt x="3340" y="788"/>
                    </a:lnTo>
                    <a:close/>
                    <a:moveTo>
                      <a:pt x="8696" y="10176"/>
                    </a:moveTo>
                    <a:lnTo>
                      <a:pt x="9263" y="11846"/>
                    </a:lnTo>
                    <a:lnTo>
                      <a:pt x="3498" y="11846"/>
                    </a:lnTo>
                    <a:lnTo>
                      <a:pt x="4033" y="10176"/>
                    </a:lnTo>
                    <a:close/>
                    <a:moveTo>
                      <a:pt x="2930" y="0"/>
                    </a:moveTo>
                    <a:cubicBezTo>
                      <a:pt x="2710" y="0"/>
                      <a:pt x="2552" y="189"/>
                      <a:pt x="2552" y="410"/>
                    </a:cubicBezTo>
                    <a:lnTo>
                      <a:pt x="2552" y="851"/>
                    </a:lnTo>
                    <a:lnTo>
                      <a:pt x="1324" y="851"/>
                    </a:lnTo>
                    <a:cubicBezTo>
                      <a:pt x="1302" y="850"/>
                      <a:pt x="1280" y="850"/>
                      <a:pt x="1258" y="850"/>
                    </a:cubicBezTo>
                    <a:cubicBezTo>
                      <a:pt x="506" y="850"/>
                      <a:pt x="1" y="1374"/>
                      <a:pt x="1" y="2048"/>
                    </a:cubicBezTo>
                    <a:lnTo>
                      <a:pt x="1" y="2426"/>
                    </a:lnTo>
                    <a:cubicBezTo>
                      <a:pt x="1" y="4190"/>
                      <a:pt x="1355" y="5608"/>
                      <a:pt x="3088" y="5766"/>
                    </a:cubicBezTo>
                    <a:cubicBezTo>
                      <a:pt x="3498" y="6364"/>
                      <a:pt x="4033" y="6837"/>
                      <a:pt x="4726" y="7120"/>
                    </a:cubicBezTo>
                    <a:cubicBezTo>
                      <a:pt x="4884" y="7183"/>
                      <a:pt x="4947" y="7309"/>
                      <a:pt x="4947" y="7498"/>
                    </a:cubicBezTo>
                    <a:cubicBezTo>
                      <a:pt x="4947" y="8097"/>
                      <a:pt x="4726" y="8885"/>
                      <a:pt x="4348" y="9357"/>
                    </a:cubicBezTo>
                    <a:lnTo>
                      <a:pt x="3718" y="9357"/>
                    </a:lnTo>
                    <a:cubicBezTo>
                      <a:pt x="3529" y="9357"/>
                      <a:pt x="3372" y="9483"/>
                      <a:pt x="3340" y="9641"/>
                    </a:cubicBezTo>
                    <a:lnTo>
                      <a:pt x="2521" y="12130"/>
                    </a:lnTo>
                    <a:cubicBezTo>
                      <a:pt x="2426" y="12382"/>
                      <a:pt x="2615" y="12665"/>
                      <a:pt x="2899" y="12665"/>
                    </a:cubicBezTo>
                    <a:lnTo>
                      <a:pt x="9799" y="12665"/>
                    </a:lnTo>
                    <a:cubicBezTo>
                      <a:pt x="10082" y="12665"/>
                      <a:pt x="10271" y="12382"/>
                      <a:pt x="10177" y="12130"/>
                    </a:cubicBezTo>
                    <a:lnTo>
                      <a:pt x="9357" y="9641"/>
                    </a:lnTo>
                    <a:cubicBezTo>
                      <a:pt x="9326" y="9483"/>
                      <a:pt x="9168" y="9357"/>
                      <a:pt x="8979" y="9357"/>
                    </a:cubicBezTo>
                    <a:lnTo>
                      <a:pt x="8349" y="9357"/>
                    </a:lnTo>
                    <a:cubicBezTo>
                      <a:pt x="7971" y="8885"/>
                      <a:pt x="7751" y="8097"/>
                      <a:pt x="7751" y="7498"/>
                    </a:cubicBezTo>
                    <a:cubicBezTo>
                      <a:pt x="7751" y="7341"/>
                      <a:pt x="7877" y="7183"/>
                      <a:pt x="7971" y="7152"/>
                    </a:cubicBezTo>
                    <a:cubicBezTo>
                      <a:pt x="8601" y="6868"/>
                      <a:pt x="9200" y="6396"/>
                      <a:pt x="9610" y="5829"/>
                    </a:cubicBezTo>
                    <a:cubicBezTo>
                      <a:pt x="10901" y="5734"/>
                      <a:pt x="12004" y="4947"/>
                      <a:pt x="12476" y="3781"/>
                    </a:cubicBezTo>
                    <a:cubicBezTo>
                      <a:pt x="12760" y="3056"/>
                      <a:pt x="12760" y="2552"/>
                      <a:pt x="12760" y="2080"/>
                    </a:cubicBezTo>
                    <a:cubicBezTo>
                      <a:pt x="12760" y="1435"/>
                      <a:pt x="12221" y="850"/>
                      <a:pt x="11581" y="850"/>
                    </a:cubicBezTo>
                    <a:cubicBezTo>
                      <a:pt x="11565" y="850"/>
                      <a:pt x="11548" y="850"/>
                      <a:pt x="11531" y="851"/>
                    </a:cubicBezTo>
                    <a:lnTo>
                      <a:pt x="10271" y="851"/>
                    </a:lnTo>
                    <a:lnTo>
                      <a:pt x="10271" y="410"/>
                    </a:lnTo>
                    <a:cubicBezTo>
                      <a:pt x="10271" y="189"/>
                      <a:pt x="10082" y="0"/>
                      <a:pt x="98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7" name="Google Shape;717;p21"/>
          <p:cNvGrpSpPr/>
          <p:nvPr/>
        </p:nvGrpSpPr>
        <p:grpSpPr>
          <a:xfrm>
            <a:off x="1117568" y="1732558"/>
            <a:ext cx="388656" cy="1010492"/>
            <a:chOff x="1117568" y="1732558"/>
            <a:chExt cx="388656" cy="1010492"/>
          </a:xfrm>
        </p:grpSpPr>
        <p:sp>
          <p:nvSpPr>
            <p:cNvPr id="718" name="Google Shape;718;p21"/>
            <p:cNvSpPr/>
            <p:nvPr/>
          </p:nvSpPr>
          <p:spPr>
            <a:xfrm>
              <a:off x="1188146" y="2495550"/>
              <a:ext cx="247500" cy="247500"/>
            </a:xfrm>
            <a:prstGeom prst="diamond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19" name="Google Shape;719;p21"/>
            <p:cNvCxnSpPr/>
            <p:nvPr/>
          </p:nvCxnSpPr>
          <p:spPr>
            <a:xfrm rot="10800000">
              <a:off x="1311896" y="2248050"/>
              <a:ext cx="0" cy="247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20" name="Google Shape;720;p21"/>
            <p:cNvGrpSpPr/>
            <p:nvPr/>
          </p:nvGrpSpPr>
          <p:grpSpPr>
            <a:xfrm>
              <a:off x="1117568" y="1732558"/>
              <a:ext cx="388656" cy="391878"/>
              <a:chOff x="-61782550" y="2664925"/>
              <a:chExt cx="316650" cy="319275"/>
            </a:xfrm>
          </p:grpSpPr>
          <p:sp>
            <p:nvSpPr>
              <p:cNvPr id="721" name="Google Shape;721;p21"/>
              <p:cNvSpPr/>
              <p:nvPr/>
            </p:nvSpPr>
            <p:spPr>
              <a:xfrm>
                <a:off x="-61782550" y="2664925"/>
                <a:ext cx="316650" cy="319275"/>
              </a:xfrm>
              <a:custGeom>
                <a:rect b="b" l="l" r="r" t="t"/>
                <a:pathLst>
                  <a:path extrusionOk="0" h="12771" w="12666">
                    <a:moveTo>
                      <a:pt x="10208" y="851"/>
                    </a:moveTo>
                    <a:cubicBezTo>
                      <a:pt x="10366" y="1670"/>
                      <a:pt x="10996" y="2300"/>
                      <a:pt x="11815" y="2457"/>
                    </a:cubicBezTo>
                    <a:lnTo>
                      <a:pt x="11815" y="6679"/>
                    </a:lnTo>
                    <a:lnTo>
                      <a:pt x="11783" y="6679"/>
                    </a:lnTo>
                    <a:cubicBezTo>
                      <a:pt x="10964" y="6837"/>
                      <a:pt x="10334" y="7467"/>
                      <a:pt x="10177" y="8286"/>
                    </a:cubicBezTo>
                    <a:lnTo>
                      <a:pt x="9011" y="8286"/>
                    </a:lnTo>
                    <a:cubicBezTo>
                      <a:pt x="9105" y="8002"/>
                      <a:pt x="9168" y="7719"/>
                      <a:pt x="9168" y="7467"/>
                    </a:cubicBezTo>
                    <a:cubicBezTo>
                      <a:pt x="9168" y="6081"/>
                      <a:pt x="8066" y="4978"/>
                      <a:pt x="6711" y="4978"/>
                    </a:cubicBezTo>
                    <a:cubicBezTo>
                      <a:pt x="5325" y="4978"/>
                      <a:pt x="4222" y="6081"/>
                      <a:pt x="4222" y="7467"/>
                    </a:cubicBezTo>
                    <a:cubicBezTo>
                      <a:pt x="4222" y="7719"/>
                      <a:pt x="4254" y="8002"/>
                      <a:pt x="4380" y="8286"/>
                    </a:cubicBezTo>
                    <a:lnTo>
                      <a:pt x="2395" y="8286"/>
                    </a:lnTo>
                    <a:cubicBezTo>
                      <a:pt x="2237" y="7467"/>
                      <a:pt x="1607" y="6837"/>
                      <a:pt x="788" y="6679"/>
                    </a:cubicBezTo>
                    <a:lnTo>
                      <a:pt x="788" y="2457"/>
                    </a:lnTo>
                    <a:cubicBezTo>
                      <a:pt x="1607" y="2300"/>
                      <a:pt x="2237" y="1670"/>
                      <a:pt x="2395" y="851"/>
                    </a:cubicBezTo>
                    <a:close/>
                    <a:moveTo>
                      <a:pt x="6711" y="5797"/>
                    </a:moveTo>
                    <a:cubicBezTo>
                      <a:pt x="7593" y="5797"/>
                      <a:pt x="8349" y="6553"/>
                      <a:pt x="8349" y="7467"/>
                    </a:cubicBezTo>
                    <a:cubicBezTo>
                      <a:pt x="8349" y="8349"/>
                      <a:pt x="7593" y="9105"/>
                      <a:pt x="6711" y="9105"/>
                    </a:cubicBezTo>
                    <a:cubicBezTo>
                      <a:pt x="5797" y="9105"/>
                      <a:pt x="5041" y="8349"/>
                      <a:pt x="5041" y="7467"/>
                    </a:cubicBezTo>
                    <a:cubicBezTo>
                      <a:pt x="5041" y="6553"/>
                      <a:pt x="5797" y="5797"/>
                      <a:pt x="6711" y="5797"/>
                    </a:cubicBezTo>
                    <a:close/>
                    <a:moveTo>
                      <a:pt x="7530" y="9767"/>
                    </a:moveTo>
                    <a:lnTo>
                      <a:pt x="7530" y="11468"/>
                    </a:lnTo>
                    <a:lnTo>
                      <a:pt x="6932" y="11090"/>
                    </a:lnTo>
                    <a:cubicBezTo>
                      <a:pt x="6853" y="11043"/>
                      <a:pt x="6774" y="11019"/>
                      <a:pt x="6695" y="11019"/>
                    </a:cubicBezTo>
                    <a:cubicBezTo>
                      <a:pt x="6616" y="11019"/>
                      <a:pt x="6538" y="11043"/>
                      <a:pt x="6459" y="11090"/>
                    </a:cubicBezTo>
                    <a:lnTo>
                      <a:pt x="5860" y="11468"/>
                    </a:lnTo>
                    <a:lnTo>
                      <a:pt x="5860" y="9767"/>
                    </a:lnTo>
                    <a:cubicBezTo>
                      <a:pt x="6144" y="9861"/>
                      <a:pt x="6427" y="9924"/>
                      <a:pt x="6711" y="9924"/>
                    </a:cubicBezTo>
                    <a:cubicBezTo>
                      <a:pt x="6995" y="9924"/>
                      <a:pt x="7247" y="9893"/>
                      <a:pt x="7530" y="9767"/>
                    </a:cubicBezTo>
                    <a:close/>
                    <a:moveTo>
                      <a:pt x="2048" y="0"/>
                    </a:moveTo>
                    <a:cubicBezTo>
                      <a:pt x="1828" y="0"/>
                      <a:pt x="1670" y="221"/>
                      <a:pt x="1670" y="441"/>
                    </a:cubicBezTo>
                    <a:cubicBezTo>
                      <a:pt x="1670" y="1103"/>
                      <a:pt x="1103" y="1670"/>
                      <a:pt x="410" y="1670"/>
                    </a:cubicBezTo>
                    <a:cubicBezTo>
                      <a:pt x="158" y="1670"/>
                      <a:pt x="0" y="1859"/>
                      <a:pt x="0" y="2111"/>
                    </a:cubicBezTo>
                    <a:lnTo>
                      <a:pt x="0" y="7057"/>
                    </a:lnTo>
                    <a:cubicBezTo>
                      <a:pt x="0" y="7278"/>
                      <a:pt x="189" y="7498"/>
                      <a:pt x="410" y="7498"/>
                    </a:cubicBezTo>
                    <a:cubicBezTo>
                      <a:pt x="1072" y="7498"/>
                      <a:pt x="1670" y="8034"/>
                      <a:pt x="1670" y="8758"/>
                    </a:cubicBezTo>
                    <a:cubicBezTo>
                      <a:pt x="1670" y="8979"/>
                      <a:pt x="1859" y="9136"/>
                      <a:pt x="2048" y="9136"/>
                    </a:cubicBezTo>
                    <a:lnTo>
                      <a:pt x="4884" y="9136"/>
                    </a:lnTo>
                    <a:lnTo>
                      <a:pt x="5073" y="9326"/>
                    </a:lnTo>
                    <a:lnTo>
                      <a:pt x="5073" y="12318"/>
                    </a:lnTo>
                    <a:cubicBezTo>
                      <a:pt x="5073" y="12562"/>
                      <a:pt x="5298" y="12749"/>
                      <a:pt x="5517" y="12749"/>
                    </a:cubicBezTo>
                    <a:cubicBezTo>
                      <a:pt x="5581" y="12749"/>
                      <a:pt x="5645" y="12732"/>
                      <a:pt x="5703" y="12697"/>
                    </a:cubicBezTo>
                    <a:lnTo>
                      <a:pt x="6743" y="12003"/>
                    </a:lnTo>
                    <a:lnTo>
                      <a:pt x="7782" y="12697"/>
                    </a:lnTo>
                    <a:cubicBezTo>
                      <a:pt x="7850" y="12747"/>
                      <a:pt x="7926" y="12771"/>
                      <a:pt x="8002" y="12771"/>
                    </a:cubicBezTo>
                    <a:cubicBezTo>
                      <a:pt x="8210" y="12771"/>
                      <a:pt x="8412" y="12595"/>
                      <a:pt x="8412" y="12318"/>
                    </a:cubicBezTo>
                    <a:lnTo>
                      <a:pt x="8412" y="9262"/>
                    </a:lnTo>
                    <a:lnTo>
                      <a:pt x="8601" y="9073"/>
                    </a:lnTo>
                    <a:lnTo>
                      <a:pt x="10618" y="9073"/>
                    </a:lnTo>
                    <a:cubicBezTo>
                      <a:pt x="10838" y="9073"/>
                      <a:pt x="10996" y="8884"/>
                      <a:pt x="10996" y="8664"/>
                    </a:cubicBezTo>
                    <a:cubicBezTo>
                      <a:pt x="10996" y="8002"/>
                      <a:pt x="11563" y="7404"/>
                      <a:pt x="12224" y="7404"/>
                    </a:cubicBezTo>
                    <a:cubicBezTo>
                      <a:pt x="12445" y="7404"/>
                      <a:pt x="12665" y="7215"/>
                      <a:pt x="12665" y="6994"/>
                    </a:cubicBezTo>
                    <a:lnTo>
                      <a:pt x="12665" y="2016"/>
                    </a:lnTo>
                    <a:cubicBezTo>
                      <a:pt x="12602" y="1827"/>
                      <a:pt x="12445" y="1670"/>
                      <a:pt x="12224" y="1670"/>
                    </a:cubicBezTo>
                    <a:cubicBezTo>
                      <a:pt x="11531" y="1670"/>
                      <a:pt x="10996" y="1103"/>
                      <a:pt x="10996" y="441"/>
                    </a:cubicBezTo>
                    <a:cubicBezTo>
                      <a:pt x="10996" y="221"/>
                      <a:pt x="10807" y="0"/>
                      <a:pt x="10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1"/>
              <p:cNvSpPr/>
              <p:nvPr/>
            </p:nvSpPr>
            <p:spPr>
              <a:xfrm>
                <a:off x="-61701425" y="2705875"/>
                <a:ext cx="151250" cy="21275"/>
              </a:xfrm>
              <a:custGeom>
                <a:rect b="b" l="l" r="r" t="t"/>
                <a:pathLst>
                  <a:path extrusionOk="0" h="851" w="6050">
                    <a:moveTo>
                      <a:pt x="410" y="0"/>
                    </a:moveTo>
                    <a:cubicBezTo>
                      <a:pt x="189" y="0"/>
                      <a:pt x="0" y="189"/>
                      <a:pt x="0" y="410"/>
                    </a:cubicBezTo>
                    <a:cubicBezTo>
                      <a:pt x="0" y="662"/>
                      <a:pt x="189" y="851"/>
                      <a:pt x="410" y="851"/>
                    </a:cubicBezTo>
                    <a:lnTo>
                      <a:pt x="5671" y="851"/>
                    </a:lnTo>
                    <a:cubicBezTo>
                      <a:pt x="5892" y="851"/>
                      <a:pt x="6049" y="662"/>
                      <a:pt x="6049" y="410"/>
                    </a:cubicBezTo>
                    <a:cubicBezTo>
                      <a:pt x="6049" y="189"/>
                      <a:pt x="5860" y="0"/>
                      <a:pt x="56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1"/>
              <p:cNvSpPr/>
              <p:nvPr/>
            </p:nvSpPr>
            <p:spPr>
              <a:xfrm>
                <a:off x="-61742375" y="2747625"/>
                <a:ext cx="233925" cy="22075"/>
              </a:xfrm>
              <a:custGeom>
                <a:rect b="b" l="l" r="r" t="t"/>
                <a:pathLst>
                  <a:path extrusionOk="0" h="883" w="9357">
                    <a:moveTo>
                      <a:pt x="410" y="0"/>
                    </a:moveTo>
                    <a:cubicBezTo>
                      <a:pt x="158" y="0"/>
                      <a:pt x="0" y="221"/>
                      <a:pt x="0" y="441"/>
                    </a:cubicBezTo>
                    <a:cubicBezTo>
                      <a:pt x="0" y="693"/>
                      <a:pt x="221" y="882"/>
                      <a:pt x="410" y="882"/>
                    </a:cubicBezTo>
                    <a:lnTo>
                      <a:pt x="8948" y="882"/>
                    </a:lnTo>
                    <a:cubicBezTo>
                      <a:pt x="9200" y="882"/>
                      <a:pt x="9357" y="693"/>
                      <a:pt x="9357" y="441"/>
                    </a:cubicBezTo>
                    <a:cubicBezTo>
                      <a:pt x="9357" y="221"/>
                      <a:pt x="9137" y="0"/>
                      <a:pt x="8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24" name="Google Shape;724;p21"/>
          <p:cNvSpPr txBox="1"/>
          <p:nvPr/>
        </p:nvSpPr>
        <p:spPr>
          <a:xfrm>
            <a:off x="348599" y="39474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21"/>
          <p:cNvSpPr txBox="1"/>
          <p:nvPr/>
        </p:nvSpPr>
        <p:spPr>
          <a:xfrm>
            <a:off x="348600" y="35597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9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PHP</a:t>
            </a:r>
            <a:endParaRPr b="1" sz="19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26" name="Google Shape;726;p21"/>
          <p:cNvSpPr txBox="1"/>
          <p:nvPr/>
        </p:nvSpPr>
        <p:spPr>
          <a:xfrm>
            <a:off x="2522000" y="39474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21"/>
          <p:cNvSpPr txBox="1"/>
          <p:nvPr/>
        </p:nvSpPr>
        <p:spPr>
          <a:xfrm>
            <a:off x="2522000" y="35597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JavaScript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28" name="Google Shape;728;p21"/>
          <p:cNvSpPr txBox="1"/>
          <p:nvPr/>
        </p:nvSpPr>
        <p:spPr>
          <a:xfrm>
            <a:off x="6868799" y="39474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21"/>
          <p:cNvSpPr txBox="1"/>
          <p:nvPr/>
        </p:nvSpPr>
        <p:spPr>
          <a:xfrm>
            <a:off x="6868800" y="35597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HTML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0" name="Google Shape;730;p21"/>
          <p:cNvSpPr txBox="1"/>
          <p:nvPr/>
        </p:nvSpPr>
        <p:spPr>
          <a:xfrm>
            <a:off x="4695399" y="394747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21"/>
          <p:cNvSpPr txBox="1"/>
          <p:nvPr/>
        </p:nvSpPr>
        <p:spPr>
          <a:xfrm>
            <a:off x="4695400" y="35597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457200" y="2547975"/>
            <a:ext cx="142800" cy="142800"/>
          </a:xfrm>
          <a:prstGeom prst="diamond">
            <a:avLst/>
          </a:pr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1"/>
          <p:cNvSpPr/>
          <p:nvPr/>
        </p:nvSpPr>
        <p:spPr>
          <a:xfrm>
            <a:off x="8544000" y="2547975"/>
            <a:ext cx="142800" cy="142800"/>
          </a:xfrm>
          <a:prstGeom prst="diamond">
            <a:avLst/>
          </a:pr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1"/>
          <p:cNvSpPr txBox="1"/>
          <p:nvPr/>
        </p:nvSpPr>
        <p:spPr>
          <a:xfrm>
            <a:off x="348600" y="12856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2003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4" name="Google Shape;734;p21"/>
          <p:cNvSpPr txBox="1"/>
          <p:nvPr/>
        </p:nvSpPr>
        <p:spPr>
          <a:xfrm>
            <a:off x="2522000" y="12856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2005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5" name="Google Shape;735;p21"/>
          <p:cNvSpPr txBox="1"/>
          <p:nvPr/>
        </p:nvSpPr>
        <p:spPr>
          <a:xfrm>
            <a:off x="6868800" y="12856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36" name="Google Shape;736;p21"/>
          <p:cNvSpPr txBox="1"/>
          <p:nvPr/>
        </p:nvSpPr>
        <p:spPr>
          <a:xfrm>
            <a:off x="4695400" y="128567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2007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737" name="Google Shape;737;p21"/>
          <p:cNvCxnSpPr>
            <a:endCxn id="718" idx="2"/>
          </p:cNvCxnSpPr>
          <p:nvPr/>
        </p:nvCxnSpPr>
        <p:spPr>
          <a:xfrm rot="10800000">
            <a:off x="1311896" y="2743050"/>
            <a:ext cx="0" cy="80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21"/>
          <p:cNvCxnSpPr/>
          <p:nvPr/>
        </p:nvCxnSpPr>
        <p:spPr>
          <a:xfrm rot="10800000">
            <a:off x="3485296" y="2743050"/>
            <a:ext cx="0" cy="80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21"/>
          <p:cNvCxnSpPr/>
          <p:nvPr/>
        </p:nvCxnSpPr>
        <p:spPr>
          <a:xfrm rot="10800000">
            <a:off x="5658696" y="2743050"/>
            <a:ext cx="0" cy="80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21"/>
          <p:cNvCxnSpPr/>
          <p:nvPr/>
        </p:nvCxnSpPr>
        <p:spPr>
          <a:xfrm rot="10800000">
            <a:off x="7832096" y="2743050"/>
            <a:ext cx="0" cy="802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5" name="Google Shape;745;p22"/>
          <p:cNvCxnSpPr/>
          <p:nvPr/>
        </p:nvCxnSpPr>
        <p:spPr>
          <a:xfrm>
            <a:off x="881100" y="971550"/>
            <a:ext cx="0" cy="3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6" name="Google Shape;746;p22"/>
          <p:cNvSpPr/>
          <p:nvPr/>
        </p:nvSpPr>
        <p:spPr>
          <a:xfrm>
            <a:off x="685800" y="1247775"/>
            <a:ext cx="390600" cy="390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47" name="Google Shape;747;p22"/>
          <p:cNvSpPr/>
          <p:nvPr/>
        </p:nvSpPr>
        <p:spPr>
          <a:xfrm>
            <a:off x="1185900" y="1309725"/>
            <a:ext cx="3267000" cy="26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8" name="Google Shape;748;p22"/>
          <p:cNvCxnSpPr/>
          <p:nvPr/>
        </p:nvCxnSpPr>
        <p:spPr>
          <a:xfrm>
            <a:off x="4995900" y="971550"/>
            <a:ext cx="0" cy="3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22"/>
          <p:cNvSpPr/>
          <p:nvPr/>
        </p:nvSpPr>
        <p:spPr>
          <a:xfrm>
            <a:off x="4800600" y="1247775"/>
            <a:ext cx="390600" cy="3906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0" name="Google Shape;750;p22"/>
          <p:cNvSpPr/>
          <p:nvPr/>
        </p:nvSpPr>
        <p:spPr>
          <a:xfrm>
            <a:off x="5300700" y="1309725"/>
            <a:ext cx="3267000" cy="266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2"/>
          <p:cNvSpPr txBox="1"/>
          <p:nvPr/>
        </p:nvSpPr>
        <p:spPr>
          <a:xfrm>
            <a:off x="1185900" y="1314450"/>
            <a:ext cx="28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PROFESSIONAL PROFILE</a:t>
            </a:r>
            <a:endParaRPr b="1"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2" name="Google Shape;752;p22"/>
          <p:cNvSpPr txBox="1"/>
          <p:nvPr/>
        </p:nvSpPr>
        <p:spPr>
          <a:xfrm>
            <a:off x="5300700" y="1309725"/>
            <a:ext cx="28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WORK EXPERIENCE</a:t>
            </a:r>
            <a:endParaRPr b="1"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753" name="Google Shape;753;p22"/>
          <p:cNvGrpSpPr/>
          <p:nvPr/>
        </p:nvGrpSpPr>
        <p:grpSpPr>
          <a:xfrm>
            <a:off x="4800600" y="2990813"/>
            <a:ext cx="3767100" cy="390600"/>
            <a:chOff x="4572000" y="3247988"/>
            <a:chExt cx="3767100" cy="390600"/>
          </a:xfrm>
        </p:grpSpPr>
        <p:sp>
          <p:nvSpPr>
            <p:cNvPr id="754" name="Google Shape;754;p22"/>
            <p:cNvSpPr/>
            <p:nvPr/>
          </p:nvSpPr>
          <p:spPr>
            <a:xfrm>
              <a:off x="4572000" y="3247988"/>
              <a:ext cx="390600" cy="390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5072100" y="3309950"/>
              <a:ext cx="326700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2"/>
            <p:cNvSpPr txBox="1"/>
            <p:nvPr/>
          </p:nvSpPr>
          <p:spPr>
            <a:xfrm>
              <a:off x="5072100" y="3309950"/>
              <a:ext cx="2809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SKILLS</a:t>
              </a:r>
              <a:endParaRPr b="1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57" name="Google Shape;757;p22"/>
            <p:cNvSpPr txBox="1"/>
            <p:nvPr/>
          </p:nvSpPr>
          <p:spPr>
            <a:xfrm>
              <a:off x="4572000" y="3309950"/>
              <a:ext cx="390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58" name="Google Shape;758;p22"/>
          <p:cNvGrpSpPr/>
          <p:nvPr/>
        </p:nvGrpSpPr>
        <p:grpSpPr>
          <a:xfrm>
            <a:off x="685800" y="2990813"/>
            <a:ext cx="3767100" cy="390600"/>
            <a:chOff x="457200" y="3247988"/>
            <a:chExt cx="3767100" cy="390600"/>
          </a:xfrm>
        </p:grpSpPr>
        <p:sp>
          <p:nvSpPr>
            <p:cNvPr id="759" name="Google Shape;759;p22"/>
            <p:cNvSpPr/>
            <p:nvPr/>
          </p:nvSpPr>
          <p:spPr>
            <a:xfrm>
              <a:off x="457200" y="3247988"/>
              <a:ext cx="390600" cy="390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957300" y="3309950"/>
              <a:ext cx="3267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2"/>
            <p:cNvSpPr txBox="1"/>
            <p:nvPr/>
          </p:nvSpPr>
          <p:spPr>
            <a:xfrm>
              <a:off x="957300" y="3309950"/>
              <a:ext cx="2809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EDUCATION</a:t>
              </a:r>
              <a:endParaRPr b="1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62" name="Google Shape;762;p22"/>
            <p:cNvSpPr txBox="1"/>
            <p:nvPr/>
          </p:nvSpPr>
          <p:spPr>
            <a:xfrm>
              <a:off x="457200" y="3309950"/>
              <a:ext cx="390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763" name="Google Shape;763;p22"/>
          <p:cNvSpPr txBox="1"/>
          <p:nvPr/>
        </p:nvSpPr>
        <p:spPr>
          <a:xfrm>
            <a:off x="685800" y="1314450"/>
            <a:ext cx="3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4" name="Google Shape;764;p22"/>
          <p:cNvSpPr txBox="1"/>
          <p:nvPr/>
        </p:nvSpPr>
        <p:spPr>
          <a:xfrm>
            <a:off x="4800600" y="1314450"/>
            <a:ext cx="39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765" name="Google Shape;765;p22"/>
          <p:cNvGrpSpPr/>
          <p:nvPr/>
        </p:nvGrpSpPr>
        <p:grpSpPr>
          <a:xfrm>
            <a:off x="1076400" y="3470575"/>
            <a:ext cx="3376500" cy="390600"/>
            <a:chOff x="847800" y="3470575"/>
            <a:chExt cx="3376500" cy="390600"/>
          </a:xfrm>
        </p:grpSpPr>
        <p:sp>
          <p:nvSpPr>
            <p:cNvPr id="766" name="Google Shape;766;p22"/>
            <p:cNvSpPr txBox="1"/>
            <p:nvPr/>
          </p:nvSpPr>
          <p:spPr>
            <a:xfrm>
              <a:off x="2024100" y="3510475"/>
              <a:ext cx="22002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7" name="Google Shape;767;p22"/>
            <p:cNvSpPr txBox="1"/>
            <p:nvPr/>
          </p:nvSpPr>
          <p:spPr>
            <a:xfrm>
              <a:off x="847800" y="3470575"/>
              <a:ext cx="1176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2002 - 2013</a:t>
              </a:r>
              <a:endParaRPr b="1" sz="1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68" name="Google Shape;768;p22"/>
          <p:cNvGrpSpPr/>
          <p:nvPr/>
        </p:nvGrpSpPr>
        <p:grpSpPr>
          <a:xfrm>
            <a:off x="1076400" y="4089700"/>
            <a:ext cx="3376500" cy="390600"/>
            <a:chOff x="847800" y="3470575"/>
            <a:chExt cx="3376500" cy="390600"/>
          </a:xfrm>
        </p:grpSpPr>
        <p:sp>
          <p:nvSpPr>
            <p:cNvPr id="769" name="Google Shape;769;p22"/>
            <p:cNvSpPr txBox="1"/>
            <p:nvPr/>
          </p:nvSpPr>
          <p:spPr>
            <a:xfrm>
              <a:off x="2024100" y="3510475"/>
              <a:ext cx="22002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0" name="Google Shape;770;p22"/>
            <p:cNvSpPr txBox="1"/>
            <p:nvPr/>
          </p:nvSpPr>
          <p:spPr>
            <a:xfrm>
              <a:off x="847800" y="3470575"/>
              <a:ext cx="1176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2013 - 2016</a:t>
              </a:r>
              <a:endParaRPr b="1" sz="1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71" name="Google Shape;771;p22"/>
          <p:cNvGrpSpPr/>
          <p:nvPr/>
        </p:nvGrpSpPr>
        <p:grpSpPr>
          <a:xfrm>
            <a:off x="5191200" y="1727500"/>
            <a:ext cx="3376500" cy="390600"/>
            <a:chOff x="847800" y="3470575"/>
            <a:chExt cx="3376500" cy="390600"/>
          </a:xfrm>
        </p:grpSpPr>
        <p:sp>
          <p:nvSpPr>
            <p:cNvPr id="772" name="Google Shape;772;p22"/>
            <p:cNvSpPr txBox="1"/>
            <p:nvPr/>
          </p:nvSpPr>
          <p:spPr>
            <a:xfrm>
              <a:off x="2024100" y="3510475"/>
              <a:ext cx="22002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3" name="Google Shape;773;p22"/>
            <p:cNvSpPr txBox="1"/>
            <p:nvPr/>
          </p:nvSpPr>
          <p:spPr>
            <a:xfrm>
              <a:off x="847800" y="3470575"/>
              <a:ext cx="1176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2015 - 2018</a:t>
              </a:r>
              <a:endParaRPr b="1" sz="15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74" name="Google Shape;774;p22"/>
          <p:cNvGrpSpPr/>
          <p:nvPr/>
        </p:nvGrpSpPr>
        <p:grpSpPr>
          <a:xfrm>
            <a:off x="5191200" y="2346625"/>
            <a:ext cx="3376500" cy="390600"/>
            <a:chOff x="847800" y="3470575"/>
            <a:chExt cx="3376500" cy="390600"/>
          </a:xfrm>
        </p:grpSpPr>
        <p:sp>
          <p:nvSpPr>
            <p:cNvPr id="775" name="Google Shape;775;p22"/>
            <p:cNvSpPr txBox="1"/>
            <p:nvPr/>
          </p:nvSpPr>
          <p:spPr>
            <a:xfrm>
              <a:off x="2024100" y="3510475"/>
              <a:ext cx="22002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6" name="Google Shape;776;p22"/>
            <p:cNvSpPr txBox="1"/>
            <p:nvPr/>
          </p:nvSpPr>
          <p:spPr>
            <a:xfrm>
              <a:off x="847800" y="3470575"/>
              <a:ext cx="11763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2018 - 2019</a:t>
              </a:r>
              <a:endParaRPr b="1" sz="15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777" name="Google Shape;777;p22"/>
          <p:cNvSpPr txBox="1"/>
          <p:nvPr/>
        </p:nvSpPr>
        <p:spPr>
          <a:xfrm>
            <a:off x="5191200" y="3470575"/>
            <a:ext cx="942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Computer</a:t>
            </a:r>
            <a:endParaRPr b="1" sz="15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6250675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2"/>
          <p:cNvSpPr/>
          <p:nvPr/>
        </p:nvSpPr>
        <p:spPr>
          <a:xfrm>
            <a:off x="6466178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2"/>
          <p:cNvSpPr/>
          <p:nvPr/>
        </p:nvSpPr>
        <p:spPr>
          <a:xfrm>
            <a:off x="6681680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/>
          <p:cNvSpPr/>
          <p:nvPr/>
        </p:nvSpPr>
        <p:spPr>
          <a:xfrm>
            <a:off x="6897183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2"/>
          <p:cNvSpPr/>
          <p:nvPr/>
        </p:nvSpPr>
        <p:spPr>
          <a:xfrm>
            <a:off x="7112685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2"/>
          <p:cNvSpPr/>
          <p:nvPr/>
        </p:nvSpPr>
        <p:spPr>
          <a:xfrm>
            <a:off x="7328188" y="35848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/>
          <p:cNvSpPr/>
          <p:nvPr/>
        </p:nvSpPr>
        <p:spPr>
          <a:xfrm>
            <a:off x="7543690" y="35848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7759193" y="35848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/>
          <p:cNvSpPr/>
          <p:nvPr/>
        </p:nvSpPr>
        <p:spPr>
          <a:xfrm>
            <a:off x="7974695" y="35848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2"/>
          <p:cNvSpPr/>
          <p:nvPr/>
        </p:nvSpPr>
        <p:spPr>
          <a:xfrm>
            <a:off x="8190198" y="35848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/>
          <p:cNvSpPr/>
          <p:nvPr/>
        </p:nvSpPr>
        <p:spPr>
          <a:xfrm>
            <a:off x="8405700" y="35848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/>
          <p:cNvSpPr txBox="1"/>
          <p:nvPr/>
        </p:nvSpPr>
        <p:spPr>
          <a:xfrm>
            <a:off x="5191200" y="3861175"/>
            <a:ext cx="942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Design</a:t>
            </a:r>
            <a:endParaRPr b="1" sz="15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6250675" y="39754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"/>
          <p:cNvSpPr/>
          <p:nvPr/>
        </p:nvSpPr>
        <p:spPr>
          <a:xfrm>
            <a:off x="6466178" y="39754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/>
          <p:cNvSpPr/>
          <p:nvPr/>
        </p:nvSpPr>
        <p:spPr>
          <a:xfrm>
            <a:off x="6681680" y="39754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/>
          <p:cNvSpPr/>
          <p:nvPr/>
        </p:nvSpPr>
        <p:spPr>
          <a:xfrm>
            <a:off x="6897183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/>
          <p:cNvSpPr/>
          <p:nvPr/>
        </p:nvSpPr>
        <p:spPr>
          <a:xfrm>
            <a:off x="7112685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7328188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7543690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7759193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2"/>
          <p:cNvSpPr/>
          <p:nvPr/>
        </p:nvSpPr>
        <p:spPr>
          <a:xfrm>
            <a:off x="7974695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2"/>
          <p:cNvSpPr/>
          <p:nvPr/>
        </p:nvSpPr>
        <p:spPr>
          <a:xfrm>
            <a:off x="8190198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"/>
          <p:cNvSpPr/>
          <p:nvPr/>
        </p:nvSpPr>
        <p:spPr>
          <a:xfrm>
            <a:off x="8405700" y="39754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/>
          <p:cNvSpPr txBox="1"/>
          <p:nvPr/>
        </p:nvSpPr>
        <p:spPr>
          <a:xfrm>
            <a:off x="5191200" y="4251775"/>
            <a:ext cx="942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Writing</a:t>
            </a:r>
            <a:endParaRPr b="1" sz="15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02" name="Google Shape;802;p22"/>
          <p:cNvSpPr/>
          <p:nvPr/>
        </p:nvSpPr>
        <p:spPr>
          <a:xfrm>
            <a:off x="6250675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2"/>
          <p:cNvSpPr/>
          <p:nvPr/>
        </p:nvSpPr>
        <p:spPr>
          <a:xfrm>
            <a:off x="6466178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/>
          <p:cNvSpPr/>
          <p:nvPr/>
        </p:nvSpPr>
        <p:spPr>
          <a:xfrm>
            <a:off x="6681680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6897183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/>
          <p:cNvSpPr/>
          <p:nvPr/>
        </p:nvSpPr>
        <p:spPr>
          <a:xfrm>
            <a:off x="7112685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7328188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2"/>
          <p:cNvSpPr/>
          <p:nvPr/>
        </p:nvSpPr>
        <p:spPr>
          <a:xfrm>
            <a:off x="7543690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/>
          <p:cNvSpPr/>
          <p:nvPr/>
        </p:nvSpPr>
        <p:spPr>
          <a:xfrm>
            <a:off x="7759193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7974695" y="4366075"/>
            <a:ext cx="16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2"/>
          <p:cNvSpPr/>
          <p:nvPr/>
        </p:nvSpPr>
        <p:spPr>
          <a:xfrm>
            <a:off x="8190198" y="43660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2"/>
          <p:cNvSpPr/>
          <p:nvPr/>
        </p:nvSpPr>
        <p:spPr>
          <a:xfrm>
            <a:off x="8405700" y="4366075"/>
            <a:ext cx="162000" cy="16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/>
          <p:cNvSpPr txBox="1"/>
          <p:nvPr/>
        </p:nvSpPr>
        <p:spPr>
          <a:xfrm>
            <a:off x="1076400" y="1767400"/>
            <a:ext cx="33765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life. It’s between Mars and Venus. It’s a waterworld, with two-thirds of the planet covered by oceans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3"/>
          <p:cNvSpPr/>
          <p:nvPr/>
        </p:nvSpPr>
        <p:spPr>
          <a:xfrm>
            <a:off x="5356303" y="2905657"/>
            <a:ext cx="49165" cy="78048"/>
          </a:xfrm>
          <a:custGeom>
            <a:rect b="b" l="l" r="r" t="t"/>
            <a:pathLst>
              <a:path extrusionOk="0" h="4537" w="2858">
                <a:moveTo>
                  <a:pt x="989" y="0"/>
                </a:moveTo>
                <a:cubicBezTo>
                  <a:pt x="959" y="0"/>
                  <a:pt x="943" y="8"/>
                  <a:pt x="943" y="19"/>
                </a:cubicBezTo>
                <a:cubicBezTo>
                  <a:pt x="912" y="49"/>
                  <a:pt x="1368" y="140"/>
                  <a:pt x="1885" y="627"/>
                </a:cubicBezTo>
                <a:cubicBezTo>
                  <a:pt x="2128" y="870"/>
                  <a:pt x="2371" y="1204"/>
                  <a:pt x="2493" y="1630"/>
                </a:cubicBezTo>
                <a:cubicBezTo>
                  <a:pt x="2615" y="2055"/>
                  <a:pt x="2645" y="2572"/>
                  <a:pt x="2463" y="3089"/>
                </a:cubicBezTo>
                <a:cubicBezTo>
                  <a:pt x="2311" y="3575"/>
                  <a:pt x="2007" y="3970"/>
                  <a:pt x="1612" y="4183"/>
                </a:cubicBezTo>
                <a:cubicBezTo>
                  <a:pt x="1422" y="4293"/>
                  <a:pt x="1208" y="4346"/>
                  <a:pt x="1008" y="4346"/>
                </a:cubicBezTo>
                <a:cubicBezTo>
                  <a:pt x="822" y="4346"/>
                  <a:pt x="649" y="4301"/>
                  <a:pt x="517" y="4213"/>
                </a:cubicBezTo>
                <a:cubicBezTo>
                  <a:pt x="244" y="4061"/>
                  <a:pt x="122" y="3788"/>
                  <a:pt x="92" y="3605"/>
                </a:cubicBezTo>
                <a:cubicBezTo>
                  <a:pt x="61" y="3423"/>
                  <a:pt x="92" y="3301"/>
                  <a:pt x="61" y="3301"/>
                </a:cubicBezTo>
                <a:cubicBezTo>
                  <a:pt x="61" y="3301"/>
                  <a:pt x="1" y="3393"/>
                  <a:pt x="1" y="3605"/>
                </a:cubicBezTo>
                <a:cubicBezTo>
                  <a:pt x="1" y="3818"/>
                  <a:pt x="122" y="4152"/>
                  <a:pt x="426" y="4365"/>
                </a:cubicBezTo>
                <a:cubicBezTo>
                  <a:pt x="599" y="4475"/>
                  <a:pt x="820" y="4536"/>
                  <a:pt x="1057" y="4536"/>
                </a:cubicBezTo>
                <a:cubicBezTo>
                  <a:pt x="1278" y="4536"/>
                  <a:pt x="1513" y="4483"/>
                  <a:pt x="1733" y="4365"/>
                </a:cubicBezTo>
                <a:cubicBezTo>
                  <a:pt x="2159" y="4152"/>
                  <a:pt x="2523" y="3666"/>
                  <a:pt x="2675" y="3149"/>
                </a:cubicBezTo>
                <a:cubicBezTo>
                  <a:pt x="2858" y="2602"/>
                  <a:pt x="2858" y="2025"/>
                  <a:pt x="2675" y="1569"/>
                </a:cubicBezTo>
                <a:cubicBezTo>
                  <a:pt x="2523" y="1113"/>
                  <a:pt x="2250" y="748"/>
                  <a:pt x="1976" y="505"/>
                </a:cubicBezTo>
                <a:cubicBezTo>
                  <a:pt x="1703" y="262"/>
                  <a:pt x="1429" y="140"/>
                  <a:pt x="1247" y="79"/>
                </a:cubicBezTo>
                <a:cubicBezTo>
                  <a:pt x="1131" y="22"/>
                  <a:pt x="1040" y="0"/>
                  <a:pt x="989" y="0"/>
                </a:cubicBezTo>
                <a:close/>
              </a:path>
            </a:pathLst>
          </a:custGeom>
          <a:solidFill>
            <a:srgbClr val="EB99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3"/>
          <p:cNvSpPr/>
          <p:nvPr/>
        </p:nvSpPr>
        <p:spPr>
          <a:xfrm>
            <a:off x="4205439" y="2447399"/>
            <a:ext cx="17" cy="17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close/>
              </a:path>
            </a:pathLst>
          </a:custGeom>
          <a:noFill/>
          <a:ln cap="flat" cmpd="sng" w="9875">
            <a:solidFill>
              <a:srgbClr val="4E585D"/>
            </a:solidFill>
            <a:prstDash val="solid"/>
            <a:miter lim="3039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3"/>
          <p:cNvSpPr/>
          <p:nvPr/>
        </p:nvSpPr>
        <p:spPr>
          <a:xfrm>
            <a:off x="5024278" y="3214476"/>
            <a:ext cx="210731" cy="90984"/>
          </a:xfrm>
          <a:custGeom>
            <a:rect b="b" l="l" r="r" t="t"/>
            <a:pathLst>
              <a:path extrusionOk="0" h="5289" w="12250">
                <a:moveTo>
                  <a:pt x="547" y="0"/>
                </a:moveTo>
                <a:cubicBezTo>
                  <a:pt x="213" y="30"/>
                  <a:pt x="0" y="30"/>
                  <a:pt x="0" y="30"/>
                </a:cubicBezTo>
                <a:cubicBezTo>
                  <a:pt x="0" y="61"/>
                  <a:pt x="213" y="61"/>
                  <a:pt x="547" y="91"/>
                </a:cubicBezTo>
                <a:cubicBezTo>
                  <a:pt x="730" y="91"/>
                  <a:pt x="943" y="122"/>
                  <a:pt x="1186" y="122"/>
                </a:cubicBezTo>
                <a:cubicBezTo>
                  <a:pt x="1429" y="152"/>
                  <a:pt x="1702" y="182"/>
                  <a:pt x="2006" y="213"/>
                </a:cubicBezTo>
                <a:cubicBezTo>
                  <a:pt x="2614" y="304"/>
                  <a:pt x="3344" y="456"/>
                  <a:pt x="4134" y="638"/>
                </a:cubicBezTo>
                <a:cubicBezTo>
                  <a:pt x="4894" y="851"/>
                  <a:pt x="5745" y="1125"/>
                  <a:pt x="6627" y="1489"/>
                </a:cubicBezTo>
                <a:cubicBezTo>
                  <a:pt x="7478" y="1854"/>
                  <a:pt x="8268" y="2280"/>
                  <a:pt x="8967" y="2705"/>
                </a:cubicBezTo>
                <a:cubicBezTo>
                  <a:pt x="9666" y="3161"/>
                  <a:pt x="10244" y="3587"/>
                  <a:pt x="10730" y="3951"/>
                </a:cubicBezTo>
                <a:cubicBezTo>
                  <a:pt x="10973" y="4164"/>
                  <a:pt x="11186" y="4347"/>
                  <a:pt x="11368" y="4499"/>
                </a:cubicBezTo>
                <a:cubicBezTo>
                  <a:pt x="11551" y="4651"/>
                  <a:pt x="11703" y="4803"/>
                  <a:pt x="11824" y="4924"/>
                </a:cubicBezTo>
                <a:cubicBezTo>
                  <a:pt x="12098" y="5167"/>
                  <a:pt x="12219" y="5289"/>
                  <a:pt x="12250" y="5289"/>
                </a:cubicBezTo>
                <a:cubicBezTo>
                  <a:pt x="12250" y="5258"/>
                  <a:pt x="12128" y="5137"/>
                  <a:pt x="11885" y="4863"/>
                </a:cubicBezTo>
                <a:cubicBezTo>
                  <a:pt x="11763" y="4742"/>
                  <a:pt x="11611" y="4590"/>
                  <a:pt x="11429" y="4438"/>
                </a:cubicBezTo>
                <a:cubicBezTo>
                  <a:pt x="11247" y="4255"/>
                  <a:pt x="11064" y="4043"/>
                  <a:pt x="10821" y="3860"/>
                </a:cubicBezTo>
                <a:cubicBezTo>
                  <a:pt x="10365" y="3465"/>
                  <a:pt x="9757" y="3009"/>
                  <a:pt x="9058" y="2553"/>
                </a:cubicBezTo>
                <a:cubicBezTo>
                  <a:pt x="8359" y="2128"/>
                  <a:pt x="7569" y="1702"/>
                  <a:pt x="6687" y="1307"/>
                </a:cubicBezTo>
                <a:cubicBezTo>
                  <a:pt x="5836" y="942"/>
                  <a:pt x="4955" y="669"/>
                  <a:pt x="4165" y="456"/>
                </a:cubicBezTo>
                <a:cubicBezTo>
                  <a:pt x="3374" y="274"/>
                  <a:pt x="2645" y="152"/>
                  <a:pt x="2006" y="91"/>
                </a:cubicBezTo>
                <a:cubicBezTo>
                  <a:pt x="1702" y="61"/>
                  <a:pt x="1429" y="30"/>
                  <a:pt x="1186" y="30"/>
                </a:cubicBezTo>
                <a:cubicBezTo>
                  <a:pt x="943" y="0"/>
                  <a:pt x="730" y="0"/>
                  <a:pt x="547" y="0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3"/>
          <p:cNvSpPr/>
          <p:nvPr/>
        </p:nvSpPr>
        <p:spPr>
          <a:xfrm>
            <a:off x="3043750" y="1435098"/>
            <a:ext cx="3067200" cy="30672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3"/>
          <p:cNvSpPr/>
          <p:nvPr/>
        </p:nvSpPr>
        <p:spPr>
          <a:xfrm>
            <a:off x="3043750" y="1434223"/>
            <a:ext cx="3072600" cy="3072600"/>
          </a:xfrm>
          <a:prstGeom prst="blockArc">
            <a:avLst>
              <a:gd fmla="val 6446338" name="adj1"/>
              <a:gd fmla="val 34214" name="adj2"/>
              <a:gd fmla="val 25228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3"/>
          <p:cNvSpPr txBox="1"/>
          <p:nvPr/>
        </p:nvSpPr>
        <p:spPr>
          <a:xfrm>
            <a:off x="457200" y="1619450"/>
            <a:ext cx="22098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CREATIVE SKILLS</a:t>
            </a:r>
            <a:endParaRPr b="1" sz="17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4" name="Google Shape;824;p23"/>
          <p:cNvSpPr txBox="1"/>
          <p:nvPr/>
        </p:nvSpPr>
        <p:spPr>
          <a:xfrm>
            <a:off x="457200" y="2076888"/>
            <a:ext cx="21525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5" name="Google Shape;825;p23"/>
          <p:cNvCxnSpPr/>
          <p:nvPr/>
        </p:nvCxnSpPr>
        <p:spPr>
          <a:xfrm>
            <a:off x="525900" y="1976200"/>
            <a:ext cx="2083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23"/>
          <p:cNvSpPr txBox="1"/>
          <p:nvPr/>
        </p:nvSpPr>
        <p:spPr>
          <a:xfrm>
            <a:off x="457200" y="2923100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Illustrator</a:t>
            </a:r>
            <a:endParaRPr b="1" sz="13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27" name="Google Shape;827;p23"/>
          <p:cNvGrpSpPr/>
          <p:nvPr/>
        </p:nvGrpSpPr>
        <p:grpSpPr>
          <a:xfrm>
            <a:off x="1383903" y="1209459"/>
            <a:ext cx="367788" cy="324838"/>
            <a:chOff x="4936325" y="653325"/>
            <a:chExt cx="169550" cy="149750"/>
          </a:xfrm>
        </p:grpSpPr>
        <p:sp>
          <p:nvSpPr>
            <p:cNvPr id="828" name="Google Shape;828;p23"/>
            <p:cNvSpPr/>
            <p:nvPr/>
          </p:nvSpPr>
          <p:spPr>
            <a:xfrm>
              <a:off x="4972175" y="663400"/>
              <a:ext cx="133700" cy="130725"/>
            </a:xfrm>
            <a:custGeom>
              <a:rect b="b" l="l" r="r" t="t"/>
              <a:pathLst>
                <a:path extrusionOk="0" h="5229" w="5348">
                  <a:moveTo>
                    <a:pt x="2763" y="252"/>
                  </a:moveTo>
                  <a:cubicBezTo>
                    <a:pt x="3382" y="252"/>
                    <a:pt x="3968" y="503"/>
                    <a:pt x="4407" y="942"/>
                  </a:cubicBezTo>
                  <a:cubicBezTo>
                    <a:pt x="4855" y="1390"/>
                    <a:pt x="5109" y="1987"/>
                    <a:pt x="5109" y="2615"/>
                  </a:cubicBezTo>
                  <a:cubicBezTo>
                    <a:pt x="5109" y="3257"/>
                    <a:pt x="4855" y="3854"/>
                    <a:pt x="4407" y="4302"/>
                  </a:cubicBezTo>
                  <a:cubicBezTo>
                    <a:pt x="3968" y="4741"/>
                    <a:pt x="3382" y="4992"/>
                    <a:pt x="2763" y="4992"/>
                  </a:cubicBezTo>
                  <a:cubicBezTo>
                    <a:pt x="2729" y="4992"/>
                    <a:pt x="2694" y="4991"/>
                    <a:pt x="2659" y="4990"/>
                  </a:cubicBezTo>
                  <a:cubicBezTo>
                    <a:pt x="2047" y="4975"/>
                    <a:pt x="1479" y="4721"/>
                    <a:pt x="1061" y="4302"/>
                  </a:cubicBezTo>
                  <a:cubicBezTo>
                    <a:pt x="508" y="3750"/>
                    <a:pt x="255" y="2958"/>
                    <a:pt x="404" y="2182"/>
                  </a:cubicBezTo>
                  <a:cubicBezTo>
                    <a:pt x="419" y="2167"/>
                    <a:pt x="449" y="2107"/>
                    <a:pt x="508" y="2077"/>
                  </a:cubicBezTo>
                  <a:cubicBezTo>
                    <a:pt x="516" y="2073"/>
                    <a:pt x="526" y="2071"/>
                    <a:pt x="536" y="2071"/>
                  </a:cubicBezTo>
                  <a:cubicBezTo>
                    <a:pt x="563" y="2071"/>
                    <a:pt x="599" y="2085"/>
                    <a:pt x="643" y="2107"/>
                  </a:cubicBezTo>
                  <a:lnTo>
                    <a:pt x="673" y="2122"/>
                  </a:lnTo>
                  <a:cubicBezTo>
                    <a:pt x="688" y="2122"/>
                    <a:pt x="703" y="2137"/>
                    <a:pt x="718" y="2152"/>
                  </a:cubicBezTo>
                  <a:lnTo>
                    <a:pt x="882" y="2226"/>
                  </a:lnTo>
                  <a:lnTo>
                    <a:pt x="882" y="2211"/>
                  </a:lnTo>
                  <a:cubicBezTo>
                    <a:pt x="990" y="2244"/>
                    <a:pt x="1102" y="2260"/>
                    <a:pt x="1213" y="2260"/>
                  </a:cubicBezTo>
                  <a:cubicBezTo>
                    <a:pt x="1515" y="2260"/>
                    <a:pt x="1814" y="2142"/>
                    <a:pt x="2032" y="1913"/>
                  </a:cubicBezTo>
                  <a:cubicBezTo>
                    <a:pt x="2375" y="1584"/>
                    <a:pt x="2465" y="1061"/>
                    <a:pt x="2271" y="628"/>
                  </a:cubicBezTo>
                  <a:lnTo>
                    <a:pt x="2286" y="613"/>
                  </a:lnTo>
                  <a:lnTo>
                    <a:pt x="2241" y="554"/>
                  </a:lnTo>
                  <a:cubicBezTo>
                    <a:pt x="2241" y="554"/>
                    <a:pt x="2226" y="539"/>
                    <a:pt x="2226" y="539"/>
                  </a:cubicBezTo>
                  <a:lnTo>
                    <a:pt x="2226" y="524"/>
                  </a:lnTo>
                  <a:cubicBezTo>
                    <a:pt x="2181" y="464"/>
                    <a:pt x="2166" y="389"/>
                    <a:pt x="2181" y="359"/>
                  </a:cubicBezTo>
                  <a:cubicBezTo>
                    <a:pt x="2196" y="330"/>
                    <a:pt x="2226" y="315"/>
                    <a:pt x="2271" y="300"/>
                  </a:cubicBezTo>
                  <a:cubicBezTo>
                    <a:pt x="2390" y="270"/>
                    <a:pt x="2525" y="255"/>
                    <a:pt x="2659" y="255"/>
                  </a:cubicBezTo>
                  <a:cubicBezTo>
                    <a:pt x="2694" y="253"/>
                    <a:pt x="2729" y="252"/>
                    <a:pt x="2763" y="252"/>
                  </a:cubicBezTo>
                  <a:close/>
                  <a:moveTo>
                    <a:pt x="2702" y="0"/>
                  </a:moveTo>
                  <a:cubicBezTo>
                    <a:pt x="2683" y="0"/>
                    <a:pt x="2664" y="1"/>
                    <a:pt x="2644" y="1"/>
                  </a:cubicBezTo>
                  <a:cubicBezTo>
                    <a:pt x="2495" y="16"/>
                    <a:pt x="2360" y="31"/>
                    <a:pt x="2211" y="61"/>
                  </a:cubicBezTo>
                  <a:lnTo>
                    <a:pt x="2196" y="61"/>
                  </a:lnTo>
                  <a:cubicBezTo>
                    <a:pt x="2047" y="105"/>
                    <a:pt x="1987" y="195"/>
                    <a:pt x="1957" y="270"/>
                  </a:cubicBezTo>
                  <a:cubicBezTo>
                    <a:pt x="1897" y="404"/>
                    <a:pt x="1972" y="568"/>
                    <a:pt x="2002" y="643"/>
                  </a:cubicBezTo>
                  <a:lnTo>
                    <a:pt x="2017" y="658"/>
                  </a:lnTo>
                  <a:cubicBezTo>
                    <a:pt x="2017" y="658"/>
                    <a:pt x="2032" y="673"/>
                    <a:pt x="2032" y="673"/>
                  </a:cubicBezTo>
                  <a:lnTo>
                    <a:pt x="2032" y="688"/>
                  </a:lnTo>
                  <a:cubicBezTo>
                    <a:pt x="2211" y="1046"/>
                    <a:pt x="2136" y="1465"/>
                    <a:pt x="1868" y="1748"/>
                  </a:cubicBezTo>
                  <a:cubicBezTo>
                    <a:pt x="1686" y="1921"/>
                    <a:pt x="1449" y="2011"/>
                    <a:pt x="1210" y="2011"/>
                  </a:cubicBezTo>
                  <a:cubicBezTo>
                    <a:pt x="1057" y="2011"/>
                    <a:pt x="903" y="1974"/>
                    <a:pt x="762" y="1898"/>
                  </a:cubicBezTo>
                  <a:lnTo>
                    <a:pt x="583" y="1793"/>
                  </a:lnTo>
                  <a:lnTo>
                    <a:pt x="583" y="1838"/>
                  </a:lnTo>
                  <a:cubicBezTo>
                    <a:pt x="523" y="1838"/>
                    <a:pt x="464" y="1838"/>
                    <a:pt x="419" y="1853"/>
                  </a:cubicBezTo>
                  <a:cubicBezTo>
                    <a:pt x="269" y="1913"/>
                    <a:pt x="195" y="2062"/>
                    <a:pt x="180" y="2107"/>
                  </a:cubicBezTo>
                  <a:lnTo>
                    <a:pt x="165" y="2122"/>
                  </a:lnTo>
                  <a:cubicBezTo>
                    <a:pt x="1" y="2973"/>
                    <a:pt x="269" y="3854"/>
                    <a:pt x="882" y="4467"/>
                  </a:cubicBezTo>
                  <a:cubicBezTo>
                    <a:pt x="1360" y="4945"/>
                    <a:pt x="1987" y="5214"/>
                    <a:pt x="2644" y="5228"/>
                  </a:cubicBezTo>
                  <a:lnTo>
                    <a:pt x="2734" y="5228"/>
                  </a:lnTo>
                  <a:cubicBezTo>
                    <a:pt x="3421" y="5228"/>
                    <a:pt x="4093" y="4960"/>
                    <a:pt x="4586" y="4467"/>
                  </a:cubicBezTo>
                  <a:cubicBezTo>
                    <a:pt x="5079" y="3974"/>
                    <a:pt x="5348" y="3317"/>
                    <a:pt x="5348" y="2615"/>
                  </a:cubicBezTo>
                  <a:cubicBezTo>
                    <a:pt x="5348" y="1913"/>
                    <a:pt x="5079" y="1256"/>
                    <a:pt x="4586" y="763"/>
                  </a:cubicBezTo>
                  <a:cubicBezTo>
                    <a:pt x="4077" y="268"/>
                    <a:pt x="3412" y="0"/>
                    <a:pt x="27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4986375" y="726300"/>
              <a:ext cx="28775" cy="27500"/>
            </a:xfrm>
            <a:custGeom>
              <a:rect b="b" l="l" r="r" t="t"/>
              <a:pathLst>
                <a:path extrusionOk="0" h="1100" w="1151">
                  <a:moveTo>
                    <a:pt x="583" y="124"/>
                  </a:moveTo>
                  <a:cubicBezTo>
                    <a:pt x="766" y="124"/>
                    <a:pt x="937" y="258"/>
                    <a:pt x="986" y="442"/>
                  </a:cubicBezTo>
                  <a:cubicBezTo>
                    <a:pt x="1016" y="547"/>
                    <a:pt x="1001" y="666"/>
                    <a:pt x="941" y="771"/>
                  </a:cubicBezTo>
                  <a:cubicBezTo>
                    <a:pt x="896" y="860"/>
                    <a:pt x="792" y="935"/>
                    <a:pt x="687" y="965"/>
                  </a:cubicBezTo>
                  <a:cubicBezTo>
                    <a:pt x="652" y="975"/>
                    <a:pt x="616" y="980"/>
                    <a:pt x="579" y="980"/>
                  </a:cubicBezTo>
                  <a:cubicBezTo>
                    <a:pt x="505" y="980"/>
                    <a:pt x="428" y="960"/>
                    <a:pt x="359" y="920"/>
                  </a:cubicBezTo>
                  <a:cubicBezTo>
                    <a:pt x="269" y="860"/>
                    <a:pt x="194" y="771"/>
                    <a:pt x="164" y="666"/>
                  </a:cubicBezTo>
                  <a:cubicBezTo>
                    <a:pt x="135" y="547"/>
                    <a:pt x="150" y="442"/>
                    <a:pt x="209" y="338"/>
                  </a:cubicBezTo>
                  <a:cubicBezTo>
                    <a:pt x="269" y="233"/>
                    <a:pt x="359" y="173"/>
                    <a:pt x="463" y="144"/>
                  </a:cubicBezTo>
                  <a:cubicBezTo>
                    <a:pt x="503" y="130"/>
                    <a:pt x="543" y="124"/>
                    <a:pt x="583" y="124"/>
                  </a:cubicBezTo>
                  <a:close/>
                  <a:moveTo>
                    <a:pt x="589" y="1"/>
                  </a:moveTo>
                  <a:cubicBezTo>
                    <a:pt x="538" y="1"/>
                    <a:pt x="486" y="8"/>
                    <a:pt x="433" y="24"/>
                  </a:cubicBezTo>
                  <a:cubicBezTo>
                    <a:pt x="284" y="54"/>
                    <a:pt x="179" y="144"/>
                    <a:pt x="105" y="278"/>
                  </a:cubicBezTo>
                  <a:cubicBezTo>
                    <a:pt x="30" y="397"/>
                    <a:pt x="0" y="547"/>
                    <a:pt x="45" y="696"/>
                  </a:cubicBezTo>
                  <a:cubicBezTo>
                    <a:pt x="90" y="831"/>
                    <a:pt x="179" y="950"/>
                    <a:pt x="299" y="1025"/>
                  </a:cubicBezTo>
                  <a:cubicBezTo>
                    <a:pt x="389" y="1070"/>
                    <a:pt x="478" y="1099"/>
                    <a:pt x="583" y="1099"/>
                  </a:cubicBezTo>
                  <a:cubicBezTo>
                    <a:pt x="628" y="1099"/>
                    <a:pt x="672" y="1099"/>
                    <a:pt x="717" y="1084"/>
                  </a:cubicBezTo>
                  <a:cubicBezTo>
                    <a:pt x="866" y="1040"/>
                    <a:pt x="986" y="950"/>
                    <a:pt x="1061" y="831"/>
                  </a:cubicBezTo>
                  <a:cubicBezTo>
                    <a:pt x="1120" y="696"/>
                    <a:pt x="1150" y="547"/>
                    <a:pt x="1105" y="412"/>
                  </a:cubicBezTo>
                  <a:cubicBezTo>
                    <a:pt x="1044" y="166"/>
                    <a:pt x="830" y="1"/>
                    <a:pt x="5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3"/>
            <p:cNvSpPr/>
            <p:nvPr/>
          </p:nvSpPr>
          <p:spPr>
            <a:xfrm>
              <a:off x="5013625" y="754100"/>
              <a:ext cx="29150" cy="27700"/>
            </a:xfrm>
            <a:custGeom>
              <a:rect b="b" l="l" r="r" t="t"/>
              <a:pathLst>
                <a:path extrusionOk="0" h="1108" w="1166">
                  <a:moveTo>
                    <a:pt x="580" y="123"/>
                  </a:moveTo>
                  <a:cubicBezTo>
                    <a:pt x="616" y="123"/>
                    <a:pt x="652" y="127"/>
                    <a:pt x="688" y="137"/>
                  </a:cubicBezTo>
                  <a:cubicBezTo>
                    <a:pt x="762" y="167"/>
                    <a:pt x="822" y="197"/>
                    <a:pt x="867" y="241"/>
                  </a:cubicBezTo>
                  <a:cubicBezTo>
                    <a:pt x="986" y="346"/>
                    <a:pt x="1031" y="510"/>
                    <a:pt x="986" y="660"/>
                  </a:cubicBezTo>
                  <a:cubicBezTo>
                    <a:pt x="971" y="749"/>
                    <a:pt x="927" y="809"/>
                    <a:pt x="867" y="869"/>
                  </a:cubicBezTo>
                  <a:cubicBezTo>
                    <a:pt x="788" y="948"/>
                    <a:pt x="683" y="984"/>
                    <a:pt x="572" y="984"/>
                  </a:cubicBezTo>
                  <a:cubicBezTo>
                    <a:pt x="536" y="984"/>
                    <a:pt x="500" y="980"/>
                    <a:pt x="464" y="973"/>
                  </a:cubicBezTo>
                  <a:cubicBezTo>
                    <a:pt x="359" y="943"/>
                    <a:pt x="254" y="869"/>
                    <a:pt x="210" y="764"/>
                  </a:cubicBezTo>
                  <a:cubicBezTo>
                    <a:pt x="150" y="674"/>
                    <a:pt x="135" y="555"/>
                    <a:pt x="165" y="450"/>
                  </a:cubicBezTo>
                  <a:cubicBezTo>
                    <a:pt x="215" y="250"/>
                    <a:pt x="392" y="123"/>
                    <a:pt x="580" y="123"/>
                  </a:cubicBezTo>
                  <a:close/>
                  <a:moveTo>
                    <a:pt x="580" y="0"/>
                  </a:moveTo>
                  <a:cubicBezTo>
                    <a:pt x="332" y="0"/>
                    <a:pt x="108" y="166"/>
                    <a:pt x="45" y="406"/>
                  </a:cubicBezTo>
                  <a:cubicBezTo>
                    <a:pt x="1" y="555"/>
                    <a:pt x="30" y="704"/>
                    <a:pt x="105" y="824"/>
                  </a:cubicBezTo>
                  <a:cubicBezTo>
                    <a:pt x="165" y="958"/>
                    <a:pt x="284" y="1048"/>
                    <a:pt x="434" y="1093"/>
                  </a:cubicBezTo>
                  <a:cubicBezTo>
                    <a:pt x="478" y="1093"/>
                    <a:pt x="523" y="1108"/>
                    <a:pt x="583" y="1108"/>
                  </a:cubicBezTo>
                  <a:cubicBezTo>
                    <a:pt x="717" y="1108"/>
                    <a:pt x="852" y="1048"/>
                    <a:pt x="956" y="958"/>
                  </a:cubicBezTo>
                  <a:cubicBezTo>
                    <a:pt x="1031" y="884"/>
                    <a:pt x="1076" y="794"/>
                    <a:pt x="1106" y="689"/>
                  </a:cubicBezTo>
                  <a:cubicBezTo>
                    <a:pt x="1166" y="495"/>
                    <a:pt x="1106" y="286"/>
                    <a:pt x="956" y="152"/>
                  </a:cubicBezTo>
                  <a:cubicBezTo>
                    <a:pt x="882" y="92"/>
                    <a:pt x="807" y="47"/>
                    <a:pt x="717" y="17"/>
                  </a:cubicBezTo>
                  <a:cubicBezTo>
                    <a:pt x="671" y="6"/>
                    <a:pt x="625" y="0"/>
                    <a:pt x="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5050600" y="745550"/>
              <a:ext cx="28775" cy="27675"/>
            </a:xfrm>
            <a:custGeom>
              <a:rect b="b" l="l" r="r" t="t"/>
              <a:pathLst>
                <a:path extrusionOk="0" h="1107" w="1151">
                  <a:moveTo>
                    <a:pt x="598" y="135"/>
                  </a:moveTo>
                  <a:cubicBezTo>
                    <a:pt x="717" y="135"/>
                    <a:pt x="822" y="180"/>
                    <a:pt x="911" y="255"/>
                  </a:cubicBezTo>
                  <a:cubicBezTo>
                    <a:pt x="986" y="329"/>
                    <a:pt x="1031" y="449"/>
                    <a:pt x="1031" y="553"/>
                  </a:cubicBezTo>
                  <a:cubicBezTo>
                    <a:pt x="1031" y="673"/>
                    <a:pt x="986" y="777"/>
                    <a:pt x="911" y="867"/>
                  </a:cubicBezTo>
                  <a:cubicBezTo>
                    <a:pt x="822" y="942"/>
                    <a:pt x="717" y="987"/>
                    <a:pt x="598" y="987"/>
                  </a:cubicBezTo>
                  <a:cubicBezTo>
                    <a:pt x="493" y="987"/>
                    <a:pt x="388" y="942"/>
                    <a:pt x="299" y="867"/>
                  </a:cubicBezTo>
                  <a:cubicBezTo>
                    <a:pt x="135" y="688"/>
                    <a:pt x="135" y="419"/>
                    <a:pt x="299" y="255"/>
                  </a:cubicBezTo>
                  <a:cubicBezTo>
                    <a:pt x="388" y="180"/>
                    <a:pt x="493" y="135"/>
                    <a:pt x="598" y="135"/>
                  </a:cubicBezTo>
                  <a:close/>
                  <a:moveTo>
                    <a:pt x="598" y="1"/>
                  </a:moveTo>
                  <a:cubicBezTo>
                    <a:pt x="463" y="1"/>
                    <a:pt x="314" y="61"/>
                    <a:pt x="209" y="165"/>
                  </a:cubicBezTo>
                  <a:cubicBezTo>
                    <a:pt x="0" y="389"/>
                    <a:pt x="0" y="733"/>
                    <a:pt x="209" y="942"/>
                  </a:cubicBezTo>
                  <a:cubicBezTo>
                    <a:pt x="314" y="1046"/>
                    <a:pt x="463" y="1106"/>
                    <a:pt x="598" y="1106"/>
                  </a:cubicBezTo>
                  <a:cubicBezTo>
                    <a:pt x="747" y="1106"/>
                    <a:pt x="896" y="1046"/>
                    <a:pt x="986" y="942"/>
                  </a:cubicBezTo>
                  <a:cubicBezTo>
                    <a:pt x="1090" y="837"/>
                    <a:pt x="1150" y="703"/>
                    <a:pt x="1150" y="553"/>
                  </a:cubicBezTo>
                  <a:cubicBezTo>
                    <a:pt x="1150" y="404"/>
                    <a:pt x="1090" y="270"/>
                    <a:pt x="986" y="165"/>
                  </a:cubicBezTo>
                  <a:cubicBezTo>
                    <a:pt x="896" y="61"/>
                    <a:pt x="747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5062550" y="709650"/>
              <a:ext cx="29525" cy="27725"/>
            </a:xfrm>
            <a:custGeom>
              <a:rect b="b" l="l" r="r" t="t"/>
              <a:pathLst>
                <a:path extrusionOk="0" h="1109" w="1181">
                  <a:moveTo>
                    <a:pt x="616" y="123"/>
                  </a:moveTo>
                  <a:cubicBezTo>
                    <a:pt x="804" y="123"/>
                    <a:pt x="981" y="248"/>
                    <a:pt x="1031" y="436"/>
                  </a:cubicBezTo>
                  <a:cubicBezTo>
                    <a:pt x="1061" y="556"/>
                    <a:pt x="1046" y="660"/>
                    <a:pt x="986" y="765"/>
                  </a:cubicBezTo>
                  <a:cubicBezTo>
                    <a:pt x="926" y="869"/>
                    <a:pt x="837" y="929"/>
                    <a:pt x="717" y="959"/>
                  </a:cubicBezTo>
                  <a:cubicBezTo>
                    <a:pt x="681" y="968"/>
                    <a:pt x="645" y="973"/>
                    <a:pt x="609" y="973"/>
                  </a:cubicBezTo>
                  <a:cubicBezTo>
                    <a:pt x="421" y="973"/>
                    <a:pt x="244" y="848"/>
                    <a:pt x="194" y="660"/>
                  </a:cubicBezTo>
                  <a:cubicBezTo>
                    <a:pt x="135" y="436"/>
                    <a:pt x="269" y="197"/>
                    <a:pt x="508" y="137"/>
                  </a:cubicBezTo>
                  <a:cubicBezTo>
                    <a:pt x="544" y="128"/>
                    <a:pt x="580" y="123"/>
                    <a:pt x="616" y="123"/>
                  </a:cubicBezTo>
                  <a:close/>
                  <a:moveTo>
                    <a:pt x="600" y="1"/>
                  </a:moveTo>
                  <a:cubicBezTo>
                    <a:pt x="555" y="1"/>
                    <a:pt x="509" y="6"/>
                    <a:pt x="463" y="18"/>
                  </a:cubicBezTo>
                  <a:cubicBezTo>
                    <a:pt x="179" y="93"/>
                    <a:pt x="0" y="406"/>
                    <a:pt x="90" y="690"/>
                  </a:cubicBezTo>
                  <a:cubicBezTo>
                    <a:pt x="149" y="944"/>
                    <a:pt x="373" y="1108"/>
                    <a:pt x="612" y="1108"/>
                  </a:cubicBezTo>
                  <a:cubicBezTo>
                    <a:pt x="657" y="1108"/>
                    <a:pt x="717" y="1093"/>
                    <a:pt x="762" y="1078"/>
                  </a:cubicBezTo>
                  <a:cubicBezTo>
                    <a:pt x="896" y="1048"/>
                    <a:pt x="1016" y="959"/>
                    <a:pt x="1090" y="824"/>
                  </a:cubicBezTo>
                  <a:cubicBezTo>
                    <a:pt x="1165" y="705"/>
                    <a:pt x="1180" y="556"/>
                    <a:pt x="1150" y="406"/>
                  </a:cubicBezTo>
                  <a:cubicBezTo>
                    <a:pt x="1074" y="166"/>
                    <a:pt x="849" y="1"/>
                    <a:pt x="6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5036400" y="681250"/>
              <a:ext cx="29525" cy="27375"/>
            </a:xfrm>
            <a:custGeom>
              <a:rect b="b" l="l" r="r" t="t"/>
              <a:pathLst>
                <a:path extrusionOk="0" h="1095" w="1181">
                  <a:moveTo>
                    <a:pt x="579" y="124"/>
                  </a:moveTo>
                  <a:cubicBezTo>
                    <a:pt x="615" y="124"/>
                    <a:pt x="652" y="129"/>
                    <a:pt x="688" y="138"/>
                  </a:cubicBezTo>
                  <a:cubicBezTo>
                    <a:pt x="912" y="198"/>
                    <a:pt x="1046" y="437"/>
                    <a:pt x="986" y="661"/>
                  </a:cubicBezTo>
                  <a:cubicBezTo>
                    <a:pt x="956" y="781"/>
                    <a:pt x="882" y="870"/>
                    <a:pt x="792" y="930"/>
                  </a:cubicBezTo>
                  <a:cubicBezTo>
                    <a:pt x="722" y="970"/>
                    <a:pt x="646" y="990"/>
                    <a:pt x="572" y="990"/>
                  </a:cubicBezTo>
                  <a:cubicBezTo>
                    <a:pt x="535" y="990"/>
                    <a:pt x="498" y="985"/>
                    <a:pt x="464" y="975"/>
                  </a:cubicBezTo>
                  <a:cubicBezTo>
                    <a:pt x="344" y="945"/>
                    <a:pt x="255" y="870"/>
                    <a:pt x="195" y="766"/>
                  </a:cubicBezTo>
                  <a:cubicBezTo>
                    <a:pt x="150" y="661"/>
                    <a:pt x="135" y="556"/>
                    <a:pt x="165" y="437"/>
                  </a:cubicBezTo>
                  <a:cubicBezTo>
                    <a:pt x="215" y="249"/>
                    <a:pt x="391" y="124"/>
                    <a:pt x="579" y="124"/>
                  </a:cubicBezTo>
                  <a:close/>
                  <a:moveTo>
                    <a:pt x="573" y="1"/>
                  </a:moveTo>
                  <a:cubicBezTo>
                    <a:pt x="328" y="1"/>
                    <a:pt x="108" y="157"/>
                    <a:pt x="45" y="407"/>
                  </a:cubicBezTo>
                  <a:cubicBezTo>
                    <a:pt x="1" y="556"/>
                    <a:pt x="16" y="691"/>
                    <a:pt x="90" y="825"/>
                  </a:cubicBezTo>
                  <a:cubicBezTo>
                    <a:pt x="165" y="960"/>
                    <a:pt x="284" y="1049"/>
                    <a:pt x="434" y="1079"/>
                  </a:cubicBezTo>
                  <a:cubicBezTo>
                    <a:pt x="479" y="1094"/>
                    <a:pt x="523" y="1094"/>
                    <a:pt x="568" y="1094"/>
                  </a:cubicBezTo>
                  <a:cubicBezTo>
                    <a:pt x="673" y="1094"/>
                    <a:pt x="762" y="1079"/>
                    <a:pt x="852" y="1019"/>
                  </a:cubicBezTo>
                  <a:cubicBezTo>
                    <a:pt x="971" y="960"/>
                    <a:pt x="1061" y="840"/>
                    <a:pt x="1106" y="691"/>
                  </a:cubicBezTo>
                  <a:cubicBezTo>
                    <a:pt x="1181" y="392"/>
                    <a:pt x="1016" y="93"/>
                    <a:pt x="718" y="19"/>
                  </a:cubicBezTo>
                  <a:cubicBezTo>
                    <a:pt x="669" y="7"/>
                    <a:pt x="621" y="1"/>
                    <a:pt x="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4936325" y="653325"/>
              <a:ext cx="38500" cy="149750"/>
            </a:xfrm>
            <a:custGeom>
              <a:rect b="b" l="l" r="r" t="t"/>
              <a:pathLst>
                <a:path extrusionOk="0" h="5990" w="1540">
                  <a:moveTo>
                    <a:pt x="763" y="240"/>
                  </a:moveTo>
                  <a:cubicBezTo>
                    <a:pt x="837" y="299"/>
                    <a:pt x="1002" y="449"/>
                    <a:pt x="1136" y="643"/>
                  </a:cubicBezTo>
                  <a:cubicBezTo>
                    <a:pt x="1121" y="658"/>
                    <a:pt x="1106" y="658"/>
                    <a:pt x="1106" y="673"/>
                  </a:cubicBezTo>
                  <a:cubicBezTo>
                    <a:pt x="1046" y="733"/>
                    <a:pt x="1076" y="822"/>
                    <a:pt x="1121" y="957"/>
                  </a:cubicBezTo>
                  <a:cubicBezTo>
                    <a:pt x="1151" y="1061"/>
                    <a:pt x="1196" y="1225"/>
                    <a:pt x="1151" y="1285"/>
                  </a:cubicBezTo>
                  <a:cubicBezTo>
                    <a:pt x="1151" y="1285"/>
                    <a:pt x="1151" y="1300"/>
                    <a:pt x="1136" y="1300"/>
                  </a:cubicBezTo>
                  <a:cubicBezTo>
                    <a:pt x="1133" y="1301"/>
                    <a:pt x="1129" y="1301"/>
                    <a:pt x="1126" y="1301"/>
                  </a:cubicBezTo>
                  <a:cubicBezTo>
                    <a:pt x="1041" y="1301"/>
                    <a:pt x="970" y="1115"/>
                    <a:pt x="927" y="971"/>
                  </a:cubicBezTo>
                  <a:cubicBezTo>
                    <a:pt x="852" y="792"/>
                    <a:pt x="807" y="658"/>
                    <a:pt x="703" y="658"/>
                  </a:cubicBezTo>
                  <a:cubicBezTo>
                    <a:pt x="598" y="658"/>
                    <a:pt x="553" y="762"/>
                    <a:pt x="524" y="852"/>
                  </a:cubicBezTo>
                  <a:cubicBezTo>
                    <a:pt x="479" y="957"/>
                    <a:pt x="449" y="1016"/>
                    <a:pt x="374" y="1016"/>
                  </a:cubicBezTo>
                  <a:cubicBezTo>
                    <a:pt x="329" y="1001"/>
                    <a:pt x="285" y="986"/>
                    <a:pt x="240" y="927"/>
                  </a:cubicBezTo>
                  <a:cubicBezTo>
                    <a:pt x="374" y="583"/>
                    <a:pt x="658" y="329"/>
                    <a:pt x="763" y="240"/>
                  </a:cubicBezTo>
                  <a:close/>
                  <a:moveTo>
                    <a:pt x="688" y="777"/>
                  </a:moveTo>
                  <a:cubicBezTo>
                    <a:pt x="718" y="792"/>
                    <a:pt x="777" y="927"/>
                    <a:pt x="807" y="1001"/>
                  </a:cubicBezTo>
                  <a:cubicBezTo>
                    <a:pt x="882" y="1196"/>
                    <a:pt x="957" y="1420"/>
                    <a:pt x="1121" y="1420"/>
                  </a:cubicBezTo>
                  <a:lnTo>
                    <a:pt x="1151" y="1420"/>
                  </a:lnTo>
                  <a:cubicBezTo>
                    <a:pt x="1211" y="1405"/>
                    <a:pt x="1240" y="1390"/>
                    <a:pt x="1255" y="1345"/>
                  </a:cubicBezTo>
                  <a:cubicBezTo>
                    <a:pt x="1283" y="1317"/>
                    <a:pt x="1285" y="1289"/>
                    <a:pt x="1285" y="1262"/>
                  </a:cubicBezTo>
                  <a:lnTo>
                    <a:pt x="1285" y="1262"/>
                  </a:lnTo>
                  <a:cubicBezTo>
                    <a:pt x="1284" y="1734"/>
                    <a:pt x="1105" y="1808"/>
                    <a:pt x="763" y="1823"/>
                  </a:cubicBezTo>
                  <a:cubicBezTo>
                    <a:pt x="419" y="1823"/>
                    <a:pt x="240" y="1733"/>
                    <a:pt x="240" y="1240"/>
                  </a:cubicBezTo>
                  <a:cubicBezTo>
                    <a:pt x="240" y="1196"/>
                    <a:pt x="255" y="1151"/>
                    <a:pt x="255" y="1091"/>
                  </a:cubicBezTo>
                  <a:cubicBezTo>
                    <a:pt x="300" y="1121"/>
                    <a:pt x="329" y="1121"/>
                    <a:pt x="374" y="1136"/>
                  </a:cubicBezTo>
                  <a:cubicBezTo>
                    <a:pt x="538" y="1136"/>
                    <a:pt x="598" y="986"/>
                    <a:pt x="628" y="882"/>
                  </a:cubicBezTo>
                  <a:cubicBezTo>
                    <a:pt x="658" y="837"/>
                    <a:pt x="673" y="777"/>
                    <a:pt x="688" y="777"/>
                  </a:cubicBezTo>
                  <a:close/>
                  <a:moveTo>
                    <a:pt x="942" y="2047"/>
                  </a:moveTo>
                  <a:cubicBezTo>
                    <a:pt x="942" y="2077"/>
                    <a:pt x="957" y="2107"/>
                    <a:pt x="957" y="2136"/>
                  </a:cubicBezTo>
                  <a:lnTo>
                    <a:pt x="972" y="2241"/>
                  </a:lnTo>
                  <a:cubicBezTo>
                    <a:pt x="1031" y="2689"/>
                    <a:pt x="1031" y="3197"/>
                    <a:pt x="1002" y="3675"/>
                  </a:cubicBezTo>
                  <a:cubicBezTo>
                    <a:pt x="972" y="4317"/>
                    <a:pt x="897" y="5452"/>
                    <a:pt x="777" y="5691"/>
                  </a:cubicBezTo>
                  <a:cubicBezTo>
                    <a:pt x="643" y="5422"/>
                    <a:pt x="553" y="4228"/>
                    <a:pt x="524" y="3690"/>
                  </a:cubicBezTo>
                  <a:cubicBezTo>
                    <a:pt x="479" y="3167"/>
                    <a:pt x="494" y="2629"/>
                    <a:pt x="568" y="2151"/>
                  </a:cubicBezTo>
                  <a:cubicBezTo>
                    <a:pt x="583" y="2122"/>
                    <a:pt x="583" y="2077"/>
                    <a:pt x="583" y="2047"/>
                  </a:cubicBezTo>
                  <a:cubicBezTo>
                    <a:pt x="643" y="2062"/>
                    <a:pt x="703" y="2062"/>
                    <a:pt x="763" y="2062"/>
                  </a:cubicBezTo>
                  <a:cubicBezTo>
                    <a:pt x="822" y="2062"/>
                    <a:pt x="882" y="2062"/>
                    <a:pt x="942" y="2047"/>
                  </a:cubicBezTo>
                  <a:close/>
                  <a:moveTo>
                    <a:pt x="763" y="1"/>
                  </a:moveTo>
                  <a:lnTo>
                    <a:pt x="688" y="60"/>
                  </a:lnTo>
                  <a:cubicBezTo>
                    <a:pt x="673" y="90"/>
                    <a:pt x="1" y="598"/>
                    <a:pt x="1" y="1240"/>
                  </a:cubicBezTo>
                  <a:cubicBezTo>
                    <a:pt x="1" y="1688"/>
                    <a:pt x="150" y="1883"/>
                    <a:pt x="359" y="1987"/>
                  </a:cubicBezTo>
                  <a:cubicBezTo>
                    <a:pt x="344" y="2032"/>
                    <a:pt x="344" y="2077"/>
                    <a:pt x="329" y="2107"/>
                  </a:cubicBezTo>
                  <a:cubicBezTo>
                    <a:pt x="255" y="2600"/>
                    <a:pt x="240" y="3167"/>
                    <a:pt x="285" y="3705"/>
                  </a:cubicBezTo>
                  <a:cubicBezTo>
                    <a:pt x="404" y="5482"/>
                    <a:pt x="509" y="5945"/>
                    <a:pt x="763" y="5975"/>
                  </a:cubicBezTo>
                  <a:lnTo>
                    <a:pt x="897" y="5990"/>
                  </a:lnTo>
                  <a:lnTo>
                    <a:pt x="897" y="5930"/>
                  </a:lnTo>
                  <a:cubicBezTo>
                    <a:pt x="1091" y="5781"/>
                    <a:pt x="1166" y="5198"/>
                    <a:pt x="1255" y="3690"/>
                  </a:cubicBezTo>
                  <a:cubicBezTo>
                    <a:pt x="1285" y="3167"/>
                    <a:pt x="1270" y="2600"/>
                    <a:pt x="1196" y="2107"/>
                  </a:cubicBezTo>
                  <a:lnTo>
                    <a:pt x="1181" y="2002"/>
                  </a:lnTo>
                  <a:cubicBezTo>
                    <a:pt x="1181" y="1987"/>
                    <a:pt x="1181" y="1987"/>
                    <a:pt x="1181" y="1987"/>
                  </a:cubicBezTo>
                  <a:cubicBezTo>
                    <a:pt x="1390" y="1883"/>
                    <a:pt x="1539" y="1688"/>
                    <a:pt x="1539" y="1240"/>
                  </a:cubicBezTo>
                  <a:cubicBezTo>
                    <a:pt x="1539" y="613"/>
                    <a:pt x="912" y="120"/>
                    <a:pt x="837" y="75"/>
                  </a:cubicBezTo>
                  <a:lnTo>
                    <a:pt x="807" y="120"/>
                  </a:lnTo>
                  <a:lnTo>
                    <a:pt x="807" y="105"/>
                  </a:lnTo>
                  <a:lnTo>
                    <a:pt x="837" y="60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23"/>
          <p:cNvGrpSpPr/>
          <p:nvPr/>
        </p:nvGrpSpPr>
        <p:grpSpPr>
          <a:xfrm>
            <a:off x="7506863" y="1204163"/>
            <a:ext cx="182267" cy="335413"/>
            <a:chOff x="2568275" y="3674475"/>
            <a:chExt cx="84025" cy="154625"/>
          </a:xfrm>
        </p:grpSpPr>
        <p:sp>
          <p:nvSpPr>
            <p:cNvPr id="836" name="Google Shape;836;p23"/>
            <p:cNvSpPr/>
            <p:nvPr/>
          </p:nvSpPr>
          <p:spPr>
            <a:xfrm>
              <a:off x="2568275" y="3674475"/>
              <a:ext cx="84025" cy="154625"/>
            </a:xfrm>
            <a:custGeom>
              <a:rect b="b" l="l" r="r" t="t"/>
              <a:pathLst>
                <a:path extrusionOk="0" h="6185" w="3361">
                  <a:moveTo>
                    <a:pt x="3092" y="255"/>
                  </a:moveTo>
                  <a:cubicBezTo>
                    <a:pt x="3107" y="255"/>
                    <a:pt x="3107" y="255"/>
                    <a:pt x="3107" y="269"/>
                  </a:cubicBezTo>
                  <a:cubicBezTo>
                    <a:pt x="3092" y="269"/>
                    <a:pt x="3092" y="284"/>
                    <a:pt x="3077" y="284"/>
                  </a:cubicBezTo>
                  <a:cubicBezTo>
                    <a:pt x="2913" y="329"/>
                    <a:pt x="2046" y="583"/>
                    <a:pt x="1673" y="1584"/>
                  </a:cubicBezTo>
                  <a:cubicBezTo>
                    <a:pt x="1658" y="1629"/>
                    <a:pt x="1658" y="1673"/>
                    <a:pt x="1688" y="1703"/>
                  </a:cubicBezTo>
                  <a:cubicBezTo>
                    <a:pt x="1703" y="1733"/>
                    <a:pt x="1748" y="1748"/>
                    <a:pt x="1777" y="1748"/>
                  </a:cubicBezTo>
                  <a:lnTo>
                    <a:pt x="1942" y="1748"/>
                  </a:lnTo>
                  <a:cubicBezTo>
                    <a:pt x="2494" y="1748"/>
                    <a:pt x="2927" y="2196"/>
                    <a:pt x="2927" y="2734"/>
                  </a:cubicBezTo>
                  <a:lnTo>
                    <a:pt x="2927" y="3481"/>
                  </a:lnTo>
                  <a:lnTo>
                    <a:pt x="239" y="3481"/>
                  </a:lnTo>
                  <a:lnTo>
                    <a:pt x="239" y="2734"/>
                  </a:lnTo>
                  <a:cubicBezTo>
                    <a:pt x="239" y="2196"/>
                    <a:pt x="672" y="1748"/>
                    <a:pt x="1225" y="1748"/>
                  </a:cubicBezTo>
                  <a:lnTo>
                    <a:pt x="1494" y="1748"/>
                  </a:lnTo>
                  <a:cubicBezTo>
                    <a:pt x="1538" y="1748"/>
                    <a:pt x="1583" y="1718"/>
                    <a:pt x="1598" y="1659"/>
                  </a:cubicBezTo>
                  <a:cubicBezTo>
                    <a:pt x="1613" y="1629"/>
                    <a:pt x="1628" y="1599"/>
                    <a:pt x="1643" y="1569"/>
                  </a:cubicBezTo>
                  <a:lnTo>
                    <a:pt x="1643" y="1554"/>
                  </a:lnTo>
                  <a:cubicBezTo>
                    <a:pt x="1643" y="1539"/>
                    <a:pt x="1658" y="1509"/>
                    <a:pt x="1658" y="1494"/>
                  </a:cubicBezTo>
                  <a:lnTo>
                    <a:pt x="1673" y="1464"/>
                  </a:lnTo>
                  <a:cubicBezTo>
                    <a:pt x="1688" y="1449"/>
                    <a:pt x="1688" y="1434"/>
                    <a:pt x="1703" y="1405"/>
                  </a:cubicBezTo>
                  <a:lnTo>
                    <a:pt x="1703" y="1390"/>
                  </a:lnTo>
                  <a:cubicBezTo>
                    <a:pt x="1718" y="1360"/>
                    <a:pt x="1733" y="1345"/>
                    <a:pt x="1748" y="1315"/>
                  </a:cubicBezTo>
                  <a:lnTo>
                    <a:pt x="1762" y="1300"/>
                  </a:lnTo>
                  <a:cubicBezTo>
                    <a:pt x="1762" y="1270"/>
                    <a:pt x="1777" y="1255"/>
                    <a:pt x="1792" y="1225"/>
                  </a:cubicBezTo>
                  <a:lnTo>
                    <a:pt x="1807" y="1210"/>
                  </a:lnTo>
                  <a:cubicBezTo>
                    <a:pt x="1822" y="1181"/>
                    <a:pt x="1837" y="1151"/>
                    <a:pt x="1852" y="1121"/>
                  </a:cubicBezTo>
                  <a:lnTo>
                    <a:pt x="1867" y="1106"/>
                  </a:lnTo>
                  <a:cubicBezTo>
                    <a:pt x="1882" y="1091"/>
                    <a:pt x="1897" y="1061"/>
                    <a:pt x="1912" y="1046"/>
                  </a:cubicBezTo>
                  <a:lnTo>
                    <a:pt x="1927" y="1016"/>
                  </a:lnTo>
                  <a:cubicBezTo>
                    <a:pt x="1957" y="986"/>
                    <a:pt x="1972" y="957"/>
                    <a:pt x="1987" y="942"/>
                  </a:cubicBezTo>
                  <a:lnTo>
                    <a:pt x="2001" y="927"/>
                  </a:lnTo>
                  <a:cubicBezTo>
                    <a:pt x="2016" y="897"/>
                    <a:pt x="2046" y="882"/>
                    <a:pt x="2061" y="852"/>
                  </a:cubicBezTo>
                  <a:lnTo>
                    <a:pt x="2091" y="837"/>
                  </a:lnTo>
                  <a:cubicBezTo>
                    <a:pt x="2106" y="807"/>
                    <a:pt x="2136" y="777"/>
                    <a:pt x="2166" y="762"/>
                  </a:cubicBezTo>
                  <a:lnTo>
                    <a:pt x="2166" y="747"/>
                  </a:lnTo>
                  <a:cubicBezTo>
                    <a:pt x="2196" y="718"/>
                    <a:pt x="2225" y="703"/>
                    <a:pt x="2255" y="673"/>
                  </a:cubicBezTo>
                  <a:cubicBezTo>
                    <a:pt x="2270" y="673"/>
                    <a:pt x="2270" y="658"/>
                    <a:pt x="2285" y="658"/>
                  </a:cubicBezTo>
                  <a:cubicBezTo>
                    <a:pt x="2300" y="628"/>
                    <a:pt x="2330" y="613"/>
                    <a:pt x="2360" y="583"/>
                  </a:cubicBezTo>
                  <a:lnTo>
                    <a:pt x="2390" y="568"/>
                  </a:lnTo>
                  <a:cubicBezTo>
                    <a:pt x="2420" y="553"/>
                    <a:pt x="2450" y="523"/>
                    <a:pt x="2494" y="508"/>
                  </a:cubicBezTo>
                  <a:lnTo>
                    <a:pt x="2509" y="494"/>
                  </a:lnTo>
                  <a:cubicBezTo>
                    <a:pt x="2554" y="479"/>
                    <a:pt x="2584" y="449"/>
                    <a:pt x="2614" y="434"/>
                  </a:cubicBezTo>
                  <a:lnTo>
                    <a:pt x="2644" y="419"/>
                  </a:lnTo>
                  <a:cubicBezTo>
                    <a:pt x="2688" y="404"/>
                    <a:pt x="2718" y="374"/>
                    <a:pt x="2763" y="359"/>
                  </a:cubicBezTo>
                  <a:lnTo>
                    <a:pt x="2793" y="359"/>
                  </a:lnTo>
                  <a:cubicBezTo>
                    <a:pt x="2823" y="344"/>
                    <a:pt x="2868" y="329"/>
                    <a:pt x="2913" y="314"/>
                  </a:cubicBezTo>
                  <a:lnTo>
                    <a:pt x="2942" y="299"/>
                  </a:lnTo>
                  <a:cubicBezTo>
                    <a:pt x="3002" y="284"/>
                    <a:pt x="3047" y="269"/>
                    <a:pt x="3092" y="255"/>
                  </a:cubicBezTo>
                  <a:close/>
                  <a:moveTo>
                    <a:pt x="2942" y="3720"/>
                  </a:moveTo>
                  <a:lnTo>
                    <a:pt x="2942" y="4944"/>
                  </a:lnTo>
                  <a:lnTo>
                    <a:pt x="2927" y="4944"/>
                  </a:lnTo>
                  <a:cubicBezTo>
                    <a:pt x="2927" y="5497"/>
                    <a:pt x="2494" y="5930"/>
                    <a:pt x="1942" y="5930"/>
                  </a:cubicBezTo>
                  <a:lnTo>
                    <a:pt x="1225" y="5930"/>
                  </a:lnTo>
                  <a:cubicBezTo>
                    <a:pt x="687" y="5930"/>
                    <a:pt x="239" y="5497"/>
                    <a:pt x="239" y="4944"/>
                  </a:cubicBezTo>
                  <a:lnTo>
                    <a:pt x="239" y="3720"/>
                  </a:lnTo>
                  <a:close/>
                  <a:moveTo>
                    <a:pt x="3107" y="1"/>
                  </a:moveTo>
                  <a:cubicBezTo>
                    <a:pt x="3092" y="1"/>
                    <a:pt x="3062" y="16"/>
                    <a:pt x="3047" y="16"/>
                  </a:cubicBezTo>
                  <a:cubicBezTo>
                    <a:pt x="2987" y="31"/>
                    <a:pt x="2942" y="45"/>
                    <a:pt x="2883" y="60"/>
                  </a:cubicBezTo>
                  <a:lnTo>
                    <a:pt x="2838" y="75"/>
                  </a:lnTo>
                  <a:cubicBezTo>
                    <a:pt x="2793" y="90"/>
                    <a:pt x="2748" y="105"/>
                    <a:pt x="2703" y="135"/>
                  </a:cubicBezTo>
                  <a:lnTo>
                    <a:pt x="2674" y="135"/>
                  </a:lnTo>
                  <a:cubicBezTo>
                    <a:pt x="2629" y="165"/>
                    <a:pt x="2584" y="180"/>
                    <a:pt x="2539" y="210"/>
                  </a:cubicBezTo>
                  <a:lnTo>
                    <a:pt x="2509" y="225"/>
                  </a:lnTo>
                  <a:cubicBezTo>
                    <a:pt x="2464" y="240"/>
                    <a:pt x="2435" y="269"/>
                    <a:pt x="2405" y="284"/>
                  </a:cubicBezTo>
                  <a:lnTo>
                    <a:pt x="2375" y="299"/>
                  </a:lnTo>
                  <a:cubicBezTo>
                    <a:pt x="2330" y="329"/>
                    <a:pt x="2285" y="344"/>
                    <a:pt x="2255" y="374"/>
                  </a:cubicBezTo>
                  <a:lnTo>
                    <a:pt x="2225" y="389"/>
                  </a:lnTo>
                  <a:cubicBezTo>
                    <a:pt x="2196" y="419"/>
                    <a:pt x="2166" y="434"/>
                    <a:pt x="2136" y="464"/>
                  </a:cubicBezTo>
                  <a:lnTo>
                    <a:pt x="2106" y="494"/>
                  </a:lnTo>
                  <a:cubicBezTo>
                    <a:pt x="2076" y="508"/>
                    <a:pt x="2046" y="538"/>
                    <a:pt x="2001" y="583"/>
                  </a:cubicBezTo>
                  <a:cubicBezTo>
                    <a:pt x="1972" y="613"/>
                    <a:pt x="1942" y="643"/>
                    <a:pt x="1912" y="673"/>
                  </a:cubicBezTo>
                  <a:lnTo>
                    <a:pt x="1897" y="688"/>
                  </a:lnTo>
                  <a:cubicBezTo>
                    <a:pt x="1867" y="718"/>
                    <a:pt x="1852" y="747"/>
                    <a:pt x="1822" y="777"/>
                  </a:cubicBezTo>
                  <a:lnTo>
                    <a:pt x="1807" y="777"/>
                  </a:lnTo>
                  <a:cubicBezTo>
                    <a:pt x="1792" y="822"/>
                    <a:pt x="1762" y="852"/>
                    <a:pt x="1748" y="882"/>
                  </a:cubicBezTo>
                  <a:lnTo>
                    <a:pt x="1718" y="897"/>
                  </a:lnTo>
                  <a:cubicBezTo>
                    <a:pt x="1703" y="927"/>
                    <a:pt x="1688" y="957"/>
                    <a:pt x="1673" y="986"/>
                  </a:cubicBezTo>
                  <a:lnTo>
                    <a:pt x="1658" y="1001"/>
                  </a:lnTo>
                  <a:cubicBezTo>
                    <a:pt x="1628" y="1031"/>
                    <a:pt x="1613" y="1061"/>
                    <a:pt x="1598" y="1091"/>
                  </a:cubicBezTo>
                  <a:cubicBezTo>
                    <a:pt x="1598" y="1106"/>
                    <a:pt x="1583" y="1106"/>
                    <a:pt x="1583" y="1106"/>
                  </a:cubicBezTo>
                  <a:cubicBezTo>
                    <a:pt x="1568" y="1136"/>
                    <a:pt x="1553" y="1166"/>
                    <a:pt x="1553" y="1181"/>
                  </a:cubicBezTo>
                  <a:lnTo>
                    <a:pt x="1538" y="1210"/>
                  </a:lnTo>
                  <a:cubicBezTo>
                    <a:pt x="1524" y="1240"/>
                    <a:pt x="1509" y="1270"/>
                    <a:pt x="1494" y="1300"/>
                  </a:cubicBezTo>
                  <a:lnTo>
                    <a:pt x="1479" y="1315"/>
                  </a:lnTo>
                  <a:cubicBezTo>
                    <a:pt x="1479" y="1330"/>
                    <a:pt x="1464" y="1360"/>
                    <a:pt x="1449" y="1375"/>
                  </a:cubicBezTo>
                  <a:lnTo>
                    <a:pt x="1449" y="1405"/>
                  </a:lnTo>
                  <a:cubicBezTo>
                    <a:pt x="1434" y="1434"/>
                    <a:pt x="1419" y="1449"/>
                    <a:pt x="1419" y="1479"/>
                  </a:cubicBezTo>
                  <a:cubicBezTo>
                    <a:pt x="1404" y="1494"/>
                    <a:pt x="1404" y="1494"/>
                    <a:pt x="1404" y="1509"/>
                  </a:cubicBezTo>
                  <a:lnTo>
                    <a:pt x="1225" y="1509"/>
                  </a:lnTo>
                  <a:cubicBezTo>
                    <a:pt x="553" y="1509"/>
                    <a:pt x="0" y="2062"/>
                    <a:pt x="0" y="2734"/>
                  </a:cubicBezTo>
                  <a:lnTo>
                    <a:pt x="0" y="3600"/>
                  </a:lnTo>
                  <a:lnTo>
                    <a:pt x="0" y="4944"/>
                  </a:lnTo>
                  <a:cubicBezTo>
                    <a:pt x="0" y="5631"/>
                    <a:pt x="553" y="6184"/>
                    <a:pt x="1225" y="6184"/>
                  </a:cubicBezTo>
                  <a:lnTo>
                    <a:pt x="1942" y="6184"/>
                  </a:lnTo>
                  <a:cubicBezTo>
                    <a:pt x="2629" y="6184"/>
                    <a:pt x="3181" y="5631"/>
                    <a:pt x="3181" y="4944"/>
                  </a:cubicBezTo>
                  <a:lnTo>
                    <a:pt x="3181" y="3600"/>
                  </a:lnTo>
                  <a:lnTo>
                    <a:pt x="3181" y="2734"/>
                  </a:lnTo>
                  <a:cubicBezTo>
                    <a:pt x="3181" y="2062"/>
                    <a:pt x="2644" y="1524"/>
                    <a:pt x="1972" y="1509"/>
                  </a:cubicBezTo>
                  <a:cubicBezTo>
                    <a:pt x="2330" y="762"/>
                    <a:pt x="3017" y="553"/>
                    <a:pt x="3152" y="508"/>
                  </a:cubicBezTo>
                  <a:lnTo>
                    <a:pt x="3166" y="508"/>
                  </a:lnTo>
                  <a:cubicBezTo>
                    <a:pt x="3181" y="508"/>
                    <a:pt x="3196" y="508"/>
                    <a:pt x="3196" y="494"/>
                  </a:cubicBezTo>
                  <a:cubicBezTo>
                    <a:pt x="3301" y="464"/>
                    <a:pt x="3361" y="374"/>
                    <a:pt x="3361" y="269"/>
                  </a:cubicBezTo>
                  <a:cubicBezTo>
                    <a:pt x="3361" y="120"/>
                    <a:pt x="3241" y="1"/>
                    <a:pt x="31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2598125" y="3722275"/>
              <a:ext cx="19450" cy="37375"/>
            </a:xfrm>
            <a:custGeom>
              <a:rect b="b" l="l" r="r" t="t"/>
              <a:pathLst>
                <a:path extrusionOk="0" h="1495" w="778">
                  <a:moveTo>
                    <a:pt x="389" y="239"/>
                  </a:moveTo>
                  <a:cubicBezTo>
                    <a:pt x="479" y="239"/>
                    <a:pt x="539" y="314"/>
                    <a:pt x="539" y="389"/>
                  </a:cubicBezTo>
                  <a:lnTo>
                    <a:pt x="539" y="1106"/>
                  </a:lnTo>
                  <a:cubicBezTo>
                    <a:pt x="539" y="1195"/>
                    <a:pt x="479" y="1255"/>
                    <a:pt x="389" y="1255"/>
                  </a:cubicBezTo>
                  <a:cubicBezTo>
                    <a:pt x="315" y="1255"/>
                    <a:pt x="240" y="1195"/>
                    <a:pt x="240" y="1106"/>
                  </a:cubicBezTo>
                  <a:lnTo>
                    <a:pt x="240" y="389"/>
                  </a:lnTo>
                  <a:cubicBezTo>
                    <a:pt x="240" y="314"/>
                    <a:pt x="315" y="239"/>
                    <a:pt x="389" y="239"/>
                  </a:cubicBezTo>
                  <a:close/>
                  <a:moveTo>
                    <a:pt x="389" y="0"/>
                  </a:moveTo>
                  <a:cubicBezTo>
                    <a:pt x="180" y="0"/>
                    <a:pt x="1" y="180"/>
                    <a:pt x="1" y="389"/>
                  </a:cubicBezTo>
                  <a:lnTo>
                    <a:pt x="1" y="1106"/>
                  </a:lnTo>
                  <a:cubicBezTo>
                    <a:pt x="1" y="1330"/>
                    <a:pt x="180" y="1494"/>
                    <a:pt x="389" y="1494"/>
                  </a:cubicBezTo>
                  <a:cubicBezTo>
                    <a:pt x="598" y="1494"/>
                    <a:pt x="778" y="1330"/>
                    <a:pt x="778" y="1106"/>
                  </a:cubicBezTo>
                  <a:lnTo>
                    <a:pt x="778" y="389"/>
                  </a:lnTo>
                  <a:cubicBezTo>
                    <a:pt x="778" y="180"/>
                    <a:pt x="613" y="0"/>
                    <a:pt x="3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23"/>
          <p:cNvSpPr txBox="1"/>
          <p:nvPr/>
        </p:nvSpPr>
        <p:spPr>
          <a:xfrm>
            <a:off x="6493100" y="1619450"/>
            <a:ext cx="22098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SOFTWARE</a:t>
            </a:r>
            <a:r>
              <a:rPr b="1" lang="en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SKILLS</a:t>
            </a:r>
            <a:endParaRPr b="1" sz="17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39" name="Google Shape;839;p23"/>
          <p:cNvSpPr txBox="1"/>
          <p:nvPr/>
        </p:nvSpPr>
        <p:spPr>
          <a:xfrm>
            <a:off x="6493100" y="2076888"/>
            <a:ext cx="21525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called the red planet and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0" name="Google Shape;840;p23"/>
          <p:cNvCxnSpPr/>
          <p:nvPr/>
        </p:nvCxnSpPr>
        <p:spPr>
          <a:xfrm>
            <a:off x="6561800" y="1976200"/>
            <a:ext cx="2083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23"/>
          <p:cNvSpPr txBox="1"/>
          <p:nvPr/>
        </p:nvSpPr>
        <p:spPr>
          <a:xfrm>
            <a:off x="457200" y="3395725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Premiere</a:t>
            </a:r>
            <a:endParaRPr b="1" sz="13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42" name="Google Shape;842;p23"/>
          <p:cNvSpPr txBox="1"/>
          <p:nvPr/>
        </p:nvSpPr>
        <p:spPr>
          <a:xfrm>
            <a:off x="457200" y="3868350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Photoshop</a:t>
            </a:r>
            <a:endParaRPr b="1" sz="13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43" name="Google Shape;843;p23"/>
          <p:cNvSpPr txBox="1"/>
          <p:nvPr/>
        </p:nvSpPr>
        <p:spPr>
          <a:xfrm>
            <a:off x="457200" y="4341000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Indesign</a:t>
            </a:r>
            <a:endParaRPr b="1" sz="13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44" name="Google Shape;844;p23"/>
          <p:cNvSpPr txBox="1"/>
          <p:nvPr/>
        </p:nvSpPr>
        <p:spPr>
          <a:xfrm>
            <a:off x="6493100" y="2923100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JavaScript</a:t>
            </a:r>
            <a:endParaRPr b="1" sz="13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45" name="Google Shape;845;p23"/>
          <p:cNvSpPr txBox="1"/>
          <p:nvPr/>
        </p:nvSpPr>
        <p:spPr>
          <a:xfrm>
            <a:off x="6493100" y="3395733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PHP</a:t>
            </a:r>
            <a:endParaRPr b="1" sz="13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46" name="Google Shape;846;p23"/>
          <p:cNvGrpSpPr/>
          <p:nvPr/>
        </p:nvGrpSpPr>
        <p:grpSpPr>
          <a:xfrm>
            <a:off x="1361100" y="3060788"/>
            <a:ext cx="994625" cy="1533100"/>
            <a:chOff x="1284900" y="3060788"/>
            <a:chExt cx="994625" cy="1533100"/>
          </a:xfrm>
        </p:grpSpPr>
        <p:sp>
          <p:nvSpPr>
            <p:cNvPr id="847" name="Google Shape;847;p23"/>
            <p:cNvSpPr/>
            <p:nvPr/>
          </p:nvSpPr>
          <p:spPr>
            <a:xfrm>
              <a:off x="1284900" y="3533421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48" name="Google Shape;848;p23"/>
            <p:cNvSpPr/>
            <p:nvPr/>
          </p:nvSpPr>
          <p:spPr>
            <a:xfrm>
              <a:off x="1510200" y="3533421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1735500" y="3533421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1960800" y="3533421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2164325" y="3533421"/>
              <a:ext cx="115200" cy="1152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1284900" y="4006054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1510200" y="4006054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4" name="Google Shape;854;p23"/>
            <p:cNvSpPr/>
            <p:nvPr/>
          </p:nvSpPr>
          <p:spPr>
            <a:xfrm>
              <a:off x="1735500" y="4006054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5" name="Google Shape;855;p23"/>
            <p:cNvSpPr/>
            <p:nvPr/>
          </p:nvSpPr>
          <p:spPr>
            <a:xfrm>
              <a:off x="1960800" y="4006054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2164325" y="4006054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1284900" y="44786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1510200" y="44786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1735500" y="44786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1960800" y="44786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2164325" y="4478688"/>
              <a:ext cx="115200" cy="1152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1284900" y="30607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1510200" y="30607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1735500" y="3060788"/>
              <a:ext cx="115200" cy="115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1960800" y="3060788"/>
              <a:ext cx="115200" cy="1152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2164325" y="3060788"/>
              <a:ext cx="115200" cy="115200"/>
            </a:xfrm>
            <a:prstGeom prst="ellipse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867" name="Google Shape;867;p23"/>
          <p:cNvSpPr/>
          <p:nvPr/>
        </p:nvSpPr>
        <p:spPr>
          <a:xfrm>
            <a:off x="7397000" y="3060788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68" name="Google Shape;868;p23"/>
          <p:cNvSpPr/>
          <p:nvPr/>
        </p:nvSpPr>
        <p:spPr>
          <a:xfrm>
            <a:off x="7622300" y="3060788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69" name="Google Shape;869;p23"/>
          <p:cNvSpPr/>
          <p:nvPr/>
        </p:nvSpPr>
        <p:spPr>
          <a:xfrm>
            <a:off x="7847600" y="3060788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70" name="Google Shape;870;p23"/>
          <p:cNvSpPr/>
          <p:nvPr/>
        </p:nvSpPr>
        <p:spPr>
          <a:xfrm>
            <a:off x="8072900" y="3060788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1" name="Google Shape;871;p23"/>
          <p:cNvSpPr/>
          <p:nvPr/>
        </p:nvSpPr>
        <p:spPr>
          <a:xfrm>
            <a:off x="8276425" y="3060788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2" name="Google Shape;872;p23"/>
          <p:cNvSpPr/>
          <p:nvPr/>
        </p:nvSpPr>
        <p:spPr>
          <a:xfrm>
            <a:off x="7397000" y="3533421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73" name="Google Shape;873;p23"/>
          <p:cNvSpPr/>
          <p:nvPr/>
        </p:nvSpPr>
        <p:spPr>
          <a:xfrm>
            <a:off x="7622300" y="3533421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74" name="Google Shape;874;p23"/>
          <p:cNvSpPr/>
          <p:nvPr/>
        </p:nvSpPr>
        <p:spPr>
          <a:xfrm>
            <a:off x="7847600" y="3533421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75" name="Google Shape;875;p23"/>
          <p:cNvSpPr/>
          <p:nvPr/>
        </p:nvSpPr>
        <p:spPr>
          <a:xfrm>
            <a:off x="8072900" y="3533421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8276425" y="3533421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877" name="Google Shape;877;p23"/>
          <p:cNvCxnSpPr>
            <a:stCxn id="823" idx="3"/>
          </p:cNvCxnSpPr>
          <p:nvPr/>
        </p:nvCxnSpPr>
        <p:spPr>
          <a:xfrm>
            <a:off x="2667000" y="1776050"/>
            <a:ext cx="800100" cy="976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78" name="Google Shape;878;p23"/>
          <p:cNvCxnSpPr>
            <a:stCxn id="838" idx="1"/>
          </p:cNvCxnSpPr>
          <p:nvPr/>
        </p:nvCxnSpPr>
        <p:spPr>
          <a:xfrm flipH="1">
            <a:off x="5400800" y="1776050"/>
            <a:ext cx="1092300" cy="1843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79" name="Google Shape;879;p23"/>
          <p:cNvSpPr txBox="1"/>
          <p:nvPr/>
        </p:nvSpPr>
        <p:spPr>
          <a:xfrm>
            <a:off x="3039438" y="2749363"/>
            <a:ext cx="838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80" name="Google Shape;880;p23"/>
          <p:cNvSpPr txBox="1"/>
          <p:nvPr/>
        </p:nvSpPr>
        <p:spPr>
          <a:xfrm>
            <a:off x="4992650" y="3618163"/>
            <a:ext cx="838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r>
              <a:rPr lang="en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5%</a:t>
            </a:r>
            <a:endParaRPr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81" name="Google Shape;881;p23"/>
          <p:cNvSpPr txBox="1"/>
          <p:nvPr/>
        </p:nvSpPr>
        <p:spPr>
          <a:xfrm>
            <a:off x="6493100" y="3868367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</a:t>
            </a:r>
            <a:endParaRPr b="1" sz="13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82" name="Google Shape;882;p23"/>
          <p:cNvSpPr/>
          <p:nvPr/>
        </p:nvSpPr>
        <p:spPr>
          <a:xfrm>
            <a:off x="7397000" y="4006054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3" name="Google Shape;883;p23"/>
          <p:cNvSpPr/>
          <p:nvPr/>
        </p:nvSpPr>
        <p:spPr>
          <a:xfrm>
            <a:off x="7622300" y="4006054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4" name="Google Shape;884;p23"/>
          <p:cNvSpPr/>
          <p:nvPr/>
        </p:nvSpPr>
        <p:spPr>
          <a:xfrm>
            <a:off x="7847600" y="4006054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5" name="Google Shape;885;p23"/>
          <p:cNvSpPr/>
          <p:nvPr/>
        </p:nvSpPr>
        <p:spPr>
          <a:xfrm>
            <a:off x="8072900" y="4006054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6" name="Google Shape;886;p23"/>
          <p:cNvSpPr/>
          <p:nvPr/>
        </p:nvSpPr>
        <p:spPr>
          <a:xfrm>
            <a:off x="8276425" y="4006054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7" name="Google Shape;887;p23"/>
          <p:cNvSpPr txBox="1"/>
          <p:nvPr/>
        </p:nvSpPr>
        <p:spPr>
          <a:xfrm>
            <a:off x="6493100" y="4341000"/>
            <a:ext cx="9267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HTML</a:t>
            </a:r>
            <a:endParaRPr b="1" sz="13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88" name="Google Shape;888;p23"/>
          <p:cNvSpPr/>
          <p:nvPr/>
        </p:nvSpPr>
        <p:spPr>
          <a:xfrm>
            <a:off x="7397000" y="4478688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89" name="Google Shape;889;p23"/>
          <p:cNvSpPr/>
          <p:nvPr/>
        </p:nvSpPr>
        <p:spPr>
          <a:xfrm>
            <a:off x="7622300" y="4478688"/>
            <a:ext cx="115200" cy="115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90" name="Google Shape;890;p23"/>
          <p:cNvSpPr/>
          <p:nvPr/>
        </p:nvSpPr>
        <p:spPr>
          <a:xfrm>
            <a:off x="7847600" y="4478688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91" name="Google Shape;891;p23"/>
          <p:cNvSpPr/>
          <p:nvPr/>
        </p:nvSpPr>
        <p:spPr>
          <a:xfrm>
            <a:off x="8072900" y="4478688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92" name="Google Shape;892;p23"/>
          <p:cNvSpPr/>
          <p:nvPr/>
        </p:nvSpPr>
        <p:spPr>
          <a:xfrm>
            <a:off x="8276425" y="4478688"/>
            <a:ext cx="115200" cy="115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4"/>
          <p:cNvSpPr/>
          <p:nvPr/>
        </p:nvSpPr>
        <p:spPr>
          <a:xfrm>
            <a:off x="4406081" y="3322320"/>
            <a:ext cx="331821" cy="332705"/>
          </a:xfrm>
          <a:custGeom>
            <a:rect b="b" l="l" r="r" t="t"/>
            <a:pathLst>
              <a:path extrusionOk="0" h="12036" w="12004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4"/>
          <p:cNvSpPr/>
          <p:nvPr/>
        </p:nvSpPr>
        <p:spPr>
          <a:xfrm>
            <a:off x="7274634" y="3324336"/>
            <a:ext cx="327823" cy="328695"/>
          </a:xfrm>
          <a:custGeom>
            <a:rect b="b" l="l" r="r" t="t"/>
            <a:pathLst>
              <a:path extrusionOk="0" h="11689" w="11658">
                <a:moveTo>
                  <a:pt x="10617" y="662"/>
                </a:moveTo>
                <a:cubicBezTo>
                  <a:pt x="10806" y="662"/>
                  <a:pt x="10964" y="820"/>
                  <a:pt x="10964" y="1009"/>
                </a:cubicBezTo>
                <a:lnTo>
                  <a:pt x="10964" y="2710"/>
                </a:lnTo>
                <a:lnTo>
                  <a:pt x="662" y="2710"/>
                </a:lnTo>
                <a:lnTo>
                  <a:pt x="662" y="1009"/>
                </a:lnTo>
                <a:cubicBezTo>
                  <a:pt x="662" y="820"/>
                  <a:pt x="819" y="662"/>
                  <a:pt x="1008" y="662"/>
                </a:cubicBezTo>
                <a:close/>
                <a:moveTo>
                  <a:pt x="10933" y="3372"/>
                </a:moveTo>
                <a:lnTo>
                  <a:pt x="10933" y="9232"/>
                </a:lnTo>
                <a:cubicBezTo>
                  <a:pt x="10964" y="9484"/>
                  <a:pt x="10806" y="9610"/>
                  <a:pt x="10617" y="9610"/>
                </a:cubicBezTo>
                <a:lnTo>
                  <a:pt x="8916" y="9610"/>
                </a:lnTo>
                <a:lnTo>
                  <a:pt x="8570" y="9232"/>
                </a:lnTo>
                <a:cubicBezTo>
                  <a:pt x="8601" y="9169"/>
                  <a:pt x="8664" y="9043"/>
                  <a:pt x="8696" y="8917"/>
                </a:cubicBezTo>
                <a:lnTo>
                  <a:pt x="9200" y="8917"/>
                </a:lnTo>
                <a:cubicBezTo>
                  <a:pt x="9389" y="8917"/>
                  <a:pt x="9546" y="8759"/>
                  <a:pt x="9546" y="8570"/>
                </a:cubicBezTo>
                <a:lnTo>
                  <a:pt x="9546" y="7184"/>
                </a:lnTo>
                <a:cubicBezTo>
                  <a:pt x="9546" y="6995"/>
                  <a:pt x="9389" y="6837"/>
                  <a:pt x="9200" y="6837"/>
                </a:cubicBezTo>
                <a:lnTo>
                  <a:pt x="8696" y="6837"/>
                </a:lnTo>
                <a:cubicBezTo>
                  <a:pt x="8664" y="6711"/>
                  <a:pt x="8601" y="6648"/>
                  <a:pt x="8570" y="6522"/>
                </a:cubicBezTo>
                <a:lnTo>
                  <a:pt x="8916" y="6176"/>
                </a:lnTo>
                <a:cubicBezTo>
                  <a:pt x="9042" y="6050"/>
                  <a:pt x="9042" y="5798"/>
                  <a:pt x="8916" y="5703"/>
                </a:cubicBezTo>
                <a:lnTo>
                  <a:pt x="7940" y="4695"/>
                </a:lnTo>
                <a:cubicBezTo>
                  <a:pt x="7877" y="4648"/>
                  <a:pt x="7790" y="4624"/>
                  <a:pt x="7703" y="4624"/>
                </a:cubicBezTo>
                <a:cubicBezTo>
                  <a:pt x="7617" y="4624"/>
                  <a:pt x="7530" y="4648"/>
                  <a:pt x="7467" y="4695"/>
                </a:cubicBezTo>
                <a:lnTo>
                  <a:pt x="7120" y="5073"/>
                </a:lnTo>
                <a:cubicBezTo>
                  <a:pt x="7026" y="5041"/>
                  <a:pt x="6931" y="4978"/>
                  <a:pt x="6805" y="4947"/>
                </a:cubicBezTo>
                <a:lnTo>
                  <a:pt x="6805" y="4443"/>
                </a:lnTo>
                <a:cubicBezTo>
                  <a:pt x="6805" y="4222"/>
                  <a:pt x="6648" y="4065"/>
                  <a:pt x="6459" y="4065"/>
                </a:cubicBezTo>
                <a:lnTo>
                  <a:pt x="5073" y="4065"/>
                </a:lnTo>
                <a:cubicBezTo>
                  <a:pt x="4884" y="4065"/>
                  <a:pt x="4726" y="4222"/>
                  <a:pt x="4726" y="4443"/>
                </a:cubicBezTo>
                <a:lnTo>
                  <a:pt x="4726" y="4947"/>
                </a:lnTo>
                <a:cubicBezTo>
                  <a:pt x="4600" y="4978"/>
                  <a:pt x="4506" y="5010"/>
                  <a:pt x="4411" y="5073"/>
                </a:cubicBezTo>
                <a:lnTo>
                  <a:pt x="4033" y="4695"/>
                </a:lnTo>
                <a:cubicBezTo>
                  <a:pt x="3986" y="4648"/>
                  <a:pt x="3899" y="4624"/>
                  <a:pt x="3808" y="4624"/>
                </a:cubicBezTo>
                <a:cubicBezTo>
                  <a:pt x="3718" y="4624"/>
                  <a:pt x="3623" y="4648"/>
                  <a:pt x="3560" y="4695"/>
                </a:cubicBezTo>
                <a:lnTo>
                  <a:pt x="2584" y="5703"/>
                </a:lnTo>
                <a:cubicBezTo>
                  <a:pt x="2458" y="5829"/>
                  <a:pt x="2458" y="6050"/>
                  <a:pt x="2584" y="6176"/>
                </a:cubicBezTo>
                <a:lnTo>
                  <a:pt x="2930" y="6522"/>
                </a:lnTo>
                <a:cubicBezTo>
                  <a:pt x="2899" y="6585"/>
                  <a:pt x="2867" y="6711"/>
                  <a:pt x="2836" y="6837"/>
                </a:cubicBezTo>
                <a:lnTo>
                  <a:pt x="2300" y="6837"/>
                </a:lnTo>
                <a:cubicBezTo>
                  <a:pt x="2111" y="6837"/>
                  <a:pt x="1954" y="6995"/>
                  <a:pt x="1954" y="7184"/>
                </a:cubicBezTo>
                <a:lnTo>
                  <a:pt x="1954" y="8570"/>
                </a:lnTo>
                <a:cubicBezTo>
                  <a:pt x="1954" y="8759"/>
                  <a:pt x="2111" y="8917"/>
                  <a:pt x="2300" y="8917"/>
                </a:cubicBezTo>
                <a:lnTo>
                  <a:pt x="2836" y="8917"/>
                </a:lnTo>
                <a:cubicBezTo>
                  <a:pt x="2867" y="9043"/>
                  <a:pt x="2899" y="9137"/>
                  <a:pt x="2930" y="9232"/>
                </a:cubicBezTo>
                <a:lnTo>
                  <a:pt x="2584" y="9610"/>
                </a:lnTo>
                <a:lnTo>
                  <a:pt x="977" y="9610"/>
                </a:lnTo>
                <a:cubicBezTo>
                  <a:pt x="788" y="9610"/>
                  <a:pt x="630" y="9452"/>
                  <a:pt x="630" y="9232"/>
                </a:cubicBezTo>
                <a:lnTo>
                  <a:pt x="630" y="3372"/>
                </a:lnTo>
                <a:close/>
                <a:moveTo>
                  <a:pt x="6112" y="4726"/>
                </a:moveTo>
                <a:lnTo>
                  <a:pt x="6112" y="5136"/>
                </a:lnTo>
                <a:cubicBezTo>
                  <a:pt x="6112" y="5294"/>
                  <a:pt x="6207" y="5420"/>
                  <a:pt x="6364" y="5451"/>
                </a:cubicBezTo>
                <a:cubicBezTo>
                  <a:pt x="6553" y="5514"/>
                  <a:pt x="6805" y="5609"/>
                  <a:pt x="6994" y="5735"/>
                </a:cubicBezTo>
                <a:cubicBezTo>
                  <a:pt x="7041" y="5769"/>
                  <a:pt x="7096" y="5783"/>
                  <a:pt x="7153" y="5783"/>
                </a:cubicBezTo>
                <a:cubicBezTo>
                  <a:pt x="7251" y="5783"/>
                  <a:pt x="7356" y="5743"/>
                  <a:pt x="7435" y="5703"/>
                </a:cubicBezTo>
                <a:lnTo>
                  <a:pt x="7751" y="5388"/>
                </a:lnTo>
                <a:lnTo>
                  <a:pt x="8223" y="5861"/>
                </a:lnTo>
                <a:lnTo>
                  <a:pt x="7908" y="6176"/>
                </a:lnTo>
                <a:cubicBezTo>
                  <a:pt x="7782" y="6302"/>
                  <a:pt x="7782" y="6459"/>
                  <a:pt x="7877" y="6617"/>
                </a:cubicBezTo>
                <a:cubicBezTo>
                  <a:pt x="7971" y="6806"/>
                  <a:pt x="8066" y="6995"/>
                  <a:pt x="8129" y="7247"/>
                </a:cubicBezTo>
                <a:cubicBezTo>
                  <a:pt x="8192" y="7404"/>
                  <a:pt x="8286" y="7499"/>
                  <a:pt x="8444" y="7499"/>
                </a:cubicBezTo>
                <a:lnTo>
                  <a:pt x="8885" y="7499"/>
                </a:lnTo>
                <a:lnTo>
                  <a:pt x="8885" y="8192"/>
                </a:lnTo>
                <a:lnTo>
                  <a:pt x="8444" y="8192"/>
                </a:lnTo>
                <a:cubicBezTo>
                  <a:pt x="8286" y="8192"/>
                  <a:pt x="8192" y="8286"/>
                  <a:pt x="8129" y="8444"/>
                </a:cubicBezTo>
                <a:cubicBezTo>
                  <a:pt x="8097" y="8665"/>
                  <a:pt x="7971" y="8885"/>
                  <a:pt x="7877" y="9074"/>
                </a:cubicBezTo>
                <a:cubicBezTo>
                  <a:pt x="7782" y="9200"/>
                  <a:pt x="7814" y="9389"/>
                  <a:pt x="7908" y="9515"/>
                </a:cubicBezTo>
                <a:lnTo>
                  <a:pt x="8223" y="9830"/>
                </a:lnTo>
                <a:lnTo>
                  <a:pt x="7751" y="10303"/>
                </a:lnTo>
                <a:lnTo>
                  <a:pt x="7435" y="9988"/>
                </a:lnTo>
                <a:cubicBezTo>
                  <a:pt x="7368" y="9920"/>
                  <a:pt x="7291" y="9889"/>
                  <a:pt x="7211" y="9889"/>
                </a:cubicBezTo>
                <a:cubicBezTo>
                  <a:pt x="7141" y="9889"/>
                  <a:pt x="7068" y="9912"/>
                  <a:pt x="6994" y="9956"/>
                </a:cubicBezTo>
                <a:cubicBezTo>
                  <a:pt x="6805" y="10082"/>
                  <a:pt x="6616" y="10145"/>
                  <a:pt x="6364" y="10208"/>
                </a:cubicBezTo>
                <a:cubicBezTo>
                  <a:pt x="6207" y="10271"/>
                  <a:pt x="6112" y="10366"/>
                  <a:pt x="6112" y="10555"/>
                </a:cubicBezTo>
                <a:lnTo>
                  <a:pt x="6112" y="10964"/>
                </a:lnTo>
                <a:lnTo>
                  <a:pt x="5419" y="10964"/>
                </a:lnTo>
                <a:lnTo>
                  <a:pt x="5419" y="10555"/>
                </a:lnTo>
                <a:cubicBezTo>
                  <a:pt x="5419" y="10366"/>
                  <a:pt x="5325" y="10271"/>
                  <a:pt x="5167" y="10208"/>
                </a:cubicBezTo>
                <a:cubicBezTo>
                  <a:pt x="4947" y="10177"/>
                  <a:pt x="4726" y="10051"/>
                  <a:pt x="4537" y="9956"/>
                </a:cubicBezTo>
                <a:cubicBezTo>
                  <a:pt x="4491" y="9921"/>
                  <a:pt x="4436" y="9908"/>
                  <a:pt x="4379" y="9908"/>
                </a:cubicBezTo>
                <a:cubicBezTo>
                  <a:pt x="4281" y="9908"/>
                  <a:pt x="4176" y="9948"/>
                  <a:pt x="4096" y="9988"/>
                </a:cubicBezTo>
                <a:lnTo>
                  <a:pt x="3781" y="10303"/>
                </a:lnTo>
                <a:lnTo>
                  <a:pt x="3308" y="9830"/>
                </a:lnTo>
                <a:lnTo>
                  <a:pt x="3623" y="9515"/>
                </a:lnTo>
                <a:cubicBezTo>
                  <a:pt x="3749" y="9389"/>
                  <a:pt x="3749" y="9232"/>
                  <a:pt x="3655" y="9074"/>
                </a:cubicBezTo>
                <a:cubicBezTo>
                  <a:pt x="3529" y="8885"/>
                  <a:pt x="3466" y="8696"/>
                  <a:pt x="3371" y="8444"/>
                </a:cubicBezTo>
                <a:cubicBezTo>
                  <a:pt x="3340" y="8286"/>
                  <a:pt x="3214" y="8192"/>
                  <a:pt x="3056" y="8192"/>
                </a:cubicBezTo>
                <a:lnTo>
                  <a:pt x="2647" y="8192"/>
                </a:lnTo>
                <a:lnTo>
                  <a:pt x="2647" y="7499"/>
                </a:lnTo>
                <a:lnTo>
                  <a:pt x="3056" y="7499"/>
                </a:lnTo>
                <a:cubicBezTo>
                  <a:pt x="3214" y="7499"/>
                  <a:pt x="3340" y="7404"/>
                  <a:pt x="3371" y="7247"/>
                </a:cubicBezTo>
                <a:cubicBezTo>
                  <a:pt x="3434" y="7026"/>
                  <a:pt x="3529" y="6806"/>
                  <a:pt x="3655" y="6617"/>
                </a:cubicBezTo>
                <a:cubicBezTo>
                  <a:pt x="3749" y="6491"/>
                  <a:pt x="3686" y="6302"/>
                  <a:pt x="3623" y="6176"/>
                </a:cubicBezTo>
                <a:lnTo>
                  <a:pt x="3308" y="5861"/>
                </a:lnTo>
                <a:lnTo>
                  <a:pt x="3781" y="5388"/>
                </a:lnTo>
                <a:lnTo>
                  <a:pt x="4096" y="5703"/>
                </a:lnTo>
                <a:cubicBezTo>
                  <a:pt x="4163" y="5771"/>
                  <a:pt x="4240" y="5802"/>
                  <a:pt x="4321" y="5802"/>
                </a:cubicBezTo>
                <a:cubicBezTo>
                  <a:pt x="4391" y="5802"/>
                  <a:pt x="4464" y="5778"/>
                  <a:pt x="4537" y="5735"/>
                </a:cubicBezTo>
                <a:cubicBezTo>
                  <a:pt x="4726" y="5609"/>
                  <a:pt x="4915" y="5546"/>
                  <a:pt x="5167" y="5451"/>
                </a:cubicBezTo>
                <a:cubicBezTo>
                  <a:pt x="5325" y="5420"/>
                  <a:pt x="5419" y="5294"/>
                  <a:pt x="5419" y="5136"/>
                </a:cubicBezTo>
                <a:lnTo>
                  <a:pt x="5419" y="4726"/>
                </a:lnTo>
                <a:close/>
                <a:moveTo>
                  <a:pt x="1008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9295"/>
                </a:lnTo>
                <a:cubicBezTo>
                  <a:pt x="0" y="9830"/>
                  <a:pt x="473" y="10303"/>
                  <a:pt x="1008" y="10303"/>
                </a:cubicBezTo>
                <a:lnTo>
                  <a:pt x="2867" y="10303"/>
                </a:lnTo>
                <a:lnTo>
                  <a:pt x="3623" y="11059"/>
                </a:lnTo>
                <a:cubicBezTo>
                  <a:pt x="3671" y="11122"/>
                  <a:pt x="3757" y="11153"/>
                  <a:pt x="3848" y="11153"/>
                </a:cubicBezTo>
                <a:cubicBezTo>
                  <a:pt x="3938" y="11153"/>
                  <a:pt x="4033" y="11122"/>
                  <a:pt x="4096" y="11059"/>
                </a:cubicBezTo>
                <a:lnTo>
                  <a:pt x="4442" y="10712"/>
                </a:lnTo>
                <a:cubicBezTo>
                  <a:pt x="4506" y="10744"/>
                  <a:pt x="4632" y="10775"/>
                  <a:pt x="4758" y="10807"/>
                </a:cubicBezTo>
                <a:lnTo>
                  <a:pt x="4758" y="11342"/>
                </a:lnTo>
                <a:cubicBezTo>
                  <a:pt x="4758" y="11531"/>
                  <a:pt x="4915" y="11689"/>
                  <a:pt x="5104" y="11689"/>
                </a:cubicBezTo>
                <a:lnTo>
                  <a:pt x="6490" y="11689"/>
                </a:lnTo>
                <a:cubicBezTo>
                  <a:pt x="6679" y="11689"/>
                  <a:pt x="6837" y="11531"/>
                  <a:pt x="6837" y="11342"/>
                </a:cubicBezTo>
                <a:lnTo>
                  <a:pt x="6837" y="10807"/>
                </a:lnTo>
                <a:cubicBezTo>
                  <a:pt x="6963" y="10775"/>
                  <a:pt x="7026" y="10744"/>
                  <a:pt x="7152" y="10712"/>
                </a:cubicBezTo>
                <a:lnTo>
                  <a:pt x="7498" y="11059"/>
                </a:lnTo>
                <a:cubicBezTo>
                  <a:pt x="7561" y="11122"/>
                  <a:pt x="7656" y="11153"/>
                  <a:pt x="7747" y="11153"/>
                </a:cubicBezTo>
                <a:cubicBezTo>
                  <a:pt x="7837" y="11153"/>
                  <a:pt x="7924" y="11122"/>
                  <a:pt x="7971" y="11059"/>
                </a:cubicBezTo>
                <a:lnTo>
                  <a:pt x="8727" y="10303"/>
                </a:lnTo>
                <a:lnTo>
                  <a:pt x="10617" y="10303"/>
                </a:lnTo>
                <a:cubicBezTo>
                  <a:pt x="11185" y="10303"/>
                  <a:pt x="11657" y="9830"/>
                  <a:pt x="11657" y="9295"/>
                </a:cubicBezTo>
                <a:lnTo>
                  <a:pt x="11657" y="1009"/>
                </a:lnTo>
                <a:cubicBezTo>
                  <a:pt x="11657" y="473"/>
                  <a:pt x="11216" y="1"/>
                  <a:pt x="1061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4"/>
          <p:cNvSpPr/>
          <p:nvPr/>
        </p:nvSpPr>
        <p:spPr>
          <a:xfrm>
            <a:off x="7311837" y="3361539"/>
            <a:ext cx="20415" cy="20415"/>
          </a:xfrm>
          <a:custGeom>
            <a:rect b="b" l="l" r="r" t="t"/>
            <a:pathLst>
              <a:path extrusionOk="0" h="726" w="726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726"/>
                  <a:pt x="347" y="726"/>
                </a:cubicBezTo>
                <a:cubicBezTo>
                  <a:pt x="568" y="726"/>
                  <a:pt x="725" y="536"/>
                  <a:pt x="725" y="347"/>
                </a:cubicBezTo>
                <a:cubicBezTo>
                  <a:pt x="725" y="158"/>
                  <a:pt x="568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4"/>
          <p:cNvSpPr/>
          <p:nvPr/>
        </p:nvSpPr>
        <p:spPr>
          <a:xfrm>
            <a:off x="7350811" y="3361539"/>
            <a:ext cx="19515" cy="20415"/>
          </a:xfrm>
          <a:custGeom>
            <a:rect b="b" l="l" r="r" t="t"/>
            <a:pathLst>
              <a:path extrusionOk="0" h="726" w="694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6" y="726"/>
                  <a:pt x="694" y="568"/>
                  <a:pt x="694" y="347"/>
                </a:cubicBez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4"/>
          <p:cNvSpPr/>
          <p:nvPr/>
        </p:nvSpPr>
        <p:spPr>
          <a:xfrm>
            <a:off x="7389786" y="3361539"/>
            <a:ext cx="19543" cy="20415"/>
          </a:xfrm>
          <a:custGeom>
            <a:rect b="b" l="l" r="r" t="t"/>
            <a:pathLst>
              <a:path extrusionOk="0" h="726" w="695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7" y="726"/>
                  <a:pt x="694" y="568"/>
                  <a:pt x="694" y="347"/>
                </a:cubicBezTo>
                <a:cubicBezTo>
                  <a:pt x="694" y="158"/>
                  <a:pt x="53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4"/>
          <p:cNvSpPr/>
          <p:nvPr/>
        </p:nvSpPr>
        <p:spPr>
          <a:xfrm>
            <a:off x="7427017" y="3361539"/>
            <a:ext cx="135567" cy="20415"/>
          </a:xfrm>
          <a:custGeom>
            <a:rect b="b" l="l" r="r" t="t"/>
            <a:pathLst>
              <a:path extrusionOk="0" h="726" w="4821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32" y="568"/>
                  <a:pt x="189" y="726"/>
                  <a:pt x="347" y="726"/>
                </a:cubicBezTo>
                <a:lnTo>
                  <a:pt x="4442" y="726"/>
                </a:lnTo>
                <a:cubicBezTo>
                  <a:pt x="4663" y="726"/>
                  <a:pt x="4820" y="568"/>
                  <a:pt x="4820" y="347"/>
                </a:cubicBezTo>
                <a:cubicBezTo>
                  <a:pt x="4820" y="158"/>
                  <a:pt x="4663" y="1"/>
                  <a:pt x="44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4"/>
          <p:cNvSpPr/>
          <p:nvPr/>
        </p:nvSpPr>
        <p:spPr>
          <a:xfrm>
            <a:off x="7389786" y="3498877"/>
            <a:ext cx="95720" cy="95692"/>
          </a:xfrm>
          <a:custGeom>
            <a:rect b="b" l="l" r="r" t="t"/>
            <a:pathLst>
              <a:path extrusionOk="0" h="3403" w="3404">
                <a:moveTo>
                  <a:pt x="1671" y="662"/>
                </a:moveTo>
                <a:cubicBezTo>
                  <a:pt x="2238" y="662"/>
                  <a:pt x="2710" y="1134"/>
                  <a:pt x="2710" y="1701"/>
                </a:cubicBezTo>
                <a:cubicBezTo>
                  <a:pt x="2710" y="2237"/>
                  <a:pt x="2269" y="2710"/>
                  <a:pt x="1671" y="2710"/>
                </a:cubicBezTo>
                <a:cubicBezTo>
                  <a:pt x="1135" y="2710"/>
                  <a:pt x="663" y="2237"/>
                  <a:pt x="663" y="1701"/>
                </a:cubicBezTo>
                <a:cubicBezTo>
                  <a:pt x="663" y="1134"/>
                  <a:pt x="1135" y="662"/>
                  <a:pt x="1671" y="662"/>
                </a:cubicBezTo>
                <a:close/>
                <a:moveTo>
                  <a:pt x="1671" y="0"/>
                </a:moveTo>
                <a:cubicBezTo>
                  <a:pt x="726" y="0"/>
                  <a:pt x="1" y="756"/>
                  <a:pt x="1" y="1701"/>
                </a:cubicBezTo>
                <a:cubicBezTo>
                  <a:pt x="1" y="2647"/>
                  <a:pt x="726" y="3403"/>
                  <a:pt x="1671" y="3403"/>
                </a:cubicBezTo>
                <a:cubicBezTo>
                  <a:pt x="2616" y="3403"/>
                  <a:pt x="3372" y="2647"/>
                  <a:pt x="3372" y="1701"/>
                </a:cubicBezTo>
                <a:cubicBezTo>
                  <a:pt x="3403" y="756"/>
                  <a:pt x="2616" y="0"/>
                  <a:pt x="16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4"/>
          <p:cNvSpPr/>
          <p:nvPr/>
        </p:nvSpPr>
        <p:spPr>
          <a:xfrm>
            <a:off x="1111875" y="1847625"/>
            <a:ext cx="1295400" cy="1295400"/>
          </a:xfrm>
          <a:prstGeom prst="ellipse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4"/>
          <p:cNvSpPr/>
          <p:nvPr/>
        </p:nvSpPr>
        <p:spPr>
          <a:xfrm>
            <a:off x="1111875" y="1847575"/>
            <a:ext cx="1295400" cy="1295400"/>
          </a:xfrm>
          <a:prstGeom prst="blockArc">
            <a:avLst>
              <a:gd fmla="val 7666541" name="adj1"/>
              <a:gd fmla="val 5400000" name="adj2"/>
              <a:gd fmla="val 49631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6" name="Google Shape;906;p24"/>
          <p:cNvGrpSpPr/>
          <p:nvPr/>
        </p:nvGrpSpPr>
        <p:grpSpPr>
          <a:xfrm rot="-5400000">
            <a:off x="1593222" y="3321873"/>
            <a:ext cx="332705" cy="333590"/>
            <a:chOff x="-44528075" y="1982825"/>
            <a:chExt cx="300900" cy="301700"/>
          </a:xfrm>
        </p:grpSpPr>
        <p:sp>
          <p:nvSpPr>
            <p:cNvPr id="907" name="Google Shape;907;p24"/>
            <p:cNvSpPr/>
            <p:nvPr/>
          </p:nvSpPr>
          <p:spPr>
            <a:xfrm>
              <a:off x="-44528075" y="1982825"/>
              <a:ext cx="300900" cy="301700"/>
            </a:xfrm>
            <a:custGeom>
              <a:rect b="b" l="l" r="r" t="t"/>
              <a:pathLst>
                <a:path extrusionOk="0" h="12068" w="12036">
                  <a:moveTo>
                    <a:pt x="9547" y="2175"/>
                  </a:moveTo>
                  <a:cubicBezTo>
                    <a:pt x="9736" y="2175"/>
                    <a:pt x="9893" y="2332"/>
                    <a:pt x="9893" y="2521"/>
                  </a:cubicBezTo>
                  <a:lnTo>
                    <a:pt x="9893" y="9547"/>
                  </a:lnTo>
                  <a:cubicBezTo>
                    <a:pt x="9893" y="9736"/>
                    <a:pt x="9736" y="9893"/>
                    <a:pt x="9547" y="9893"/>
                  </a:cubicBezTo>
                  <a:lnTo>
                    <a:pt x="2552" y="9893"/>
                  </a:lnTo>
                  <a:cubicBezTo>
                    <a:pt x="2332" y="9893"/>
                    <a:pt x="2206" y="9736"/>
                    <a:pt x="2206" y="9547"/>
                  </a:cubicBezTo>
                  <a:lnTo>
                    <a:pt x="2206" y="2521"/>
                  </a:lnTo>
                  <a:cubicBezTo>
                    <a:pt x="2206" y="2332"/>
                    <a:pt x="2332" y="2175"/>
                    <a:pt x="2552" y="21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9"/>
                  </a:lnTo>
                  <a:lnTo>
                    <a:pt x="2458" y="1419"/>
                  </a:lnTo>
                  <a:cubicBezTo>
                    <a:pt x="1891" y="1419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2"/>
                    <a:pt x="1" y="4601"/>
                  </a:cubicBezTo>
                  <a:cubicBezTo>
                    <a:pt x="1" y="4821"/>
                    <a:pt x="158" y="4979"/>
                    <a:pt x="347" y="4979"/>
                  </a:cubicBezTo>
                  <a:lnTo>
                    <a:pt x="1418" y="4979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90"/>
                  </a:lnTo>
                  <a:lnTo>
                    <a:pt x="347" y="7090"/>
                  </a:lnTo>
                  <a:cubicBezTo>
                    <a:pt x="158" y="7090"/>
                    <a:pt x="1" y="7247"/>
                    <a:pt x="1" y="7436"/>
                  </a:cubicBezTo>
                  <a:cubicBezTo>
                    <a:pt x="1" y="7657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50"/>
                    <a:pt x="2458" y="10650"/>
                  </a:cubicBezTo>
                  <a:lnTo>
                    <a:pt x="2836" y="10650"/>
                  </a:lnTo>
                  <a:lnTo>
                    <a:pt x="2836" y="11689"/>
                  </a:lnTo>
                  <a:cubicBezTo>
                    <a:pt x="2836" y="11910"/>
                    <a:pt x="2994" y="12067"/>
                    <a:pt x="3183" y="12067"/>
                  </a:cubicBezTo>
                  <a:cubicBezTo>
                    <a:pt x="3372" y="12067"/>
                    <a:pt x="3529" y="11910"/>
                    <a:pt x="3529" y="11689"/>
                  </a:cubicBezTo>
                  <a:lnTo>
                    <a:pt x="3529" y="10555"/>
                  </a:lnTo>
                  <a:lnTo>
                    <a:pt x="4254" y="10555"/>
                  </a:lnTo>
                  <a:lnTo>
                    <a:pt x="4254" y="11626"/>
                  </a:lnTo>
                  <a:cubicBezTo>
                    <a:pt x="4254" y="11815"/>
                    <a:pt x="4411" y="11973"/>
                    <a:pt x="4600" y="11973"/>
                  </a:cubicBezTo>
                  <a:cubicBezTo>
                    <a:pt x="4789" y="11973"/>
                    <a:pt x="4947" y="11815"/>
                    <a:pt x="4947" y="11626"/>
                  </a:cubicBezTo>
                  <a:lnTo>
                    <a:pt x="4947" y="10555"/>
                  </a:lnTo>
                  <a:lnTo>
                    <a:pt x="5671" y="10555"/>
                  </a:lnTo>
                  <a:lnTo>
                    <a:pt x="5671" y="11626"/>
                  </a:lnTo>
                  <a:cubicBezTo>
                    <a:pt x="5671" y="11815"/>
                    <a:pt x="5829" y="11973"/>
                    <a:pt x="6018" y="11973"/>
                  </a:cubicBezTo>
                  <a:cubicBezTo>
                    <a:pt x="6207" y="11973"/>
                    <a:pt x="6365" y="11815"/>
                    <a:pt x="6365" y="11626"/>
                  </a:cubicBezTo>
                  <a:lnTo>
                    <a:pt x="6365" y="10555"/>
                  </a:lnTo>
                  <a:lnTo>
                    <a:pt x="7089" y="10555"/>
                  </a:lnTo>
                  <a:lnTo>
                    <a:pt x="7089" y="11626"/>
                  </a:lnTo>
                  <a:cubicBezTo>
                    <a:pt x="7089" y="11815"/>
                    <a:pt x="7247" y="11973"/>
                    <a:pt x="7436" y="11973"/>
                  </a:cubicBezTo>
                  <a:cubicBezTo>
                    <a:pt x="7625" y="11973"/>
                    <a:pt x="7782" y="11815"/>
                    <a:pt x="7782" y="11626"/>
                  </a:cubicBezTo>
                  <a:lnTo>
                    <a:pt x="7782" y="10555"/>
                  </a:lnTo>
                  <a:lnTo>
                    <a:pt x="8507" y="10555"/>
                  </a:lnTo>
                  <a:lnTo>
                    <a:pt x="8507" y="11626"/>
                  </a:lnTo>
                  <a:cubicBezTo>
                    <a:pt x="8507" y="11815"/>
                    <a:pt x="8664" y="11973"/>
                    <a:pt x="8853" y="11973"/>
                  </a:cubicBezTo>
                  <a:cubicBezTo>
                    <a:pt x="9042" y="11973"/>
                    <a:pt x="9200" y="11815"/>
                    <a:pt x="9200" y="11626"/>
                  </a:cubicBezTo>
                  <a:lnTo>
                    <a:pt x="9200" y="10555"/>
                  </a:lnTo>
                  <a:lnTo>
                    <a:pt x="9547" y="10555"/>
                  </a:lnTo>
                  <a:cubicBezTo>
                    <a:pt x="10145" y="10555"/>
                    <a:pt x="10618" y="10082"/>
                    <a:pt x="10618" y="9484"/>
                  </a:cubicBezTo>
                  <a:lnTo>
                    <a:pt x="10618" y="9137"/>
                  </a:lnTo>
                  <a:lnTo>
                    <a:pt x="11689" y="9137"/>
                  </a:lnTo>
                  <a:cubicBezTo>
                    <a:pt x="11878" y="9137"/>
                    <a:pt x="12035" y="8980"/>
                    <a:pt x="12035" y="8791"/>
                  </a:cubicBezTo>
                  <a:cubicBezTo>
                    <a:pt x="12035" y="8602"/>
                    <a:pt x="11878" y="8444"/>
                    <a:pt x="11689" y="8444"/>
                  </a:cubicBezTo>
                  <a:lnTo>
                    <a:pt x="10618" y="8444"/>
                  </a:lnTo>
                  <a:lnTo>
                    <a:pt x="10618" y="7720"/>
                  </a:lnTo>
                  <a:lnTo>
                    <a:pt x="11689" y="7720"/>
                  </a:lnTo>
                  <a:cubicBezTo>
                    <a:pt x="11878" y="7720"/>
                    <a:pt x="12035" y="7562"/>
                    <a:pt x="12035" y="7373"/>
                  </a:cubicBezTo>
                  <a:cubicBezTo>
                    <a:pt x="12035" y="7153"/>
                    <a:pt x="11878" y="6995"/>
                    <a:pt x="11689" y="6995"/>
                  </a:cubicBezTo>
                  <a:lnTo>
                    <a:pt x="10618" y="6995"/>
                  </a:lnTo>
                  <a:lnTo>
                    <a:pt x="10618" y="6302"/>
                  </a:lnTo>
                  <a:lnTo>
                    <a:pt x="11689" y="6302"/>
                  </a:lnTo>
                  <a:cubicBezTo>
                    <a:pt x="11878" y="6302"/>
                    <a:pt x="12035" y="6144"/>
                    <a:pt x="12035" y="5955"/>
                  </a:cubicBezTo>
                  <a:cubicBezTo>
                    <a:pt x="12035" y="5735"/>
                    <a:pt x="11878" y="5577"/>
                    <a:pt x="11689" y="5577"/>
                  </a:cubicBezTo>
                  <a:lnTo>
                    <a:pt x="10618" y="5577"/>
                  </a:lnTo>
                  <a:lnTo>
                    <a:pt x="10618" y="4884"/>
                  </a:lnTo>
                  <a:lnTo>
                    <a:pt x="11689" y="4884"/>
                  </a:lnTo>
                  <a:lnTo>
                    <a:pt x="11689" y="4979"/>
                  </a:lnTo>
                  <a:cubicBezTo>
                    <a:pt x="11878" y="4979"/>
                    <a:pt x="12035" y="4821"/>
                    <a:pt x="12035" y="4601"/>
                  </a:cubicBezTo>
                  <a:cubicBezTo>
                    <a:pt x="12035" y="4412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5" y="3372"/>
                    <a:pt x="12035" y="3183"/>
                  </a:cubicBezTo>
                  <a:cubicBezTo>
                    <a:pt x="12035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9"/>
                    <a:pt x="9547" y="1419"/>
                  </a:cubicBezTo>
                  <a:lnTo>
                    <a:pt x="9200" y="1419"/>
                  </a:lnTo>
                  <a:lnTo>
                    <a:pt x="9200" y="347"/>
                  </a:lnTo>
                  <a:cubicBezTo>
                    <a:pt x="9200" y="158"/>
                    <a:pt x="9042" y="1"/>
                    <a:pt x="8853" y="1"/>
                  </a:cubicBezTo>
                  <a:cubicBezTo>
                    <a:pt x="8664" y="1"/>
                    <a:pt x="8507" y="158"/>
                    <a:pt x="8507" y="347"/>
                  </a:cubicBezTo>
                  <a:lnTo>
                    <a:pt x="8507" y="1419"/>
                  </a:lnTo>
                  <a:lnTo>
                    <a:pt x="7782" y="1419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9"/>
                  </a:lnTo>
                  <a:lnTo>
                    <a:pt x="6365" y="1419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1" y="158"/>
                    <a:pt x="5671" y="347"/>
                  </a:cubicBezTo>
                  <a:lnTo>
                    <a:pt x="5671" y="1419"/>
                  </a:lnTo>
                  <a:lnTo>
                    <a:pt x="4947" y="1419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9"/>
                  </a:lnTo>
                  <a:lnTo>
                    <a:pt x="3529" y="1419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4455600" y="205372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4455600" y="21947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44314625" y="21947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44314625" y="205372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725"/>
                    <a:pt x="347" y="725"/>
                  </a:cubicBezTo>
                  <a:cubicBezTo>
                    <a:pt x="536" y="725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44447725" y="2062375"/>
              <a:ext cx="143350" cy="140225"/>
            </a:xfrm>
            <a:custGeom>
              <a:rect b="b" l="l" r="r" t="t"/>
              <a:pathLst>
                <a:path extrusionOk="0" h="5609" w="5734">
                  <a:moveTo>
                    <a:pt x="3182" y="757"/>
                  </a:moveTo>
                  <a:lnTo>
                    <a:pt x="3182" y="883"/>
                  </a:lnTo>
                  <a:cubicBezTo>
                    <a:pt x="3182" y="1041"/>
                    <a:pt x="3277" y="1167"/>
                    <a:pt x="3434" y="1198"/>
                  </a:cubicBezTo>
                  <a:cubicBezTo>
                    <a:pt x="3623" y="1261"/>
                    <a:pt x="3812" y="1387"/>
                    <a:pt x="3970" y="1513"/>
                  </a:cubicBezTo>
                  <a:cubicBezTo>
                    <a:pt x="4049" y="1553"/>
                    <a:pt x="4142" y="1593"/>
                    <a:pt x="4231" y="1593"/>
                  </a:cubicBezTo>
                  <a:cubicBezTo>
                    <a:pt x="4282" y="1593"/>
                    <a:pt x="4333" y="1579"/>
                    <a:pt x="4379" y="1545"/>
                  </a:cubicBezTo>
                  <a:lnTo>
                    <a:pt x="4505" y="1482"/>
                  </a:lnTo>
                  <a:lnTo>
                    <a:pt x="4852" y="2049"/>
                  </a:lnTo>
                  <a:lnTo>
                    <a:pt x="4726" y="2143"/>
                  </a:lnTo>
                  <a:cubicBezTo>
                    <a:pt x="4600" y="2206"/>
                    <a:pt x="4537" y="2364"/>
                    <a:pt x="4568" y="2490"/>
                  </a:cubicBezTo>
                  <a:cubicBezTo>
                    <a:pt x="4600" y="2710"/>
                    <a:pt x="4600" y="2899"/>
                    <a:pt x="4568" y="3120"/>
                  </a:cubicBezTo>
                  <a:cubicBezTo>
                    <a:pt x="4537" y="3277"/>
                    <a:pt x="4600" y="3403"/>
                    <a:pt x="4726" y="3466"/>
                  </a:cubicBezTo>
                  <a:lnTo>
                    <a:pt x="4852" y="3561"/>
                  </a:lnTo>
                  <a:lnTo>
                    <a:pt x="4505" y="4128"/>
                  </a:lnTo>
                  <a:lnTo>
                    <a:pt x="4379" y="4065"/>
                  </a:lnTo>
                  <a:cubicBezTo>
                    <a:pt x="4323" y="4037"/>
                    <a:pt x="4260" y="4021"/>
                    <a:pt x="4196" y="4021"/>
                  </a:cubicBezTo>
                  <a:cubicBezTo>
                    <a:pt x="4118" y="4021"/>
                    <a:pt x="4039" y="4044"/>
                    <a:pt x="3970" y="4097"/>
                  </a:cubicBezTo>
                  <a:cubicBezTo>
                    <a:pt x="3812" y="4254"/>
                    <a:pt x="3623" y="4349"/>
                    <a:pt x="3434" y="4412"/>
                  </a:cubicBezTo>
                  <a:cubicBezTo>
                    <a:pt x="3277" y="4475"/>
                    <a:pt x="3182" y="4632"/>
                    <a:pt x="3182" y="4727"/>
                  </a:cubicBezTo>
                  <a:lnTo>
                    <a:pt x="3182" y="4853"/>
                  </a:lnTo>
                  <a:lnTo>
                    <a:pt x="2489" y="4853"/>
                  </a:lnTo>
                  <a:lnTo>
                    <a:pt x="2489" y="4727"/>
                  </a:lnTo>
                  <a:cubicBezTo>
                    <a:pt x="2489" y="4569"/>
                    <a:pt x="2394" y="4475"/>
                    <a:pt x="2237" y="4412"/>
                  </a:cubicBezTo>
                  <a:cubicBezTo>
                    <a:pt x="2048" y="4349"/>
                    <a:pt x="1859" y="4223"/>
                    <a:pt x="1701" y="4097"/>
                  </a:cubicBezTo>
                  <a:cubicBezTo>
                    <a:pt x="1622" y="4057"/>
                    <a:pt x="1529" y="4017"/>
                    <a:pt x="1440" y="4017"/>
                  </a:cubicBezTo>
                  <a:cubicBezTo>
                    <a:pt x="1389" y="4017"/>
                    <a:pt x="1338" y="4030"/>
                    <a:pt x="1292" y="4065"/>
                  </a:cubicBezTo>
                  <a:lnTo>
                    <a:pt x="1166" y="4128"/>
                  </a:lnTo>
                  <a:lnTo>
                    <a:pt x="819" y="3561"/>
                  </a:lnTo>
                  <a:lnTo>
                    <a:pt x="945" y="3466"/>
                  </a:lnTo>
                  <a:cubicBezTo>
                    <a:pt x="1071" y="3403"/>
                    <a:pt x="1134" y="3246"/>
                    <a:pt x="1103" y="3120"/>
                  </a:cubicBezTo>
                  <a:cubicBezTo>
                    <a:pt x="1071" y="2899"/>
                    <a:pt x="1071" y="2710"/>
                    <a:pt x="1103" y="2490"/>
                  </a:cubicBezTo>
                  <a:cubicBezTo>
                    <a:pt x="1134" y="2332"/>
                    <a:pt x="1071" y="2206"/>
                    <a:pt x="945" y="2143"/>
                  </a:cubicBezTo>
                  <a:lnTo>
                    <a:pt x="819" y="2049"/>
                  </a:lnTo>
                  <a:lnTo>
                    <a:pt x="1166" y="1482"/>
                  </a:lnTo>
                  <a:lnTo>
                    <a:pt x="1292" y="1545"/>
                  </a:lnTo>
                  <a:cubicBezTo>
                    <a:pt x="1350" y="1589"/>
                    <a:pt x="1416" y="1612"/>
                    <a:pt x="1481" y="1612"/>
                  </a:cubicBezTo>
                  <a:cubicBezTo>
                    <a:pt x="1557" y="1612"/>
                    <a:pt x="1634" y="1581"/>
                    <a:pt x="1701" y="1513"/>
                  </a:cubicBezTo>
                  <a:cubicBezTo>
                    <a:pt x="1859" y="1356"/>
                    <a:pt x="2048" y="1261"/>
                    <a:pt x="2237" y="1198"/>
                  </a:cubicBezTo>
                  <a:cubicBezTo>
                    <a:pt x="2394" y="1167"/>
                    <a:pt x="2489" y="1009"/>
                    <a:pt x="2489" y="883"/>
                  </a:cubicBezTo>
                  <a:lnTo>
                    <a:pt x="2489" y="757"/>
                  </a:lnTo>
                  <a:close/>
                  <a:moveTo>
                    <a:pt x="2174" y="1"/>
                  </a:moveTo>
                  <a:cubicBezTo>
                    <a:pt x="1953" y="1"/>
                    <a:pt x="1796" y="158"/>
                    <a:pt x="1796" y="347"/>
                  </a:cubicBezTo>
                  <a:lnTo>
                    <a:pt x="1796" y="599"/>
                  </a:lnTo>
                  <a:cubicBezTo>
                    <a:pt x="1701" y="631"/>
                    <a:pt x="1575" y="726"/>
                    <a:pt x="1481" y="789"/>
                  </a:cubicBezTo>
                  <a:lnTo>
                    <a:pt x="1292" y="663"/>
                  </a:lnTo>
                  <a:cubicBezTo>
                    <a:pt x="1242" y="643"/>
                    <a:pt x="1186" y="632"/>
                    <a:pt x="1129" y="632"/>
                  </a:cubicBezTo>
                  <a:cubicBezTo>
                    <a:pt x="1007" y="632"/>
                    <a:pt x="884" y="681"/>
                    <a:pt x="819" y="789"/>
                  </a:cubicBezTo>
                  <a:lnTo>
                    <a:pt x="126" y="2017"/>
                  </a:lnTo>
                  <a:cubicBezTo>
                    <a:pt x="32" y="2175"/>
                    <a:pt x="63" y="2395"/>
                    <a:pt x="221" y="2490"/>
                  </a:cubicBezTo>
                  <a:lnTo>
                    <a:pt x="441" y="2616"/>
                  </a:lnTo>
                  <a:lnTo>
                    <a:pt x="441" y="2994"/>
                  </a:lnTo>
                  <a:lnTo>
                    <a:pt x="221" y="3120"/>
                  </a:lnTo>
                  <a:cubicBezTo>
                    <a:pt x="95" y="3183"/>
                    <a:pt x="0" y="3435"/>
                    <a:pt x="126" y="3592"/>
                  </a:cubicBezTo>
                  <a:lnTo>
                    <a:pt x="819" y="4821"/>
                  </a:lnTo>
                  <a:cubicBezTo>
                    <a:pt x="879" y="4921"/>
                    <a:pt x="989" y="4983"/>
                    <a:pt x="1102" y="4983"/>
                  </a:cubicBezTo>
                  <a:cubicBezTo>
                    <a:pt x="1168" y="4983"/>
                    <a:pt x="1234" y="4962"/>
                    <a:pt x="1292" y="4916"/>
                  </a:cubicBezTo>
                  <a:lnTo>
                    <a:pt x="1481" y="4821"/>
                  </a:lnTo>
                  <a:cubicBezTo>
                    <a:pt x="1607" y="4884"/>
                    <a:pt x="1733" y="4979"/>
                    <a:pt x="1796" y="5010"/>
                  </a:cubicBezTo>
                  <a:lnTo>
                    <a:pt x="1796" y="5231"/>
                  </a:lnTo>
                  <a:cubicBezTo>
                    <a:pt x="1796" y="5451"/>
                    <a:pt x="1953" y="5609"/>
                    <a:pt x="2174" y="5609"/>
                  </a:cubicBezTo>
                  <a:lnTo>
                    <a:pt x="3592" y="5609"/>
                  </a:lnTo>
                  <a:cubicBezTo>
                    <a:pt x="3781" y="5609"/>
                    <a:pt x="3938" y="5451"/>
                    <a:pt x="3938" y="5231"/>
                  </a:cubicBezTo>
                  <a:lnTo>
                    <a:pt x="3938" y="5010"/>
                  </a:lnTo>
                  <a:cubicBezTo>
                    <a:pt x="4064" y="4979"/>
                    <a:pt x="4159" y="4884"/>
                    <a:pt x="4253" y="4821"/>
                  </a:cubicBezTo>
                  <a:lnTo>
                    <a:pt x="4442" y="4916"/>
                  </a:lnTo>
                  <a:cubicBezTo>
                    <a:pt x="4501" y="4951"/>
                    <a:pt x="4574" y="4969"/>
                    <a:pt x="4644" y="4969"/>
                  </a:cubicBezTo>
                  <a:cubicBezTo>
                    <a:pt x="4762" y="4969"/>
                    <a:pt x="4875" y="4920"/>
                    <a:pt x="4915" y="4821"/>
                  </a:cubicBezTo>
                  <a:lnTo>
                    <a:pt x="5639" y="3592"/>
                  </a:lnTo>
                  <a:cubicBezTo>
                    <a:pt x="5702" y="3435"/>
                    <a:pt x="5671" y="3246"/>
                    <a:pt x="5513" y="3120"/>
                  </a:cubicBezTo>
                  <a:lnTo>
                    <a:pt x="5324" y="2994"/>
                  </a:lnTo>
                  <a:lnTo>
                    <a:pt x="5324" y="2616"/>
                  </a:lnTo>
                  <a:lnTo>
                    <a:pt x="5513" y="2490"/>
                  </a:lnTo>
                  <a:cubicBezTo>
                    <a:pt x="5671" y="2395"/>
                    <a:pt x="5734" y="2175"/>
                    <a:pt x="5639" y="2017"/>
                  </a:cubicBezTo>
                  <a:lnTo>
                    <a:pt x="4915" y="789"/>
                  </a:lnTo>
                  <a:cubicBezTo>
                    <a:pt x="4872" y="681"/>
                    <a:pt x="4742" y="618"/>
                    <a:pt x="4614" y="618"/>
                  </a:cubicBezTo>
                  <a:cubicBezTo>
                    <a:pt x="4553" y="618"/>
                    <a:pt x="4493" y="632"/>
                    <a:pt x="4442" y="663"/>
                  </a:cubicBezTo>
                  <a:lnTo>
                    <a:pt x="4253" y="789"/>
                  </a:lnTo>
                  <a:cubicBezTo>
                    <a:pt x="4127" y="726"/>
                    <a:pt x="4001" y="631"/>
                    <a:pt x="3938" y="599"/>
                  </a:cubicBezTo>
                  <a:lnTo>
                    <a:pt x="3938" y="347"/>
                  </a:lnTo>
                  <a:cubicBezTo>
                    <a:pt x="3938" y="158"/>
                    <a:pt x="3781" y="1"/>
                    <a:pt x="35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-44403625" y="2107275"/>
              <a:ext cx="53575" cy="52800"/>
            </a:xfrm>
            <a:custGeom>
              <a:rect b="b" l="l" r="r" t="t"/>
              <a:pathLst>
                <a:path extrusionOk="0" h="2112" w="2143">
                  <a:moveTo>
                    <a:pt x="1072" y="662"/>
                  </a:moveTo>
                  <a:cubicBezTo>
                    <a:pt x="1261" y="662"/>
                    <a:pt x="1418" y="820"/>
                    <a:pt x="1418" y="1009"/>
                  </a:cubicBezTo>
                  <a:cubicBezTo>
                    <a:pt x="1418" y="1198"/>
                    <a:pt x="1261" y="1355"/>
                    <a:pt x="1072" y="1355"/>
                  </a:cubicBezTo>
                  <a:cubicBezTo>
                    <a:pt x="882" y="1355"/>
                    <a:pt x="725" y="1198"/>
                    <a:pt x="725" y="1009"/>
                  </a:cubicBezTo>
                  <a:cubicBezTo>
                    <a:pt x="725" y="820"/>
                    <a:pt x="882" y="662"/>
                    <a:pt x="1072" y="662"/>
                  </a:cubicBezTo>
                  <a:close/>
                  <a:moveTo>
                    <a:pt x="1072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639"/>
                    <a:pt x="473" y="2112"/>
                    <a:pt x="1072" y="2112"/>
                  </a:cubicBezTo>
                  <a:cubicBezTo>
                    <a:pt x="1670" y="2112"/>
                    <a:pt x="2143" y="1639"/>
                    <a:pt x="2143" y="1040"/>
                  </a:cubicBezTo>
                  <a:cubicBezTo>
                    <a:pt x="2143" y="473"/>
                    <a:pt x="1670" y="1"/>
                    <a:pt x="1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Google Shape;914;p24"/>
          <p:cNvGrpSpPr/>
          <p:nvPr/>
        </p:nvGrpSpPr>
        <p:grpSpPr>
          <a:xfrm>
            <a:off x="796274" y="3655025"/>
            <a:ext cx="1926602" cy="960102"/>
            <a:chOff x="1024874" y="3559775"/>
            <a:chExt cx="1926602" cy="960102"/>
          </a:xfrm>
        </p:grpSpPr>
        <p:sp>
          <p:nvSpPr>
            <p:cNvPr id="915" name="Google Shape;915;p24"/>
            <p:cNvSpPr txBox="1"/>
            <p:nvPr/>
          </p:nvSpPr>
          <p:spPr>
            <a:xfrm>
              <a:off x="1024874" y="394747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6" name="Google Shape;916;p24"/>
            <p:cNvSpPr txBox="1"/>
            <p:nvPr/>
          </p:nvSpPr>
          <p:spPr>
            <a:xfrm>
              <a:off x="1024875" y="355977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9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PHP</a:t>
              </a:r>
              <a:endParaRPr b="1" sz="19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17" name="Google Shape;917;p24"/>
          <p:cNvSpPr txBox="1"/>
          <p:nvPr/>
        </p:nvSpPr>
        <p:spPr>
          <a:xfrm>
            <a:off x="1226175" y="1286100"/>
            <a:ext cx="10668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1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95%</a:t>
            </a:r>
            <a:endParaRPr b="1" sz="31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8" name="Google Shape;918;p24"/>
          <p:cNvSpPr/>
          <p:nvPr/>
        </p:nvSpPr>
        <p:spPr>
          <a:xfrm>
            <a:off x="3924300" y="1847625"/>
            <a:ext cx="1295400" cy="12954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4"/>
          <p:cNvSpPr/>
          <p:nvPr/>
        </p:nvSpPr>
        <p:spPr>
          <a:xfrm>
            <a:off x="3924300" y="1847575"/>
            <a:ext cx="1295400" cy="1295400"/>
          </a:xfrm>
          <a:prstGeom prst="blockArc">
            <a:avLst>
              <a:gd fmla="val 10905845" name="adj1"/>
              <a:gd fmla="val 5400000" name="adj2"/>
              <a:gd fmla="val 49631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4"/>
          <p:cNvSpPr txBox="1"/>
          <p:nvPr/>
        </p:nvSpPr>
        <p:spPr>
          <a:xfrm>
            <a:off x="3608699" y="404272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1" name="Google Shape;921;p24"/>
          <p:cNvSpPr txBox="1"/>
          <p:nvPr/>
        </p:nvSpPr>
        <p:spPr>
          <a:xfrm>
            <a:off x="3608700" y="365502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JavaScript</a:t>
            </a:r>
            <a:endParaRPr b="1" sz="19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2" name="Google Shape;922;p24"/>
          <p:cNvSpPr txBox="1"/>
          <p:nvPr/>
        </p:nvSpPr>
        <p:spPr>
          <a:xfrm>
            <a:off x="4038600" y="1286100"/>
            <a:ext cx="10668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1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90</a:t>
            </a:r>
            <a:r>
              <a:rPr b="1" lang="en" sz="31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3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3" name="Google Shape;923;p24"/>
          <p:cNvSpPr/>
          <p:nvPr/>
        </p:nvSpPr>
        <p:spPr>
          <a:xfrm>
            <a:off x="6790850" y="1847625"/>
            <a:ext cx="1295400" cy="12954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4"/>
          <p:cNvSpPr/>
          <p:nvPr/>
        </p:nvSpPr>
        <p:spPr>
          <a:xfrm>
            <a:off x="6790850" y="1847575"/>
            <a:ext cx="1295400" cy="1295400"/>
          </a:xfrm>
          <a:prstGeom prst="blockArc">
            <a:avLst>
              <a:gd fmla="val 16127382" name="adj1"/>
              <a:gd fmla="val 5400000" name="adj2"/>
              <a:gd fmla="val 49631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4"/>
          <p:cNvSpPr txBox="1"/>
          <p:nvPr/>
        </p:nvSpPr>
        <p:spPr>
          <a:xfrm>
            <a:off x="6475249" y="404272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24"/>
          <p:cNvSpPr txBox="1"/>
          <p:nvPr/>
        </p:nvSpPr>
        <p:spPr>
          <a:xfrm>
            <a:off x="6475250" y="3655025"/>
            <a:ext cx="1926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</a:t>
            </a:r>
            <a:endParaRPr b="1" sz="19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27" name="Google Shape;927;p24"/>
          <p:cNvSpPr txBox="1"/>
          <p:nvPr/>
        </p:nvSpPr>
        <p:spPr>
          <a:xfrm>
            <a:off x="6905150" y="1286100"/>
            <a:ext cx="10668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1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</a:t>
            </a:r>
            <a:r>
              <a:rPr b="1" lang="en" sz="31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3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2" name="Google Shape;932;p25"/>
          <p:cNvCxnSpPr/>
          <p:nvPr/>
        </p:nvCxnSpPr>
        <p:spPr>
          <a:xfrm>
            <a:off x="6267450" y="1152525"/>
            <a:ext cx="0" cy="341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33" name="Google Shape;933;p25"/>
          <p:cNvSpPr/>
          <p:nvPr/>
        </p:nvSpPr>
        <p:spPr>
          <a:xfrm>
            <a:off x="6148350" y="2271388"/>
            <a:ext cx="238200" cy="238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5"/>
          <p:cNvSpPr/>
          <p:nvPr/>
        </p:nvSpPr>
        <p:spPr>
          <a:xfrm>
            <a:off x="6148350" y="3157263"/>
            <a:ext cx="238200" cy="238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5"/>
          <p:cNvSpPr/>
          <p:nvPr/>
        </p:nvSpPr>
        <p:spPr>
          <a:xfrm>
            <a:off x="6148350" y="4043138"/>
            <a:ext cx="238200" cy="238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5"/>
          <p:cNvSpPr/>
          <p:nvPr/>
        </p:nvSpPr>
        <p:spPr>
          <a:xfrm>
            <a:off x="6148350" y="1385500"/>
            <a:ext cx="238200" cy="238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7" name="Google Shape;937;p25"/>
          <p:cNvGrpSpPr/>
          <p:nvPr/>
        </p:nvGrpSpPr>
        <p:grpSpPr>
          <a:xfrm>
            <a:off x="607462" y="1580801"/>
            <a:ext cx="4141107" cy="2400497"/>
            <a:chOff x="1397225" y="1410350"/>
            <a:chExt cx="4786300" cy="2774500"/>
          </a:xfrm>
        </p:grpSpPr>
        <p:grpSp>
          <p:nvGrpSpPr>
            <p:cNvPr id="938" name="Google Shape;938;p25"/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</p:grpSpPr>
          <p:sp>
            <p:nvSpPr>
              <p:cNvPr id="939" name="Google Shape;939;p25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rect b="b" l="l" r="r" t="t"/>
                <a:pathLst>
                  <a:path extrusionOk="0" h="1810" w="2286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40" name="Google Shape;940;p25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rect b="b" l="l" r="r" t="t"/>
                <a:pathLst>
                  <a:path extrusionOk="0" h="2596" w="3139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1" name="Google Shape;941;p25"/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</p:grpSpPr>
          <p:sp>
            <p:nvSpPr>
              <p:cNvPr id="942" name="Google Shape;942;p25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rect b="b" l="l" r="r" t="t"/>
                <a:pathLst>
                  <a:path extrusionOk="0" h="2607" w="241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943" name="Google Shape;943;p25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944" name="Google Shape;944;p25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rect b="b" l="l" r="r" t="t"/>
                  <a:pathLst>
                    <a:path extrusionOk="0" h="20400" w="61835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945" name="Google Shape;945;p25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rect b="b" l="l" r="r" t="t"/>
                  <a:pathLst>
                    <a:path extrusionOk="0" h="2951" w="2324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6" name="Google Shape;946;p25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rect b="b" l="l" r="r" t="t"/>
                  <a:pathLst>
                    <a:path extrusionOk="0" h="4164" w="4688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7" name="Google Shape;947;p25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rect b="b" l="l" r="r" t="t"/>
                  <a:pathLst>
                    <a:path extrusionOk="0" h="9856" w="5232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8" name="Google Shape;948;p25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rect b="b" l="l" r="r" t="t"/>
                  <a:pathLst>
                    <a:path extrusionOk="0" h="40698" w="76079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9" name="Google Shape;949;p25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rect b="b" l="l" r="r" t="t"/>
                  <a:pathLst>
                    <a:path extrusionOk="0" h="8350" w="3767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50" name="Google Shape;950;p25"/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</p:grpSpPr>
          <p:sp>
            <p:nvSpPr>
              <p:cNvPr id="951" name="Google Shape;951;p25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rect b="b" l="l" r="r" t="t"/>
                <a:pathLst>
                  <a:path extrusionOk="0" h="2048" w="3762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2" name="Google Shape;952;p25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rect b="b" l="l" r="r" t="t"/>
                <a:pathLst>
                  <a:path extrusionOk="0" h="3809" w="3474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3" name="Google Shape;953;p25"/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</p:grpSpPr>
          <p:sp>
            <p:nvSpPr>
              <p:cNvPr id="954" name="Google Shape;954;p25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rect b="b" l="l" r="r" t="t"/>
                <a:pathLst>
                  <a:path extrusionOk="0" h="2572" w="4358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55" name="Google Shape;955;p25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rect b="b" l="l" r="r" t="t"/>
                <a:pathLst>
                  <a:path extrusionOk="0" h="148" w="105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5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rect b="b" l="l" r="r" t="t"/>
                <a:pathLst>
                  <a:path extrusionOk="0" h="1675" w="901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rect b="b" l="l" r="r" t="t"/>
                <a:pathLst>
                  <a:path extrusionOk="0" h="168" w="252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rect b="b" l="l" r="r" t="t"/>
                <a:pathLst>
                  <a:path extrusionOk="0" h="64" w="63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rect b="b" l="l" r="r" t="t"/>
                <a:pathLst>
                  <a:path extrusionOk="0" h="7304" w="6571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0" name="Google Shape;960;p25"/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</p:grpSpPr>
          <p:sp>
            <p:nvSpPr>
              <p:cNvPr id="961" name="Google Shape;961;p25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rect b="b" l="l" r="r" t="t"/>
                <a:pathLst>
                  <a:path extrusionOk="0" h="1466" w="2596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rect b="b" l="l" r="r" t="t"/>
                <a:pathLst>
                  <a:path extrusionOk="0" h="2072" w="3405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963" name="Google Shape;963;p25"/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</p:grpSpPr>
          <p:sp>
            <p:nvSpPr>
              <p:cNvPr id="964" name="Google Shape;964;p25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rect b="b" l="l" r="r" t="t"/>
                <a:pathLst>
                  <a:path extrusionOk="0" h="6278" w="6592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rect b="b" l="l" r="r" t="t"/>
                <a:pathLst>
                  <a:path extrusionOk="0" h="1762" w="2834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66" name="Google Shape;966;p25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rect b="b" l="l" r="r" t="t"/>
                <a:pathLst>
                  <a:path extrusionOk="0" h="3596" w="319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967" name="Google Shape;967;p25"/>
            <p:cNvGrpSpPr/>
            <p:nvPr/>
          </p:nvGrpSpPr>
          <p:grpSpPr>
            <a:xfrm>
              <a:off x="3561536" y="2585450"/>
              <a:ext cx="61539" cy="99045"/>
              <a:chOff x="3561536" y="2585450"/>
              <a:chExt cx="61539" cy="99045"/>
            </a:xfrm>
          </p:grpSpPr>
          <p:sp>
            <p:nvSpPr>
              <p:cNvPr id="968" name="Google Shape;968;p25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rect b="b" l="l" r="r" t="t"/>
                <a:pathLst>
                  <a:path extrusionOk="0" h="3579" w="178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rect b="b" l="l" r="r" t="t"/>
                <a:pathLst>
                  <a:path extrusionOk="0" h="3738" w="1691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970" name="Google Shape;970;p25"/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</p:grpSpPr>
          <p:sp>
            <p:nvSpPr>
              <p:cNvPr id="971" name="Google Shape;971;p25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rect b="b" l="l" r="r" t="t"/>
                <a:pathLst>
                  <a:path extrusionOk="0" h="4968" w="4033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72" name="Google Shape;972;p25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rect b="b" l="l" r="r" t="t"/>
                <a:pathLst>
                  <a:path extrusionOk="0" h="10295" w="5713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3" name="Google Shape;973;p25"/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</p:grpSpPr>
          <p:sp>
            <p:nvSpPr>
              <p:cNvPr id="974" name="Google Shape;974;p25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rect b="b" l="l" r="r" t="t"/>
                <a:pathLst>
                  <a:path extrusionOk="0" h="19889" w="29915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975" name="Google Shape;975;p25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976" name="Google Shape;976;p25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rect b="b" l="l" r="r" t="t"/>
                  <a:pathLst>
                    <a:path extrusionOk="0" h="23770" w="27704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25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rect b="b" l="l" r="r" t="t"/>
                  <a:pathLst>
                    <a:path extrusionOk="0" h="19251" w="32642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 cap="flat" cmpd="sng" w="9525">
                  <a:solidFill>
                    <a:srgbClr val="D9D9D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78" name="Google Shape;978;p25"/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</p:grpSpPr>
          <p:sp>
            <p:nvSpPr>
              <p:cNvPr id="979" name="Google Shape;979;p25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rect b="b" l="l" r="r" t="t"/>
                <a:pathLst>
                  <a:path extrusionOk="0" h="6800" w="9137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80" name="Google Shape;980;p25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rect b="b" l="l" r="r" t="t"/>
                <a:pathLst>
                  <a:path extrusionOk="0" h="7973" w="9166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1" name="Google Shape;981;p25"/>
            <p:cNvSpPr/>
            <p:nvPr/>
          </p:nvSpPr>
          <p:spPr>
            <a:xfrm>
              <a:off x="2736350" y="2969700"/>
              <a:ext cx="39250" cy="12050"/>
            </a:xfrm>
            <a:custGeom>
              <a:rect b="b" l="l" r="r" t="t"/>
              <a:pathLst>
                <a:path extrusionOk="0" h="482" w="157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2668350" y="2948250"/>
              <a:ext cx="55475" cy="36625"/>
            </a:xfrm>
            <a:custGeom>
              <a:rect b="b" l="l" r="r" t="t"/>
              <a:pathLst>
                <a:path extrusionOk="0" h="1465" w="2219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2980100" y="1451675"/>
              <a:ext cx="608375" cy="778925"/>
            </a:xfrm>
            <a:custGeom>
              <a:rect b="b" l="l" r="r" t="t"/>
              <a:pathLst>
                <a:path extrusionOk="0" h="31157" w="24335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4" name="Google Shape;984;p25"/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</p:grpSpPr>
          <p:sp>
            <p:nvSpPr>
              <p:cNvPr id="985" name="Google Shape;985;p25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rect b="b" l="l" r="r" t="t"/>
                <a:pathLst>
                  <a:path extrusionOk="0" h="2637" w="2093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rect b="b" l="l" r="r" t="t"/>
                <a:pathLst>
                  <a:path extrusionOk="0" h="2177" w="922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rect b="b" l="l" r="r" t="t"/>
                <a:pathLst>
                  <a:path extrusionOk="0" h="1947" w="1926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rect b="b" l="l" r="r" t="t"/>
                <a:pathLst>
                  <a:path extrusionOk="0" h="5357" w="5838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rect b="b" l="l" r="r" t="t"/>
                <a:pathLst>
                  <a:path extrusionOk="0" h="1507" w="134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rect b="b" l="l" r="r" t="t"/>
                <a:pathLst>
                  <a:path extrusionOk="0" h="1047" w="1696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rect b="b" l="l" r="r" t="t"/>
                <a:pathLst>
                  <a:path extrusionOk="0" h="2428" w="4395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rect b="b" l="l" r="r" t="t"/>
                <a:pathLst>
                  <a:path extrusionOk="0" h="1299" w="1926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rect b="b" l="l" r="r" t="t"/>
                <a:pathLst>
                  <a:path extrusionOk="0" h="3537" w="5713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rect b="b" l="l" r="r" t="t"/>
                <a:pathLst>
                  <a:path extrusionOk="0" h="2700" w="2763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rect b="b" l="l" r="r" t="t"/>
                <a:pathLst>
                  <a:path extrusionOk="0" h="3516" w="2491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rect b="b" l="l" r="r" t="t"/>
                <a:pathLst>
                  <a:path extrusionOk="0" h="6341" w="3871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rect b="b" l="l" r="r" t="t"/>
                <a:pathLst>
                  <a:path extrusionOk="0" h="1926" w="1465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rect b="b" l="l" r="r" t="t"/>
                <a:pathLst>
                  <a:path extrusionOk="0" h="12095" w="15464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rect b="b" l="l" r="r" t="t"/>
                <a:pathLst>
                  <a:path extrusionOk="0" h="3955" w="3663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rect b="b" l="l" r="r" t="t"/>
                <a:pathLst>
                  <a:path extrusionOk="0" h="36555" w="42036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1" name="Google Shape;1001;p25"/>
            <p:cNvSpPr/>
            <p:nvPr/>
          </p:nvSpPr>
          <p:spPr>
            <a:xfrm>
              <a:off x="2577325" y="2970225"/>
              <a:ext cx="32450" cy="13100"/>
            </a:xfrm>
            <a:custGeom>
              <a:rect b="b" l="l" r="r" t="t"/>
              <a:pathLst>
                <a:path extrusionOk="0" h="524" w="1298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2632250" y="2947725"/>
              <a:ext cx="41350" cy="29325"/>
            </a:xfrm>
            <a:custGeom>
              <a:rect b="b" l="l" r="r" t="t"/>
              <a:pathLst>
                <a:path extrusionOk="0" h="1173" w="1654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2485775" y="2895925"/>
              <a:ext cx="153825" cy="54950"/>
            </a:xfrm>
            <a:custGeom>
              <a:rect b="b" l="l" r="r" t="t"/>
              <a:pathLst>
                <a:path extrusionOk="0" h="2198" w="6153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2901125" y="4083350"/>
              <a:ext cx="39250" cy="22525"/>
            </a:xfrm>
            <a:custGeom>
              <a:rect b="b" l="l" r="r" t="t"/>
              <a:pathLst>
                <a:path extrusionOk="0" h="901" w="157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2506700" y="3102550"/>
              <a:ext cx="80075" cy="36650"/>
            </a:xfrm>
            <a:custGeom>
              <a:rect b="b" l="l" r="r" t="t"/>
              <a:pathLst>
                <a:path extrusionOk="0" h="1466" w="3203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5"/>
            <p:cNvSpPr/>
            <p:nvPr/>
          </p:nvSpPr>
          <p:spPr>
            <a:xfrm>
              <a:off x="2464350" y="3080075"/>
              <a:ext cx="48650" cy="45525"/>
            </a:xfrm>
            <a:custGeom>
              <a:rect b="b" l="l" r="r" t="t"/>
              <a:pathLst>
                <a:path extrusionOk="0" h="1821" w="1946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2438700" y="3020425"/>
              <a:ext cx="67500" cy="66975"/>
            </a:xfrm>
            <a:custGeom>
              <a:rect b="b" l="l" r="r" t="t"/>
              <a:pathLst>
                <a:path extrusionOk="0" h="2679" w="270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2416725" y="3006825"/>
              <a:ext cx="91575" cy="46050"/>
            </a:xfrm>
            <a:custGeom>
              <a:rect b="b" l="l" r="r" t="t"/>
              <a:pathLst>
                <a:path extrusionOk="0" h="1842" w="3663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2404175" y="3031950"/>
              <a:ext cx="36125" cy="20925"/>
            </a:xfrm>
            <a:custGeom>
              <a:rect b="b" l="l" r="r" t="t"/>
              <a:pathLst>
                <a:path extrusionOk="0" h="837" w="1445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2420400" y="2972825"/>
              <a:ext cx="16750" cy="36650"/>
            </a:xfrm>
            <a:custGeom>
              <a:rect b="b" l="l" r="r" t="t"/>
              <a:pathLst>
                <a:path extrusionOk="0" h="1466" w="67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2374900" y="2981200"/>
              <a:ext cx="59650" cy="62800"/>
            </a:xfrm>
            <a:custGeom>
              <a:rect b="b" l="l" r="r" t="t"/>
              <a:pathLst>
                <a:path extrusionOk="0" h="2512" w="2386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2050050" y="2725400"/>
              <a:ext cx="412225" cy="305525"/>
            </a:xfrm>
            <a:custGeom>
              <a:rect b="b" l="l" r="r" t="t"/>
              <a:pathLst>
                <a:path extrusionOk="0" h="12221" w="16489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5404100" y="2847275"/>
              <a:ext cx="26175" cy="61250"/>
            </a:xfrm>
            <a:custGeom>
              <a:rect b="b" l="l" r="r" t="t"/>
              <a:pathLst>
                <a:path extrusionOk="0" h="2450" w="1047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4" name="Google Shape;1014;p25"/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</p:grpSpPr>
          <p:sp>
            <p:nvSpPr>
              <p:cNvPr id="1015" name="Google Shape;1015;p25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rect b="b" l="l" r="r" t="t"/>
                <a:pathLst>
                  <a:path extrusionOk="0" h="2428" w="3579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5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rect b="b" l="l" r="r" t="t"/>
                <a:pathLst>
                  <a:path extrusionOk="0" h="734" w="859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rect b="b" l="l" r="r" t="t"/>
                <a:pathLst>
                  <a:path extrusionOk="0" h="1737" w="1571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rect b="b" l="l" r="r" t="t"/>
                <a:pathLst>
                  <a:path extrusionOk="0" h="5651" w="4102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9" name="Google Shape;1019;p25"/>
            <p:cNvSpPr/>
            <p:nvPr/>
          </p:nvSpPr>
          <p:spPr>
            <a:xfrm>
              <a:off x="5511350" y="2436650"/>
              <a:ext cx="175250" cy="307100"/>
            </a:xfrm>
            <a:custGeom>
              <a:rect b="b" l="l" r="r" t="t"/>
              <a:pathLst>
                <a:path extrusionOk="0" h="12284" w="701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5"/>
            <p:cNvSpPr/>
            <p:nvPr/>
          </p:nvSpPr>
          <p:spPr>
            <a:xfrm>
              <a:off x="5440200" y="2597250"/>
              <a:ext cx="60175" cy="83725"/>
            </a:xfrm>
            <a:custGeom>
              <a:rect b="b" l="l" r="r" t="t"/>
              <a:pathLst>
                <a:path extrusionOk="0" h="3349" w="2407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5"/>
            <p:cNvSpPr/>
            <p:nvPr/>
          </p:nvSpPr>
          <p:spPr>
            <a:xfrm>
              <a:off x="5410900" y="2501000"/>
              <a:ext cx="68550" cy="117725"/>
            </a:xfrm>
            <a:custGeom>
              <a:rect b="b" l="l" r="r" t="t"/>
              <a:pathLst>
                <a:path extrusionOk="0" h="4709" w="2742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5"/>
            <p:cNvSpPr/>
            <p:nvPr/>
          </p:nvSpPr>
          <p:spPr>
            <a:xfrm>
              <a:off x="4855375" y="2348250"/>
              <a:ext cx="444650" cy="209800"/>
            </a:xfrm>
            <a:custGeom>
              <a:rect b="b" l="l" r="r" t="t"/>
              <a:pathLst>
                <a:path extrusionOk="0" h="8392" w="17786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5"/>
            <p:cNvSpPr/>
            <p:nvPr/>
          </p:nvSpPr>
          <p:spPr>
            <a:xfrm>
              <a:off x="5730000" y="3287725"/>
              <a:ext cx="141250" cy="120875"/>
            </a:xfrm>
            <a:custGeom>
              <a:rect b="b" l="l" r="r" t="t"/>
              <a:pathLst>
                <a:path extrusionOk="0" h="4835" w="565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5"/>
            <p:cNvSpPr/>
            <p:nvPr/>
          </p:nvSpPr>
          <p:spPr>
            <a:xfrm>
              <a:off x="5413525" y="2961325"/>
              <a:ext cx="115100" cy="200900"/>
            </a:xfrm>
            <a:custGeom>
              <a:rect b="b" l="l" r="r" t="t"/>
              <a:pathLst>
                <a:path extrusionOk="0" h="8036" w="4604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5"/>
            <p:cNvSpPr/>
            <p:nvPr/>
          </p:nvSpPr>
          <p:spPr>
            <a:xfrm>
              <a:off x="5472625" y="3375600"/>
              <a:ext cx="56000" cy="29325"/>
            </a:xfrm>
            <a:custGeom>
              <a:rect b="b" l="l" r="r" t="t"/>
              <a:pathLst>
                <a:path extrusionOk="0" h="1173" w="224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6" name="Google Shape;1026;p25"/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</p:grpSpPr>
          <p:sp>
            <p:nvSpPr>
              <p:cNvPr id="1027" name="Google Shape;1027;p25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rect b="b" l="l" r="r" t="t"/>
                <a:pathLst>
                  <a:path extrusionOk="0" h="4312" w="3871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5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rect b="b" l="l" r="r" t="t"/>
                <a:pathLst>
                  <a:path extrusionOk="0" h="5253" w="5818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5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rect b="b" l="l" r="r" t="t"/>
                <a:pathLst>
                  <a:path extrusionOk="0" h="5190" w="5734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5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rect b="b" l="l" r="r" t="t"/>
                <a:pathLst>
                  <a:path extrusionOk="0" h="8872" w="17242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1" name="Google Shape;1031;p25"/>
            <p:cNvSpPr/>
            <p:nvPr/>
          </p:nvSpPr>
          <p:spPr>
            <a:xfrm>
              <a:off x="5139425" y="3145975"/>
              <a:ext cx="62800" cy="82150"/>
            </a:xfrm>
            <a:custGeom>
              <a:rect b="b" l="l" r="r" t="t"/>
              <a:pathLst>
                <a:path extrusionOk="0" h="3286" w="2512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5"/>
            <p:cNvSpPr/>
            <p:nvPr/>
          </p:nvSpPr>
          <p:spPr>
            <a:xfrm>
              <a:off x="5279075" y="3142825"/>
              <a:ext cx="137075" cy="92625"/>
            </a:xfrm>
            <a:custGeom>
              <a:rect b="b" l="l" r="r" t="t"/>
              <a:pathLst>
                <a:path extrusionOk="0" h="3705" w="5483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5"/>
            <p:cNvSpPr/>
            <p:nvPr/>
          </p:nvSpPr>
          <p:spPr>
            <a:xfrm>
              <a:off x="5150925" y="2887575"/>
              <a:ext cx="119300" cy="230700"/>
            </a:xfrm>
            <a:custGeom>
              <a:rect b="b" l="l" r="r" t="t"/>
              <a:pathLst>
                <a:path extrusionOk="0" h="9228" w="4772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5"/>
            <p:cNvSpPr/>
            <p:nvPr/>
          </p:nvSpPr>
          <p:spPr>
            <a:xfrm>
              <a:off x="5166625" y="3025150"/>
              <a:ext cx="75875" cy="65400"/>
            </a:xfrm>
            <a:custGeom>
              <a:rect b="b" l="l" r="r" t="t"/>
              <a:pathLst>
                <a:path extrusionOk="0" h="2616" w="3035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5"/>
            <p:cNvSpPr/>
            <p:nvPr/>
          </p:nvSpPr>
          <p:spPr>
            <a:xfrm>
              <a:off x="5123725" y="2903250"/>
              <a:ext cx="117200" cy="135525"/>
            </a:xfrm>
            <a:custGeom>
              <a:rect b="b" l="l" r="r" t="t"/>
              <a:pathLst>
                <a:path extrusionOk="0" h="5421" w="4688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5089200" y="2934650"/>
              <a:ext cx="121900" cy="227050"/>
            </a:xfrm>
            <a:custGeom>
              <a:rect b="b" l="l" r="r" t="t"/>
              <a:pathLst>
                <a:path extrusionOk="0" h="9082" w="4876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5009700" y="2810675"/>
              <a:ext cx="128175" cy="288250"/>
            </a:xfrm>
            <a:custGeom>
              <a:rect b="b" l="l" r="r" t="t"/>
              <a:pathLst>
                <a:path extrusionOk="0" h="11530" w="5127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4941700" y="2836825"/>
              <a:ext cx="74300" cy="95750"/>
            </a:xfrm>
            <a:custGeom>
              <a:rect b="b" l="l" r="r" t="t"/>
              <a:pathLst>
                <a:path extrusionOk="0" h="3830" w="2972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3787225" y="2293850"/>
              <a:ext cx="55475" cy="68025"/>
            </a:xfrm>
            <a:custGeom>
              <a:rect b="b" l="l" r="r" t="t"/>
              <a:pathLst>
                <a:path extrusionOk="0" h="2721" w="2219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5"/>
            <p:cNvSpPr/>
            <p:nvPr/>
          </p:nvSpPr>
          <p:spPr>
            <a:xfrm>
              <a:off x="3743300" y="1958025"/>
              <a:ext cx="290325" cy="337425"/>
            </a:xfrm>
            <a:custGeom>
              <a:rect b="b" l="l" r="r" t="t"/>
              <a:pathLst>
                <a:path extrusionOk="0" h="13497" w="11613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5"/>
            <p:cNvSpPr/>
            <p:nvPr/>
          </p:nvSpPr>
          <p:spPr>
            <a:xfrm>
              <a:off x="3823325" y="2021850"/>
              <a:ext cx="143875" cy="324875"/>
            </a:xfrm>
            <a:custGeom>
              <a:rect b="b" l="l" r="r" t="t"/>
              <a:pathLst>
                <a:path extrusionOk="0" h="12995" w="5755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5"/>
            <p:cNvSpPr/>
            <p:nvPr/>
          </p:nvSpPr>
          <p:spPr>
            <a:xfrm>
              <a:off x="3976075" y="2250975"/>
              <a:ext cx="57550" cy="52325"/>
            </a:xfrm>
            <a:custGeom>
              <a:rect b="b" l="l" r="r" t="t"/>
              <a:pathLst>
                <a:path extrusionOk="0" h="2093" w="2302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3949400" y="2288625"/>
              <a:ext cx="91550" cy="49725"/>
            </a:xfrm>
            <a:custGeom>
              <a:rect b="b" l="l" r="r" t="t"/>
              <a:pathLst>
                <a:path extrusionOk="0" h="1989" w="3662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3952525" y="2322625"/>
              <a:ext cx="71175" cy="52325"/>
            </a:xfrm>
            <a:custGeom>
              <a:rect b="b" l="l" r="r" t="t"/>
              <a:pathLst>
                <a:path extrusionOk="0" h="2093" w="2847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3986525" y="2326300"/>
              <a:ext cx="120875" cy="93650"/>
            </a:xfrm>
            <a:custGeom>
              <a:rect b="b" l="l" r="r" t="t"/>
              <a:pathLst>
                <a:path extrusionOk="0" h="3746" w="4835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3903350" y="2478500"/>
              <a:ext cx="83200" cy="53900"/>
            </a:xfrm>
            <a:custGeom>
              <a:rect b="b" l="l" r="r" t="t"/>
              <a:pathLst>
                <a:path extrusionOk="0" h="2156" w="3328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3910150" y="2462825"/>
              <a:ext cx="71700" cy="31400"/>
            </a:xfrm>
            <a:custGeom>
              <a:rect b="b" l="l" r="r" t="t"/>
              <a:pathLst>
                <a:path extrusionOk="0" h="1256" w="2868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5"/>
            <p:cNvSpPr/>
            <p:nvPr/>
          </p:nvSpPr>
          <p:spPr>
            <a:xfrm>
              <a:off x="3947825" y="2585750"/>
              <a:ext cx="27225" cy="52325"/>
            </a:xfrm>
            <a:custGeom>
              <a:rect b="b" l="l" r="r" t="t"/>
              <a:pathLst>
                <a:path extrusionOk="0" h="2093" w="1089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5"/>
            <p:cNvSpPr/>
            <p:nvPr/>
          </p:nvSpPr>
          <p:spPr>
            <a:xfrm>
              <a:off x="3934750" y="2566400"/>
              <a:ext cx="26175" cy="32975"/>
            </a:xfrm>
            <a:custGeom>
              <a:rect b="b" l="l" r="r" t="t"/>
              <a:pathLst>
                <a:path extrusionOk="0" h="1319" w="1047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5"/>
            <p:cNvSpPr/>
            <p:nvPr/>
          </p:nvSpPr>
          <p:spPr>
            <a:xfrm>
              <a:off x="3895525" y="2538675"/>
              <a:ext cx="54425" cy="47625"/>
            </a:xfrm>
            <a:custGeom>
              <a:rect b="b" l="l" r="r" t="t"/>
              <a:pathLst>
                <a:path extrusionOk="0" h="1905" w="2177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5"/>
            <p:cNvSpPr/>
            <p:nvPr/>
          </p:nvSpPr>
          <p:spPr>
            <a:xfrm>
              <a:off x="3865700" y="2510950"/>
              <a:ext cx="42400" cy="26700"/>
            </a:xfrm>
            <a:custGeom>
              <a:rect b="b" l="l" r="r" t="t"/>
              <a:pathLst>
                <a:path extrusionOk="0" h="1068" w="1696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5"/>
            <p:cNvSpPr/>
            <p:nvPr/>
          </p:nvSpPr>
          <p:spPr>
            <a:xfrm>
              <a:off x="3811300" y="2470650"/>
              <a:ext cx="99925" cy="48150"/>
            </a:xfrm>
            <a:custGeom>
              <a:rect b="b" l="l" r="r" t="t"/>
              <a:pathLst>
                <a:path extrusionOk="0" h="1926" w="3997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5"/>
            <p:cNvSpPr/>
            <p:nvPr/>
          </p:nvSpPr>
          <p:spPr>
            <a:xfrm>
              <a:off x="3867800" y="2355575"/>
              <a:ext cx="132350" cy="111450"/>
            </a:xfrm>
            <a:custGeom>
              <a:rect b="b" l="l" r="r" t="t"/>
              <a:pathLst>
                <a:path extrusionOk="0" h="4458" w="5294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5"/>
            <p:cNvSpPr/>
            <p:nvPr/>
          </p:nvSpPr>
          <p:spPr>
            <a:xfrm>
              <a:off x="3841625" y="2432475"/>
              <a:ext cx="105700" cy="46050"/>
            </a:xfrm>
            <a:custGeom>
              <a:rect b="b" l="l" r="r" t="t"/>
              <a:pathLst>
                <a:path extrusionOk="0" h="1842" w="4228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5"/>
            <p:cNvSpPr/>
            <p:nvPr/>
          </p:nvSpPr>
          <p:spPr>
            <a:xfrm>
              <a:off x="3759500" y="2356100"/>
              <a:ext cx="120350" cy="143875"/>
            </a:xfrm>
            <a:custGeom>
              <a:rect b="b" l="l" r="r" t="t"/>
              <a:pathLst>
                <a:path extrusionOk="0" h="5755" w="4814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5"/>
            <p:cNvSpPr/>
            <p:nvPr/>
          </p:nvSpPr>
          <p:spPr>
            <a:xfrm>
              <a:off x="3727600" y="2387500"/>
              <a:ext cx="51800" cy="47100"/>
            </a:xfrm>
            <a:custGeom>
              <a:rect b="b" l="l" r="r" t="t"/>
              <a:pathLst>
                <a:path extrusionOk="0" h="1884" w="2072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5"/>
            <p:cNvSpPr/>
            <p:nvPr/>
          </p:nvSpPr>
          <p:spPr>
            <a:xfrm>
              <a:off x="3722900" y="2426200"/>
              <a:ext cx="40825" cy="35075"/>
            </a:xfrm>
            <a:custGeom>
              <a:rect b="b" l="l" r="r" t="t"/>
              <a:pathLst>
                <a:path extrusionOk="0" h="1403" w="1633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5"/>
            <p:cNvSpPr/>
            <p:nvPr/>
          </p:nvSpPr>
          <p:spPr>
            <a:xfrm>
              <a:off x="3758475" y="2449750"/>
              <a:ext cx="9950" cy="14125"/>
            </a:xfrm>
            <a:custGeom>
              <a:rect b="b" l="l" r="r" t="t"/>
              <a:pathLst>
                <a:path extrusionOk="0" h="565" w="398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3552375" y="2346700"/>
              <a:ext cx="58075" cy="76900"/>
            </a:xfrm>
            <a:custGeom>
              <a:rect b="b" l="l" r="r" t="t"/>
              <a:pathLst>
                <a:path extrusionOk="0" h="3076" w="2323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0" name="Google Shape;1060;p25"/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</p:grpSpPr>
          <p:sp>
            <p:nvSpPr>
              <p:cNvPr id="1061" name="Google Shape;1061;p25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rect b="b" l="l" r="r" t="t"/>
                <a:pathLst>
                  <a:path extrusionOk="0" h="7011" w="406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5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rect b="b" l="l" r="r" t="t"/>
                <a:pathLst>
                  <a:path extrusionOk="0" h="1005" w="1277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3" name="Google Shape;1063;p25"/>
            <p:cNvSpPr/>
            <p:nvPr/>
          </p:nvSpPr>
          <p:spPr>
            <a:xfrm>
              <a:off x="4300900" y="3419025"/>
              <a:ext cx="109875" cy="205600"/>
            </a:xfrm>
            <a:custGeom>
              <a:rect b="b" l="l" r="r" t="t"/>
              <a:pathLst>
                <a:path extrusionOk="0" h="8224" w="4395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4" name="Google Shape;1064;p25"/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</p:grpSpPr>
          <p:sp>
            <p:nvSpPr>
              <p:cNvPr id="1065" name="Google Shape;1065;p25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rect b="b" l="l" r="r" t="t"/>
                <a:pathLst>
                  <a:path extrusionOk="0" h="20611" w="23058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5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rect b="b" l="l" r="r" t="t"/>
                <a:pathLst>
                  <a:path extrusionOk="0" h="2847" w="2198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7" name="Google Shape;1067;p25"/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</p:grpSpPr>
          <p:sp>
            <p:nvSpPr>
              <p:cNvPr id="1068" name="Google Shape;1068;p25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rect b="b" l="l" r="r" t="t"/>
                <a:pathLst>
                  <a:path extrusionOk="0" h="5713" w="5818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rect b="b" l="l" r="r" t="t"/>
                <a:pathLst>
                  <a:path extrusionOk="0" h="6843" w="3286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0" name="Google Shape;1070;p25"/>
            <p:cNvSpPr/>
            <p:nvPr/>
          </p:nvSpPr>
          <p:spPr>
            <a:xfrm>
              <a:off x="3399625" y="2088800"/>
              <a:ext cx="127125" cy="77450"/>
            </a:xfrm>
            <a:custGeom>
              <a:rect b="b" l="l" r="r" t="t"/>
              <a:pathLst>
                <a:path extrusionOk="0" h="3098" w="5085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5"/>
            <p:cNvSpPr/>
            <p:nvPr/>
          </p:nvSpPr>
          <p:spPr>
            <a:xfrm>
              <a:off x="4616850" y="2275025"/>
              <a:ext cx="885625" cy="661225"/>
            </a:xfrm>
            <a:custGeom>
              <a:rect b="b" l="l" r="r" t="t"/>
              <a:pathLst>
                <a:path extrusionOk="0" h="26449" w="35425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25"/>
            <p:cNvSpPr/>
            <p:nvPr/>
          </p:nvSpPr>
          <p:spPr>
            <a:xfrm>
              <a:off x="5150925" y="2903250"/>
              <a:ext cx="1600" cy="2125"/>
            </a:xfrm>
            <a:custGeom>
              <a:rect b="b" l="l" r="r" t="t"/>
              <a:pathLst>
                <a:path extrusionOk="0" h="85" w="64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25"/>
            <p:cNvSpPr/>
            <p:nvPr/>
          </p:nvSpPr>
          <p:spPr>
            <a:xfrm>
              <a:off x="5134200" y="2918425"/>
              <a:ext cx="2625" cy="2650"/>
            </a:xfrm>
            <a:custGeom>
              <a:rect b="b" l="l" r="r" t="t"/>
              <a:pathLst>
                <a:path extrusionOk="0" h="106" w="105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5"/>
            <p:cNvSpPr/>
            <p:nvPr/>
          </p:nvSpPr>
          <p:spPr>
            <a:xfrm>
              <a:off x="4608475" y="2660550"/>
              <a:ext cx="5275" cy="1600"/>
            </a:xfrm>
            <a:custGeom>
              <a:rect b="b" l="l" r="r" t="t"/>
              <a:pathLst>
                <a:path extrusionOk="0" h="64" w="211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5"/>
            <p:cNvSpPr/>
            <p:nvPr/>
          </p:nvSpPr>
          <p:spPr>
            <a:xfrm>
              <a:off x="4302475" y="2310075"/>
              <a:ext cx="547700" cy="287725"/>
            </a:xfrm>
            <a:custGeom>
              <a:rect b="b" l="l" r="r" t="t"/>
              <a:pathLst>
                <a:path extrusionOk="0" h="11509" w="21908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25"/>
            <p:cNvSpPr/>
            <p:nvPr/>
          </p:nvSpPr>
          <p:spPr>
            <a:xfrm>
              <a:off x="4443200" y="2520875"/>
              <a:ext cx="231750" cy="144400"/>
            </a:xfrm>
            <a:custGeom>
              <a:rect b="b" l="l" r="r" t="t"/>
              <a:pathLst>
                <a:path extrusionOk="0" h="5776" w="927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5"/>
            <p:cNvSpPr/>
            <p:nvPr/>
          </p:nvSpPr>
          <p:spPr>
            <a:xfrm>
              <a:off x="4401875" y="2571100"/>
              <a:ext cx="207150" cy="130275"/>
            </a:xfrm>
            <a:custGeom>
              <a:rect b="b" l="l" r="r" t="t"/>
              <a:pathLst>
                <a:path extrusionOk="0" h="5211" w="8286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8" name="Google Shape;1078;p25"/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</p:grpSpPr>
          <p:sp>
            <p:nvSpPr>
              <p:cNvPr id="1079" name="Google Shape;1079;p25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rect b="b" l="l" r="r" t="t"/>
                <a:pathLst>
                  <a:path extrusionOk="0" h="273" w="85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5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rect b="b" l="l" r="r" t="t"/>
                <a:pathLst>
                  <a:path extrusionOk="0" h="2135" w="1257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5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rect b="b" l="l" r="r" t="t"/>
                <a:pathLst>
                  <a:path extrusionOk="0" h="189" w="21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rect b="b" l="l" r="r" t="t"/>
                <a:pathLst>
                  <a:path extrusionOk="0" h="252" w="315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3" name="Google Shape;1083;p25"/>
            <p:cNvSpPr/>
            <p:nvPr/>
          </p:nvSpPr>
          <p:spPr>
            <a:xfrm>
              <a:off x="4663400" y="2731150"/>
              <a:ext cx="405425" cy="396025"/>
            </a:xfrm>
            <a:custGeom>
              <a:rect b="b" l="l" r="r" t="t"/>
              <a:pathLst>
                <a:path extrusionOk="0" h="15841" w="16217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5"/>
            <p:cNvSpPr/>
            <p:nvPr/>
          </p:nvSpPr>
          <p:spPr>
            <a:xfrm>
              <a:off x="4822425" y="2778250"/>
              <a:ext cx="119300" cy="63825"/>
            </a:xfrm>
            <a:custGeom>
              <a:rect b="b" l="l" r="r" t="t"/>
              <a:pathLst>
                <a:path extrusionOk="0" h="2553" w="4772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4547800" y="2671000"/>
              <a:ext cx="200375" cy="220775"/>
            </a:xfrm>
            <a:custGeom>
              <a:rect b="b" l="l" r="r" t="t"/>
              <a:pathLst>
                <a:path extrusionOk="0" h="8831" w="8015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5"/>
            <p:cNvSpPr/>
            <p:nvPr/>
          </p:nvSpPr>
          <p:spPr>
            <a:xfrm>
              <a:off x="4533150" y="2640675"/>
              <a:ext cx="191475" cy="159550"/>
            </a:xfrm>
            <a:custGeom>
              <a:rect b="b" l="l" r="r" t="t"/>
              <a:pathLst>
                <a:path extrusionOk="0" h="6382" w="7659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5"/>
            <p:cNvSpPr/>
            <p:nvPr/>
          </p:nvSpPr>
          <p:spPr>
            <a:xfrm>
              <a:off x="3978150" y="2401100"/>
              <a:ext cx="237525" cy="148050"/>
            </a:xfrm>
            <a:custGeom>
              <a:rect b="b" l="l" r="r" t="t"/>
              <a:pathLst>
                <a:path extrusionOk="0" h="5922" w="9501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5"/>
            <p:cNvSpPr/>
            <p:nvPr/>
          </p:nvSpPr>
          <p:spPr>
            <a:xfrm>
              <a:off x="4036750" y="2474325"/>
              <a:ext cx="49725" cy="55475"/>
            </a:xfrm>
            <a:custGeom>
              <a:rect b="b" l="l" r="r" t="t"/>
              <a:pathLst>
                <a:path extrusionOk="0" h="2219" w="1989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3957250" y="2483750"/>
              <a:ext cx="127650" cy="81625"/>
            </a:xfrm>
            <a:custGeom>
              <a:rect b="b" l="l" r="r" t="t"/>
              <a:pathLst>
                <a:path extrusionOk="0" h="3265" w="5106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3989150" y="2555400"/>
              <a:ext cx="83725" cy="52850"/>
            </a:xfrm>
            <a:custGeom>
              <a:rect b="b" l="l" r="r" t="t"/>
              <a:pathLst>
                <a:path extrusionOk="0" h="2114" w="3349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5"/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</p:grpSpPr>
          <p:sp>
            <p:nvSpPr>
              <p:cNvPr id="1092" name="Google Shape;1092;p25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rect b="b" l="l" r="r" t="t"/>
                <a:pathLst>
                  <a:path extrusionOk="0" h="252" w="189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5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rect b="b" l="l" r="r" t="t"/>
                <a:pathLst>
                  <a:path extrusionOk="0" h="127" w="106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rect b="b" l="l" r="r" t="t"/>
                <a:pathLst>
                  <a:path extrusionOk="0" h="2428" w="3139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rect b="b" l="l" r="r" t="t"/>
                <a:pathLst>
                  <a:path extrusionOk="0" h="210" w="147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6" name="Google Shape;1096;p25"/>
            <p:cNvSpPr/>
            <p:nvPr/>
          </p:nvSpPr>
          <p:spPr>
            <a:xfrm>
              <a:off x="3799775" y="2577900"/>
              <a:ext cx="14675" cy="29325"/>
            </a:xfrm>
            <a:custGeom>
              <a:rect b="b" l="l" r="r" t="t"/>
              <a:pathLst>
                <a:path extrusionOk="0" h="1173" w="587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3567525" y="2564825"/>
              <a:ext cx="160625" cy="134450"/>
            </a:xfrm>
            <a:custGeom>
              <a:rect b="b" l="l" r="r" t="t"/>
              <a:pathLst>
                <a:path extrusionOk="0" h="5378" w="6425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4298300" y="2628625"/>
              <a:ext cx="25125" cy="19925"/>
            </a:xfrm>
            <a:custGeom>
              <a:rect b="b" l="l" r="r" t="t"/>
              <a:pathLst>
                <a:path extrusionOk="0" h="797" w="1005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4292025" y="2631250"/>
              <a:ext cx="295050" cy="237500"/>
            </a:xfrm>
            <a:custGeom>
              <a:rect b="b" l="l" r="r" t="t"/>
              <a:pathLst>
                <a:path extrusionOk="0" h="9500" w="11802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4277375" y="2602475"/>
              <a:ext cx="51800" cy="43975"/>
            </a:xfrm>
            <a:custGeom>
              <a:rect b="b" l="l" r="r" t="t"/>
              <a:pathLst>
                <a:path extrusionOk="0" h="1759" w="2072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4044600" y="2592025"/>
              <a:ext cx="260525" cy="107250"/>
            </a:xfrm>
            <a:custGeom>
              <a:rect b="b" l="l" r="r" t="t"/>
              <a:pathLst>
                <a:path extrusionOk="0" h="4290" w="10421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4041450" y="2592550"/>
              <a:ext cx="39775" cy="35075"/>
            </a:xfrm>
            <a:custGeom>
              <a:rect b="b" l="l" r="r" t="t"/>
              <a:pathLst>
                <a:path extrusionOk="0" h="1403" w="1591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4231325" y="2673625"/>
              <a:ext cx="139700" cy="134450"/>
            </a:xfrm>
            <a:custGeom>
              <a:rect b="b" l="l" r="r" t="t"/>
              <a:pathLst>
                <a:path extrusionOk="0" h="5378" w="5588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4345375" y="2791325"/>
              <a:ext cx="25125" cy="25650"/>
            </a:xfrm>
            <a:custGeom>
              <a:rect b="b" l="l" r="r" t="t"/>
              <a:pathLst>
                <a:path extrusionOk="0" h="1026" w="1005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4136125" y="2704475"/>
              <a:ext cx="32475" cy="18350"/>
            </a:xfrm>
            <a:custGeom>
              <a:rect b="b" l="l" r="r" t="t"/>
              <a:pathLst>
                <a:path extrusionOk="0" h="734" w="1299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4184250" y="2677275"/>
              <a:ext cx="90000" cy="80075"/>
            </a:xfrm>
            <a:custGeom>
              <a:rect b="b" l="l" r="r" t="t"/>
              <a:pathLst>
                <a:path extrusionOk="0" h="3203" w="360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4165950" y="2741625"/>
              <a:ext cx="22000" cy="63850"/>
            </a:xfrm>
            <a:custGeom>
              <a:rect b="b" l="l" r="r" t="t"/>
              <a:pathLst>
                <a:path extrusionOk="0" h="2554" w="88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4185300" y="2741625"/>
              <a:ext cx="5775" cy="13100"/>
            </a:xfrm>
            <a:custGeom>
              <a:rect b="b" l="l" r="r" t="t"/>
              <a:pathLst>
                <a:path extrusionOk="0" h="524" w="231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4179025" y="2755750"/>
              <a:ext cx="7875" cy="18325"/>
            </a:xfrm>
            <a:custGeom>
              <a:rect b="b" l="l" r="r" t="t"/>
              <a:pathLst>
                <a:path extrusionOk="0" h="733" w="315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4179025" y="2721750"/>
              <a:ext cx="18850" cy="23550"/>
            </a:xfrm>
            <a:custGeom>
              <a:rect b="b" l="l" r="r" t="t"/>
              <a:pathLst>
                <a:path extrusionOk="0" h="942" w="754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4180075" y="2740050"/>
              <a:ext cx="58075" cy="71700"/>
            </a:xfrm>
            <a:custGeom>
              <a:rect b="b" l="l" r="r" t="t"/>
              <a:pathLst>
                <a:path extrusionOk="0" h="2868" w="2323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5"/>
            <p:cNvSpPr/>
            <p:nvPr/>
          </p:nvSpPr>
          <p:spPr>
            <a:xfrm>
              <a:off x="4179025" y="2758875"/>
              <a:ext cx="299225" cy="252175"/>
            </a:xfrm>
            <a:custGeom>
              <a:rect b="b" l="l" r="r" t="t"/>
              <a:pathLst>
                <a:path extrusionOk="0" h="10087" w="11969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4409700" y="2852525"/>
              <a:ext cx="11025" cy="24075"/>
            </a:xfrm>
            <a:custGeom>
              <a:rect b="b" l="l" r="r" t="t"/>
              <a:pathLst>
                <a:path extrusionOk="0" h="963" w="441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4421225" y="2854100"/>
              <a:ext cx="69075" cy="54425"/>
            </a:xfrm>
            <a:custGeom>
              <a:rect b="b" l="l" r="r" t="t"/>
              <a:pathLst>
                <a:path extrusionOk="0" h="2177" w="2763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4434300" y="2866125"/>
              <a:ext cx="108300" cy="133400"/>
            </a:xfrm>
            <a:custGeom>
              <a:rect b="b" l="l" r="r" t="t"/>
              <a:pathLst>
                <a:path extrusionOk="0" h="5336" w="4332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4483475" y="2847275"/>
              <a:ext cx="5775" cy="13125"/>
            </a:xfrm>
            <a:custGeom>
              <a:rect b="b" l="l" r="r" t="t"/>
              <a:pathLst>
                <a:path extrusionOk="0" h="525" w="231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4300375" y="2959750"/>
              <a:ext cx="153825" cy="99925"/>
            </a:xfrm>
            <a:custGeom>
              <a:rect b="b" l="l" r="r" t="t"/>
              <a:pathLst>
                <a:path extrusionOk="0" h="3997" w="6153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4035700" y="2769350"/>
              <a:ext cx="180500" cy="151725"/>
            </a:xfrm>
            <a:custGeom>
              <a:rect b="b" l="l" r="r" t="t"/>
              <a:pathLst>
                <a:path extrusionOk="0" h="6069" w="722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4003800" y="2919475"/>
              <a:ext cx="238550" cy="273600"/>
            </a:xfrm>
            <a:custGeom>
              <a:rect b="b" l="l" r="r" t="t"/>
              <a:pathLst>
                <a:path extrusionOk="0" h="10944" w="9542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5"/>
            <p:cNvSpPr/>
            <p:nvPr/>
          </p:nvSpPr>
          <p:spPr>
            <a:xfrm>
              <a:off x="4166475" y="3025650"/>
              <a:ext cx="219725" cy="166900"/>
            </a:xfrm>
            <a:custGeom>
              <a:rect b="b" l="l" r="r" t="t"/>
              <a:pathLst>
                <a:path extrusionOk="0" h="6676" w="8789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5"/>
            <p:cNvSpPr/>
            <p:nvPr/>
          </p:nvSpPr>
          <p:spPr>
            <a:xfrm>
              <a:off x="4213550" y="2979100"/>
              <a:ext cx="96800" cy="85825"/>
            </a:xfrm>
            <a:custGeom>
              <a:rect b="b" l="l" r="r" t="t"/>
              <a:pathLst>
                <a:path extrusionOk="0" h="3433" w="3872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5"/>
            <p:cNvSpPr/>
            <p:nvPr/>
          </p:nvSpPr>
          <p:spPr>
            <a:xfrm>
              <a:off x="4292025" y="3059150"/>
              <a:ext cx="21975" cy="26175"/>
            </a:xfrm>
            <a:custGeom>
              <a:rect b="b" l="l" r="r" t="t"/>
              <a:pathLst>
                <a:path extrusionOk="0" h="1047" w="879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5"/>
            <p:cNvSpPr/>
            <p:nvPr/>
          </p:nvSpPr>
          <p:spPr>
            <a:xfrm>
              <a:off x="4282600" y="3069600"/>
              <a:ext cx="148050" cy="196175"/>
            </a:xfrm>
            <a:custGeom>
              <a:rect b="b" l="l" r="r" t="t"/>
              <a:pathLst>
                <a:path extrusionOk="0" h="7847" w="5922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5"/>
            <p:cNvSpPr/>
            <p:nvPr/>
          </p:nvSpPr>
          <p:spPr>
            <a:xfrm>
              <a:off x="4175375" y="3163750"/>
              <a:ext cx="121375" cy="147025"/>
            </a:xfrm>
            <a:custGeom>
              <a:rect b="b" l="l" r="r" t="t"/>
              <a:pathLst>
                <a:path extrusionOk="0" h="5881" w="4855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5"/>
            <p:cNvSpPr/>
            <p:nvPr/>
          </p:nvSpPr>
          <p:spPr>
            <a:xfrm>
              <a:off x="4145025" y="3258950"/>
              <a:ext cx="11000" cy="25"/>
            </a:xfrm>
            <a:custGeom>
              <a:rect b="b" l="l" r="r" t="t"/>
              <a:pathLst>
                <a:path extrusionOk="0" h="1" w="44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5"/>
            <p:cNvSpPr/>
            <p:nvPr/>
          </p:nvSpPr>
          <p:spPr>
            <a:xfrm>
              <a:off x="4115200" y="3182075"/>
              <a:ext cx="83725" cy="82675"/>
            </a:xfrm>
            <a:custGeom>
              <a:rect b="b" l="l" r="r" t="t"/>
              <a:pathLst>
                <a:path extrusionOk="0" h="3307" w="3349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5"/>
            <p:cNvSpPr/>
            <p:nvPr/>
          </p:nvSpPr>
          <p:spPr>
            <a:xfrm>
              <a:off x="3898125" y="3081625"/>
              <a:ext cx="188350" cy="127150"/>
            </a:xfrm>
            <a:custGeom>
              <a:rect b="b" l="l" r="r" t="t"/>
              <a:pathLst>
                <a:path extrusionOk="0" h="5086" w="7534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5"/>
            <p:cNvSpPr/>
            <p:nvPr/>
          </p:nvSpPr>
          <p:spPr>
            <a:xfrm>
              <a:off x="3821225" y="2747900"/>
              <a:ext cx="223400" cy="207700"/>
            </a:xfrm>
            <a:custGeom>
              <a:rect b="b" l="l" r="r" t="t"/>
              <a:pathLst>
                <a:path extrusionOk="0" h="8308" w="8936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5"/>
            <p:cNvSpPr/>
            <p:nvPr/>
          </p:nvSpPr>
          <p:spPr>
            <a:xfrm>
              <a:off x="3792975" y="2679900"/>
              <a:ext cx="57050" cy="111450"/>
            </a:xfrm>
            <a:custGeom>
              <a:rect b="b" l="l" r="r" t="t"/>
              <a:pathLst>
                <a:path extrusionOk="0" h="4458" w="2282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5"/>
            <p:cNvSpPr/>
            <p:nvPr/>
          </p:nvSpPr>
          <p:spPr>
            <a:xfrm>
              <a:off x="3568575" y="2683550"/>
              <a:ext cx="289825" cy="280400"/>
            </a:xfrm>
            <a:custGeom>
              <a:rect b="b" l="l" r="r" t="t"/>
              <a:pathLst>
                <a:path extrusionOk="0" h="11216" w="11593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5"/>
            <p:cNvSpPr/>
            <p:nvPr/>
          </p:nvSpPr>
          <p:spPr>
            <a:xfrm>
              <a:off x="3511050" y="2702400"/>
              <a:ext cx="167400" cy="132350"/>
            </a:xfrm>
            <a:custGeom>
              <a:rect b="b" l="l" r="r" t="t"/>
              <a:pathLst>
                <a:path extrusionOk="0" h="5294" w="6696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5"/>
            <p:cNvSpPr/>
            <p:nvPr/>
          </p:nvSpPr>
          <p:spPr>
            <a:xfrm>
              <a:off x="3450875" y="2834200"/>
              <a:ext cx="118775" cy="95225"/>
            </a:xfrm>
            <a:custGeom>
              <a:rect b="b" l="l" r="r" t="t"/>
              <a:pathLst>
                <a:path extrusionOk="0" h="3809" w="4751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5"/>
            <p:cNvSpPr/>
            <p:nvPr/>
          </p:nvSpPr>
          <p:spPr>
            <a:xfrm>
              <a:off x="3450375" y="2838400"/>
              <a:ext cx="170550" cy="187800"/>
            </a:xfrm>
            <a:custGeom>
              <a:rect b="b" l="l" r="r" t="t"/>
              <a:pathLst>
                <a:path extrusionOk="0" h="7512" w="6822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3518375" y="2873975"/>
              <a:ext cx="235400" cy="218150"/>
            </a:xfrm>
            <a:custGeom>
              <a:rect b="b" l="l" r="r" t="t"/>
              <a:pathLst>
                <a:path extrusionOk="0" h="8726" w="9416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5"/>
            <p:cNvSpPr/>
            <p:nvPr/>
          </p:nvSpPr>
          <p:spPr>
            <a:xfrm>
              <a:off x="3617750" y="3020950"/>
              <a:ext cx="108825" cy="79025"/>
            </a:xfrm>
            <a:custGeom>
              <a:rect b="b" l="l" r="r" t="t"/>
              <a:pathLst>
                <a:path extrusionOk="0" h="3161" w="4353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5"/>
            <p:cNvSpPr/>
            <p:nvPr/>
          </p:nvSpPr>
          <p:spPr>
            <a:xfrm>
              <a:off x="3442525" y="2997925"/>
              <a:ext cx="93125" cy="68050"/>
            </a:xfrm>
            <a:custGeom>
              <a:rect b="b" l="l" r="r" t="t"/>
              <a:pathLst>
                <a:path extrusionOk="0" h="2722" w="3725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3452975" y="3056525"/>
              <a:ext cx="44500" cy="26700"/>
            </a:xfrm>
            <a:custGeom>
              <a:rect b="b" l="l" r="r" t="t"/>
              <a:pathLst>
                <a:path extrusionOk="0" h="1068" w="178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8" name="Google Shape;1138;p25"/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</p:grpSpPr>
          <p:sp>
            <p:nvSpPr>
              <p:cNvPr id="1139" name="Google Shape;1139;p25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rect b="b" l="l" r="r" t="t"/>
                <a:pathLst>
                  <a:path extrusionOk="0" h="545" w="1842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5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rect b="b" l="l" r="r" t="t"/>
                <a:pathLst>
                  <a:path extrusionOk="0" h="3244" w="4081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1" name="Google Shape;1141;p25"/>
            <p:cNvSpPr/>
            <p:nvPr/>
          </p:nvSpPr>
          <p:spPr>
            <a:xfrm>
              <a:off x="3503200" y="3095750"/>
              <a:ext cx="40300" cy="48150"/>
            </a:xfrm>
            <a:custGeom>
              <a:rect b="b" l="l" r="r" t="t"/>
              <a:pathLst>
                <a:path extrusionOk="0" h="1926" w="1612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3529350" y="3117725"/>
              <a:ext cx="58600" cy="62800"/>
            </a:xfrm>
            <a:custGeom>
              <a:rect b="b" l="l" r="r" t="t"/>
              <a:pathLst>
                <a:path extrusionOk="0" h="2512" w="2344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3570150" y="3086875"/>
              <a:ext cx="89475" cy="94175"/>
            </a:xfrm>
            <a:custGeom>
              <a:rect b="b" l="l" r="r" t="t"/>
              <a:pathLst>
                <a:path extrusionOk="0" h="3767" w="3579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3647050" y="3079025"/>
              <a:ext cx="61225" cy="95750"/>
            </a:xfrm>
            <a:custGeom>
              <a:rect b="b" l="l" r="r" t="t"/>
              <a:pathLst>
                <a:path extrusionOk="0" h="3830" w="2449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3689950" y="3079025"/>
              <a:ext cx="29300" cy="77950"/>
            </a:xfrm>
            <a:custGeom>
              <a:rect b="b" l="l" r="r" t="t"/>
              <a:pathLst>
                <a:path extrusionOk="0" h="3118" w="1172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3705625" y="3059150"/>
              <a:ext cx="45025" cy="94175"/>
            </a:xfrm>
            <a:custGeom>
              <a:rect b="b" l="l" r="r" t="t"/>
              <a:pathLst>
                <a:path extrusionOk="0" h="3767" w="1801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3881925" y="2896975"/>
              <a:ext cx="150650" cy="239600"/>
            </a:xfrm>
            <a:custGeom>
              <a:rect b="b" l="l" r="r" t="t"/>
              <a:pathLst>
                <a:path extrusionOk="0" h="9584" w="6026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3863600" y="3051825"/>
              <a:ext cx="4725" cy="2625"/>
            </a:xfrm>
            <a:custGeom>
              <a:rect b="b" l="l" r="r" t="t"/>
              <a:pathLst>
                <a:path extrusionOk="0" h="105" w="189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3695700" y="2900125"/>
              <a:ext cx="220250" cy="171075"/>
            </a:xfrm>
            <a:custGeom>
              <a:rect b="b" l="l" r="r" t="t"/>
              <a:pathLst>
                <a:path extrusionOk="0" h="6843" w="881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3732825" y="3041350"/>
              <a:ext cx="165325" cy="141775"/>
            </a:xfrm>
            <a:custGeom>
              <a:rect b="b" l="l" r="r" t="t"/>
              <a:pathLst>
                <a:path extrusionOk="0" h="5671" w="6613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3813400" y="3053900"/>
              <a:ext cx="109850" cy="164800"/>
            </a:xfrm>
            <a:custGeom>
              <a:rect b="b" l="l" r="r" t="t"/>
              <a:pathLst>
                <a:path extrusionOk="0" h="6592" w="4394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3813900" y="3211875"/>
              <a:ext cx="82675" cy="89475"/>
            </a:xfrm>
            <a:custGeom>
              <a:rect b="b" l="l" r="r" t="t"/>
              <a:pathLst>
                <a:path extrusionOk="0" h="3579" w="3307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3821750" y="3213450"/>
              <a:ext cx="29325" cy="18850"/>
            </a:xfrm>
            <a:custGeom>
              <a:rect b="b" l="l" r="r" t="t"/>
              <a:pathLst>
                <a:path extrusionOk="0" h="754" w="1173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3848425" y="3188875"/>
              <a:ext cx="110925" cy="129750"/>
            </a:xfrm>
            <a:custGeom>
              <a:rect b="b" l="l" r="r" t="t"/>
              <a:pathLst>
                <a:path extrusionOk="0" h="5190" w="4437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3860475" y="3308125"/>
              <a:ext cx="15700" cy="21475"/>
            </a:xfrm>
            <a:custGeom>
              <a:rect b="b" l="l" r="r" t="t"/>
              <a:pathLst>
                <a:path extrusionOk="0" h="859" w="628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4111550" y="3257925"/>
              <a:ext cx="161650" cy="164775"/>
            </a:xfrm>
            <a:custGeom>
              <a:rect b="b" l="l" r="r" t="t"/>
              <a:pathLst>
                <a:path extrusionOk="0" h="6591" w="6466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5"/>
            <p:cNvSpPr/>
            <p:nvPr/>
          </p:nvSpPr>
          <p:spPr>
            <a:xfrm>
              <a:off x="4106850" y="3261050"/>
              <a:ext cx="29300" cy="24100"/>
            </a:xfrm>
            <a:custGeom>
              <a:rect b="b" l="l" r="r" t="t"/>
              <a:pathLst>
                <a:path extrusionOk="0" h="964" w="1172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5"/>
            <p:cNvSpPr/>
            <p:nvPr/>
          </p:nvSpPr>
          <p:spPr>
            <a:xfrm>
              <a:off x="4106850" y="3275175"/>
              <a:ext cx="28775" cy="35075"/>
            </a:xfrm>
            <a:custGeom>
              <a:rect b="b" l="l" r="r" t="t"/>
              <a:pathLst>
                <a:path extrusionOk="0" h="1403" w="1151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3862550" y="3166900"/>
              <a:ext cx="275700" cy="273075"/>
            </a:xfrm>
            <a:custGeom>
              <a:rect b="b" l="l" r="r" t="t"/>
              <a:pathLst>
                <a:path extrusionOk="0" h="10923" w="11028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5"/>
            <p:cNvSpPr/>
            <p:nvPr/>
          </p:nvSpPr>
          <p:spPr>
            <a:xfrm>
              <a:off x="4159150" y="3380850"/>
              <a:ext cx="46050" cy="116150"/>
            </a:xfrm>
            <a:custGeom>
              <a:rect b="b" l="l" r="r" t="t"/>
              <a:pathLst>
                <a:path extrusionOk="0" h="4646" w="1842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5"/>
            <p:cNvSpPr/>
            <p:nvPr/>
          </p:nvSpPr>
          <p:spPr>
            <a:xfrm>
              <a:off x="4001175" y="3363575"/>
              <a:ext cx="170550" cy="145450"/>
            </a:xfrm>
            <a:custGeom>
              <a:rect b="b" l="l" r="r" t="t"/>
              <a:pathLst>
                <a:path extrusionOk="0" h="5818" w="6822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5"/>
            <p:cNvSpPr/>
            <p:nvPr/>
          </p:nvSpPr>
          <p:spPr>
            <a:xfrm>
              <a:off x="3852625" y="3330100"/>
              <a:ext cx="181000" cy="178925"/>
            </a:xfrm>
            <a:custGeom>
              <a:rect b="b" l="l" r="r" t="t"/>
              <a:pathLst>
                <a:path extrusionOk="0" h="7157" w="724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5"/>
            <p:cNvSpPr/>
            <p:nvPr/>
          </p:nvSpPr>
          <p:spPr>
            <a:xfrm>
              <a:off x="4046675" y="3472375"/>
              <a:ext cx="113025" cy="103075"/>
            </a:xfrm>
            <a:custGeom>
              <a:rect b="b" l="l" r="r" t="t"/>
              <a:pathLst>
                <a:path extrusionOk="0" h="4123" w="4521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5"/>
            <p:cNvSpPr/>
            <p:nvPr/>
          </p:nvSpPr>
          <p:spPr>
            <a:xfrm>
              <a:off x="3968750" y="3504300"/>
              <a:ext cx="135500" cy="135500"/>
            </a:xfrm>
            <a:custGeom>
              <a:rect b="b" l="l" r="r" t="t"/>
              <a:pathLst>
                <a:path extrusionOk="0" h="5420" w="542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5"/>
            <p:cNvSpPr/>
            <p:nvPr/>
          </p:nvSpPr>
          <p:spPr>
            <a:xfrm>
              <a:off x="3853150" y="3491725"/>
              <a:ext cx="193550" cy="182075"/>
            </a:xfrm>
            <a:custGeom>
              <a:rect b="b" l="l" r="r" t="t"/>
              <a:pathLst>
                <a:path extrusionOk="0" h="7283" w="7742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5"/>
            <p:cNvSpPr/>
            <p:nvPr/>
          </p:nvSpPr>
          <p:spPr>
            <a:xfrm>
              <a:off x="4123050" y="3397575"/>
              <a:ext cx="150675" cy="242750"/>
            </a:xfrm>
            <a:custGeom>
              <a:rect b="b" l="l" r="r" t="t"/>
              <a:pathLst>
                <a:path extrusionOk="0" h="9710" w="6027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5"/>
            <p:cNvSpPr/>
            <p:nvPr/>
          </p:nvSpPr>
          <p:spPr>
            <a:xfrm>
              <a:off x="4120450" y="3622500"/>
              <a:ext cx="20950" cy="23575"/>
            </a:xfrm>
            <a:custGeom>
              <a:rect b="b" l="l" r="r" t="t"/>
              <a:pathLst>
                <a:path extrusionOk="0" h="943" w="838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5"/>
            <p:cNvSpPr/>
            <p:nvPr/>
          </p:nvSpPr>
          <p:spPr>
            <a:xfrm>
              <a:off x="4064475" y="3669050"/>
              <a:ext cx="33500" cy="31425"/>
            </a:xfrm>
            <a:custGeom>
              <a:rect b="b" l="l" r="r" t="t"/>
              <a:pathLst>
                <a:path extrusionOk="0" h="1257" w="134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5"/>
            <p:cNvSpPr/>
            <p:nvPr/>
          </p:nvSpPr>
          <p:spPr>
            <a:xfrm>
              <a:off x="4697400" y="2660025"/>
              <a:ext cx="105175" cy="86850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5"/>
            <p:cNvSpPr/>
            <p:nvPr/>
          </p:nvSpPr>
          <p:spPr>
            <a:xfrm>
              <a:off x="4697400" y="2660025"/>
              <a:ext cx="105175" cy="86850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5"/>
            <p:cNvSpPr/>
            <p:nvPr/>
          </p:nvSpPr>
          <p:spPr>
            <a:xfrm>
              <a:off x="4252775" y="2586800"/>
              <a:ext cx="70650" cy="19900"/>
            </a:xfrm>
            <a:custGeom>
              <a:rect b="b" l="l" r="r" t="t"/>
              <a:pathLst>
                <a:path extrusionOk="0" h="796" w="2826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5"/>
            <p:cNvSpPr/>
            <p:nvPr/>
          </p:nvSpPr>
          <p:spPr>
            <a:xfrm>
              <a:off x="4298825" y="2603000"/>
              <a:ext cx="2625" cy="2650"/>
            </a:xfrm>
            <a:custGeom>
              <a:rect b="b" l="l" r="r" t="t"/>
              <a:pathLst>
                <a:path extrusionOk="0" fill="none" h="106" w="105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D9D9D9"/>
            </a:solidFill>
            <a:ln cap="rnd" cmpd="sng" w="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5"/>
            <p:cNvSpPr/>
            <p:nvPr/>
          </p:nvSpPr>
          <p:spPr>
            <a:xfrm>
              <a:off x="4949025" y="2811200"/>
              <a:ext cx="44475" cy="26175"/>
            </a:xfrm>
            <a:custGeom>
              <a:rect b="b" l="l" r="r" t="t"/>
              <a:pathLst>
                <a:path extrusionOk="0" h="1047" w="1779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5"/>
            <p:cNvSpPr/>
            <p:nvPr/>
          </p:nvSpPr>
          <p:spPr>
            <a:xfrm>
              <a:off x="3967175" y="2589925"/>
              <a:ext cx="35075" cy="29850"/>
            </a:xfrm>
            <a:custGeom>
              <a:rect b="b" l="l" r="r" t="t"/>
              <a:pathLst>
                <a:path extrusionOk="0" h="1194" w="1403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5"/>
            <p:cNvSpPr/>
            <p:nvPr/>
          </p:nvSpPr>
          <p:spPr>
            <a:xfrm>
              <a:off x="3938400" y="2522975"/>
              <a:ext cx="58625" cy="76925"/>
            </a:xfrm>
            <a:custGeom>
              <a:rect b="b" l="l" r="r" t="t"/>
              <a:pathLst>
                <a:path extrusionOk="0" h="3077" w="2345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5"/>
            <p:cNvSpPr/>
            <p:nvPr/>
          </p:nvSpPr>
          <p:spPr>
            <a:xfrm>
              <a:off x="2527100" y="3246400"/>
              <a:ext cx="186250" cy="274650"/>
            </a:xfrm>
            <a:custGeom>
              <a:rect b="b" l="l" r="r" t="t"/>
              <a:pathLst>
                <a:path extrusionOk="0" h="10986" w="745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5"/>
            <p:cNvSpPr/>
            <p:nvPr/>
          </p:nvSpPr>
          <p:spPr>
            <a:xfrm>
              <a:off x="2531825" y="3224950"/>
              <a:ext cx="85800" cy="94200"/>
            </a:xfrm>
            <a:custGeom>
              <a:rect b="b" l="l" r="r" t="t"/>
              <a:pathLst>
                <a:path extrusionOk="0" h="3768" w="3432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5"/>
            <p:cNvSpPr/>
            <p:nvPr/>
          </p:nvSpPr>
          <p:spPr>
            <a:xfrm>
              <a:off x="2561625" y="3060700"/>
              <a:ext cx="173700" cy="247450"/>
            </a:xfrm>
            <a:custGeom>
              <a:rect b="b" l="l" r="r" t="t"/>
              <a:pathLst>
                <a:path extrusionOk="0" h="9898" w="6948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5"/>
            <p:cNvSpPr/>
            <p:nvPr/>
          </p:nvSpPr>
          <p:spPr>
            <a:xfrm>
              <a:off x="2646900" y="3064375"/>
              <a:ext cx="192000" cy="172650"/>
            </a:xfrm>
            <a:custGeom>
              <a:rect b="b" l="l" r="r" t="t"/>
              <a:pathLst>
                <a:path extrusionOk="0" h="6906" w="768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5"/>
            <p:cNvSpPr/>
            <p:nvPr/>
          </p:nvSpPr>
          <p:spPr>
            <a:xfrm>
              <a:off x="2816900" y="3119825"/>
              <a:ext cx="72725" cy="109350"/>
            </a:xfrm>
            <a:custGeom>
              <a:rect b="b" l="l" r="r" t="t"/>
              <a:pathLst>
                <a:path extrusionOk="0" h="4374" w="2909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5"/>
            <p:cNvSpPr/>
            <p:nvPr/>
          </p:nvSpPr>
          <p:spPr>
            <a:xfrm>
              <a:off x="2866075" y="3155900"/>
              <a:ext cx="58075" cy="63325"/>
            </a:xfrm>
            <a:custGeom>
              <a:rect b="b" l="l" r="r" t="t"/>
              <a:pathLst>
                <a:path extrusionOk="0" h="2533" w="2323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2916800" y="3161675"/>
              <a:ext cx="40825" cy="58600"/>
            </a:xfrm>
            <a:custGeom>
              <a:rect b="b" l="l" r="r" t="t"/>
              <a:pathLst>
                <a:path extrusionOk="0" h="2344" w="1633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2700250" y="3389200"/>
              <a:ext cx="179975" cy="200900"/>
            </a:xfrm>
            <a:custGeom>
              <a:rect b="b" l="l" r="r" t="t"/>
              <a:pathLst>
                <a:path extrusionOk="0" h="8036" w="7199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4" name="Google Shape;1184;p25"/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</p:grpSpPr>
          <p:sp>
            <p:nvSpPr>
              <p:cNvPr id="1185" name="Google Shape;1185;p25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rect b="b" l="l" r="r" t="t"/>
                <a:pathLst>
                  <a:path extrusionOk="0" h="28155" w="6588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86" name="Google Shape;1186;p25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rect b="b" l="l" r="r" t="t"/>
                <a:pathLst>
                  <a:path extrusionOk="0" h="26992" w="5483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7" name="Google Shape;1187;p25"/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</p:grpSpPr>
          <p:sp>
            <p:nvSpPr>
              <p:cNvPr id="1188" name="Google Shape;1188;p25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rect b="b" l="l" r="r" t="t"/>
                <a:pathLst>
                  <a:path extrusionOk="0" h="1444" w="2072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5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rect b="b" l="l" r="r" t="t"/>
                <a:pathLst>
                  <a:path extrusionOk="0" h="21552" w="9229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0" name="Google Shape;1190;p25"/>
            <p:cNvSpPr/>
            <p:nvPr/>
          </p:nvSpPr>
          <p:spPr>
            <a:xfrm>
              <a:off x="2884375" y="3700450"/>
              <a:ext cx="73250" cy="83200"/>
            </a:xfrm>
            <a:custGeom>
              <a:rect b="b" l="l" r="r" t="t"/>
              <a:pathLst>
                <a:path extrusionOk="0" h="3328" w="293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5"/>
            <p:cNvSpPr/>
            <p:nvPr/>
          </p:nvSpPr>
          <p:spPr>
            <a:xfrm>
              <a:off x="2809050" y="3531500"/>
              <a:ext cx="123475" cy="130275"/>
            </a:xfrm>
            <a:custGeom>
              <a:rect b="b" l="l" r="r" t="t"/>
              <a:pathLst>
                <a:path extrusionOk="0" h="5211" w="4939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D9D9D9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92" name="Google Shape;1192;p25"/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</p:grpSpPr>
          <p:sp>
            <p:nvSpPr>
              <p:cNvPr id="1193" name="Google Shape;1193;p25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rect b="b" l="l" r="r" t="t"/>
                <a:pathLst>
                  <a:path extrusionOk="0" h="24650" w="15193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94" name="Google Shape;1194;p25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rect b="b" l="l" r="r" t="t"/>
                <a:pathLst>
                  <a:path extrusionOk="0" h="23602" w="22682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D9D9D9"/>
              </a:solidFill>
              <a:ln cap="flat" cmpd="sng" w="9525">
                <a:solidFill>
                  <a:srgbClr val="D9D9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5" name="Google Shape;1195;p25"/>
          <p:cNvSpPr/>
          <p:nvPr/>
        </p:nvSpPr>
        <p:spPr>
          <a:xfrm>
            <a:off x="6191250" y="1428400"/>
            <a:ext cx="152400" cy="15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5"/>
          <p:cNvSpPr/>
          <p:nvPr/>
        </p:nvSpPr>
        <p:spPr>
          <a:xfrm>
            <a:off x="6191250" y="2314292"/>
            <a:ext cx="152400" cy="15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5"/>
          <p:cNvSpPr/>
          <p:nvPr/>
        </p:nvSpPr>
        <p:spPr>
          <a:xfrm>
            <a:off x="6191250" y="3200183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5"/>
          <p:cNvSpPr/>
          <p:nvPr/>
        </p:nvSpPr>
        <p:spPr>
          <a:xfrm>
            <a:off x="6191250" y="40860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5"/>
          <p:cNvSpPr txBox="1"/>
          <p:nvPr/>
        </p:nvSpPr>
        <p:spPr>
          <a:xfrm>
            <a:off x="5300245" y="1250950"/>
            <a:ext cx="891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</a:t>
            </a:r>
            <a:endParaRPr b="1" sz="21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0" name="Google Shape;1200;p25"/>
          <p:cNvSpPr txBox="1"/>
          <p:nvPr/>
        </p:nvSpPr>
        <p:spPr>
          <a:xfrm>
            <a:off x="5300245" y="2136838"/>
            <a:ext cx="891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</a:t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1" name="Google Shape;1201;p25"/>
          <p:cNvSpPr txBox="1"/>
          <p:nvPr/>
        </p:nvSpPr>
        <p:spPr>
          <a:xfrm>
            <a:off x="5300245" y="3022725"/>
            <a:ext cx="891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2015 </a:t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2" name="Google Shape;1202;p25"/>
          <p:cNvSpPr txBox="1"/>
          <p:nvPr/>
        </p:nvSpPr>
        <p:spPr>
          <a:xfrm>
            <a:off x="5300245" y="3908600"/>
            <a:ext cx="891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2018</a:t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203" name="Google Shape;1203;p25"/>
          <p:cNvCxnSpPr>
            <a:stCxn id="933" idx="2"/>
          </p:cNvCxnSpPr>
          <p:nvPr/>
        </p:nvCxnSpPr>
        <p:spPr>
          <a:xfrm rot="10800000">
            <a:off x="5900850" y="2390488"/>
            <a:ext cx="247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25"/>
          <p:cNvCxnSpPr/>
          <p:nvPr/>
        </p:nvCxnSpPr>
        <p:spPr>
          <a:xfrm rot="10800000">
            <a:off x="5900850" y="3276363"/>
            <a:ext cx="247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25"/>
          <p:cNvCxnSpPr/>
          <p:nvPr/>
        </p:nvCxnSpPr>
        <p:spPr>
          <a:xfrm rot="10800000">
            <a:off x="5900850" y="4162238"/>
            <a:ext cx="2475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25"/>
          <p:cNvCxnSpPr/>
          <p:nvPr/>
        </p:nvCxnSpPr>
        <p:spPr>
          <a:xfrm rot="10800000">
            <a:off x="5900850" y="1504613"/>
            <a:ext cx="2475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7" name="Google Shape;1207;p25"/>
          <p:cNvGrpSpPr/>
          <p:nvPr/>
        </p:nvGrpSpPr>
        <p:grpSpPr>
          <a:xfrm>
            <a:off x="1788781" y="3574753"/>
            <a:ext cx="182628" cy="182628"/>
            <a:chOff x="3700425" y="1152525"/>
            <a:chExt cx="238200" cy="238200"/>
          </a:xfrm>
        </p:grpSpPr>
        <p:sp>
          <p:nvSpPr>
            <p:cNvPr id="1208" name="Google Shape;1208;p25"/>
            <p:cNvSpPr/>
            <p:nvPr/>
          </p:nvSpPr>
          <p:spPr>
            <a:xfrm>
              <a:off x="3700425" y="1152525"/>
              <a:ext cx="238200" cy="238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5"/>
            <p:cNvSpPr/>
            <p:nvPr/>
          </p:nvSpPr>
          <p:spPr>
            <a:xfrm>
              <a:off x="3743325" y="11954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0" name="Google Shape;1210;p25"/>
          <p:cNvGrpSpPr/>
          <p:nvPr/>
        </p:nvGrpSpPr>
        <p:grpSpPr>
          <a:xfrm>
            <a:off x="2532377" y="2466691"/>
            <a:ext cx="182628" cy="182628"/>
            <a:chOff x="4024275" y="857250"/>
            <a:chExt cx="238200" cy="238200"/>
          </a:xfrm>
        </p:grpSpPr>
        <p:sp>
          <p:nvSpPr>
            <p:cNvPr id="1211" name="Google Shape;1211;p25"/>
            <p:cNvSpPr/>
            <p:nvPr/>
          </p:nvSpPr>
          <p:spPr>
            <a:xfrm>
              <a:off x="4024275" y="857250"/>
              <a:ext cx="238200" cy="238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5"/>
            <p:cNvSpPr/>
            <p:nvPr/>
          </p:nvSpPr>
          <p:spPr>
            <a:xfrm>
              <a:off x="4067175" y="900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5"/>
          <p:cNvGrpSpPr/>
          <p:nvPr/>
        </p:nvGrpSpPr>
        <p:grpSpPr>
          <a:xfrm>
            <a:off x="2774614" y="2028826"/>
            <a:ext cx="182628" cy="182628"/>
            <a:chOff x="3557550" y="552450"/>
            <a:chExt cx="238200" cy="238200"/>
          </a:xfrm>
        </p:grpSpPr>
        <p:sp>
          <p:nvSpPr>
            <p:cNvPr id="1214" name="Google Shape;1214;p25"/>
            <p:cNvSpPr/>
            <p:nvPr/>
          </p:nvSpPr>
          <p:spPr>
            <a:xfrm>
              <a:off x="3557550" y="552450"/>
              <a:ext cx="238200" cy="238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5"/>
            <p:cNvSpPr/>
            <p:nvPr/>
          </p:nvSpPr>
          <p:spPr>
            <a:xfrm>
              <a:off x="3600450" y="5953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6" name="Google Shape;1216;p25"/>
          <p:cNvGrpSpPr/>
          <p:nvPr/>
        </p:nvGrpSpPr>
        <p:grpSpPr>
          <a:xfrm>
            <a:off x="1500153" y="2509607"/>
            <a:ext cx="182628" cy="182628"/>
            <a:chOff x="3100350" y="900150"/>
            <a:chExt cx="238200" cy="238200"/>
          </a:xfrm>
        </p:grpSpPr>
        <p:sp>
          <p:nvSpPr>
            <p:cNvPr id="1217" name="Google Shape;1217;p25"/>
            <p:cNvSpPr/>
            <p:nvPr/>
          </p:nvSpPr>
          <p:spPr>
            <a:xfrm>
              <a:off x="3100350" y="900150"/>
              <a:ext cx="238200" cy="2382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5"/>
            <p:cNvSpPr/>
            <p:nvPr/>
          </p:nvSpPr>
          <p:spPr>
            <a:xfrm>
              <a:off x="3143250" y="9430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9" name="Google Shape;1219;p25"/>
          <p:cNvGrpSpPr/>
          <p:nvPr/>
        </p:nvGrpSpPr>
        <p:grpSpPr>
          <a:xfrm>
            <a:off x="6549663" y="1174763"/>
            <a:ext cx="2013313" cy="659725"/>
            <a:chOff x="6549663" y="1352200"/>
            <a:chExt cx="2013313" cy="659725"/>
          </a:xfrm>
        </p:grpSpPr>
        <p:sp>
          <p:nvSpPr>
            <p:cNvPr id="1220" name="Google Shape;1220;p25"/>
            <p:cNvSpPr txBox="1"/>
            <p:nvPr/>
          </p:nvSpPr>
          <p:spPr>
            <a:xfrm>
              <a:off x="6549663" y="1504625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21" name="Google Shape;1221;p25"/>
            <p:cNvSpPr txBox="1"/>
            <p:nvPr/>
          </p:nvSpPr>
          <p:spPr>
            <a:xfrm>
              <a:off x="6549675" y="1352200"/>
              <a:ext cx="201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b="1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22" name="Google Shape;1222;p25"/>
          <p:cNvGrpSpPr/>
          <p:nvPr/>
        </p:nvGrpSpPr>
        <p:grpSpPr>
          <a:xfrm>
            <a:off x="6549663" y="2060617"/>
            <a:ext cx="2013313" cy="659725"/>
            <a:chOff x="6549663" y="1352200"/>
            <a:chExt cx="2013313" cy="659725"/>
          </a:xfrm>
        </p:grpSpPr>
        <p:sp>
          <p:nvSpPr>
            <p:cNvPr id="1223" name="Google Shape;1223;p25"/>
            <p:cNvSpPr txBox="1"/>
            <p:nvPr/>
          </p:nvSpPr>
          <p:spPr>
            <a:xfrm>
              <a:off x="6549663" y="1504625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4" name="Google Shape;1224;p25"/>
            <p:cNvSpPr txBox="1"/>
            <p:nvPr/>
          </p:nvSpPr>
          <p:spPr>
            <a:xfrm>
              <a:off x="6549675" y="1352200"/>
              <a:ext cx="201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Jupiter</a:t>
              </a:r>
              <a:endParaRPr b="1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25" name="Google Shape;1225;p25"/>
          <p:cNvGrpSpPr/>
          <p:nvPr/>
        </p:nvGrpSpPr>
        <p:grpSpPr>
          <a:xfrm>
            <a:off x="6549663" y="2946471"/>
            <a:ext cx="2013313" cy="659725"/>
            <a:chOff x="6549663" y="1352200"/>
            <a:chExt cx="2013313" cy="659725"/>
          </a:xfrm>
        </p:grpSpPr>
        <p:sp>
          <p:nvSpPr>
            <p:cNvPr id="1226" name="Google Shape;1226;p25"/>
            <p:cNvSpPr txBox="1"/>
            <p:nvPr/>
          </p:nvSpPr>
          <p:spPr>
            <a:xfrm>
              <a:off x="6549663" y="1504625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27" name="Google Shape;1227;p25"/>
            <p:cNvSpPr txBox="1"/>
            <p:nvPr/>
          </p:nvSpPr>
          <p:spPr>
            <a:xfrm>
              <a:off x="6549675" y="1352200"/>
              <a:ext cx="201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b="1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28" name="Google Shape;1228;p25"/>
          <p:cNvGrpSpPr/>
          <p:nvPr/>
        </p:nvGrpSpPr>
        <p:grpSpPr>
          <a:xfrm>
            <a:off x="6549663" y="3832325"/>
            <a:ext cx="2013313" cy="659725"/>
            <a:chOff x="6549663" y="1352200"/>
            <a:chExt cx="2013313" cy="659725"/>
          </a:xfrm>
        </p:grpSpPr>
        <p:sp>
          <p:nvSpPr>
            <p:cNvPr id="1229" name="Google Shape;1229;p25"/>
            <p:cNvSpPr txBox="1"/>
            <p:nvPr/>
          </p:nvSpPr>
          <p:spPr>
            <a:xfrm>
              <a:off x="6549663" y="1504625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very far away from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30" name="Google Shape;1230;p25"/>
            <p:cNvSpPr txBox="1"/>
            <p:nvPr/>
          </p:nvSpPr>
          <p:spPr>
            <a:xfrm>
              <a:off x="6549675" y="1352200"/>
              <a:ext cx="20133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Neptune</a:t>
              </a:r>
              <a:endParaRPr b="1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5" name="Google Shape;1235;p26"/>
          <p:cNvGrpSpPr/>
          <p:nvPr/>
        </p:nvGrpSpPr>
        <p:grpSpPr>
          <a:xfrm>
            <a:off x="1457325" y="2114550"/>
            <a:ext cx="523725" cy="2200200"/>
            <a:chOff x="1238250" y="1733550"/>
            <a:chExt cx="523725" cy="2200200"/>
          </a:xfrm>
        </p:grpSpPr>
        <p:sp>
          <p:nvSpPr>
            <p:cNvPr id="1236" name="Google Shape;1236;p26"/>
            <p:cNvSpPr/>
            <p:nvPr/>
          </p:nvSpPr>
          <p:spPr>
            <a:xfrm>
              <a:off x="1238250" y="1733550"/>
              <a:ext cx="209400" cy="2200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1552575" y="1733550"/>
              <a:ext cx="209400" cy="2200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6"/>
          <p:cNvGrpSpPr/>
          <p:nvPr/>
        </p:nvGrpSpPr>
        <p:grpSpPr>
          <a:xfrm>
            <a:off x="2447925" y="2324100"/>
            <a:ext cx="523725" cy="1990800"/>
            <a:chOff x="2228850" y="1943100"/>
            <a:chExt cx="523725" cy="1990800"/>
          </a:xfrm>
        </p:grpSpPr>
        <p:sp>
          <p:nvSpPr>
            <p:cNvPr id="1239" name="Google Shape;1239;p26"/>
            <p:cNvSpPr/>
            <p:nvPr/>
          </p:nvSpPr>
          <p:spPr>
            <a:xfrm>
              <a:off x="2228850" y="1943100"/>
              <a:ext cx="209400" cy="1990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6"/>
            <p:cNvSpPr/>
            <p:nvPr/>
          </p:nvSpPr>
          <p:spPr>
            <a:xfrm>
              <a:off x="2543175" y="3019425"/>
              <a:ext cx="2094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1" name="Google Shape;1241;p26"/>
          <p:cNvGrpSpPr/>
          <p:nvPr/>
        </p:nvGrpSpPr>
        <p:grpSpPr>
          <a:xfrm>
            <a:off x="3438525" y="2914650"/>
            <a:ext cx="523725" cy="1400200"/>
            <a:chOff x="3219450" y="2533650"/>
            <a:chExt cx="523725" cy="1400200"/>
          </a:xfrm>
        </p:grpSpPr>
        <p:sp>
          <p:nvSpPr>
            <p:cNvPr id="1242" name="Google Shape;1242;p26"/>
            <p:cNvSpPr/>
            <p:nvPr/>
          </p:nvSpPr>
          <p:spPr>
            <a:xfrm>
              <a:off x="3219450" y="2676850"/>
              <a:ext cx="209400" cy="1257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6"/>
            <p:cNvSpPr/>
            <p:nvPr/>
          </p:nvSpPr>
          <p:spPr>
            <a:xfrm>
              <a:off x="3533775" y="2533650"/>
              <a:ext cx="209400" cy="14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26"/>
          <p:cNvGrpSpPr/>
          <p:nvPr/>
        </p:nvGrpSpPr>
        <p:grpSpPr>
          <a:xfrm>
            <a:off x="1323975" y="1653775"/>
            <a:ext cx="2867100" cy="2789700"/>
            <a:chOff x="1104900" y="1272775"/>
            <a:chExt cx="2867100" cy="2789700"/>
          </a:xfrm>
        </p:grpSpPr>
        <p:cxnSp>
          <p:nvCxnSpPr>
            <p:cNvPr id="1245" name="Google Shape;1245;p26"/>
            <p:cNvCxnSpPr/>
            <p:nvPr/>
          </p:nvCxnSpPr>
          <p:spPr>
            <a:xfrm>
              <a:off x="1104900" y="1272775"/>
              <a:ext cx="0" cy="278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26"/>
            <p:cNvCxnSpPr/>
            <p:nvPr/>
          </p:nvCxnSpPr>
          <p:spPr>
            <a:xfrm>
              <a:off x="1106100" y="4057650"/>
              <a:ext cx="28659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47" name="Google Shape;1247;p26"/>
          <p:cNvCxnSpPr/>
          <p:nvPr/>
        </p:nvCxnSpPr>
        <p:spPr>
          <a:xfrm>
            <a:off x="1076325" y="2324100"/>
            <a:ext cx="310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26"/>
          <p:cNvCxnSpPr/>
          <p:nvPr/>
        </p:nvCxnSpPr>
        <p:spPr>
          <a:xfrm>
            <a:off x="1076325" y="3057838"/>
            <a:ext cx="310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26"/>
          <p:cNvCxnSpPr/>
          <p:nvPr/>
        </p:nvCxnSpPr>
        <p:spPr>
          <a:xfrm>
            <a:off x="1076325" y="3791575"/>
            <a:ext cx="310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50" name="Google Shape;1250;p26"/>
          <p:cNvSpPr txBox="1"/>
          <p:nvPr/>
        </p:nvSpPr>
        <p:spPr>
          <a:xfrm>
            <a:off x="928043" y="1374950"/>
            <a:ext cx="80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Level</a:t>
            </a:r>
            <a:endParaRPr b="1"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51" name="Google Shape;1251;p26"/>
          <p:cNvSpPr txBox="1"/>
          <p:nvPr/>
        </p:nvSpPr>
        <p:spPr>
          <a:xfrm>
            <a:off x="4191068" y="4314750"/>
            <a:ext cx="80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Language</a:t>
            </a:r>
            <a:endParaRPr b="1"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52" name="Google Shape;1252;p26"/>
          <p:cNvGrpSpPr/>
          <p:nvPr/>
        </p:nvGrpSpPr>
        <p:grpSpPr>
          <a:xfrm>
            <a:off x="2113350" y="1294400"/>
            <a:ext cx="2077718" cy="314400"/>
            <a:chOff x="5438775" y="1295400"/>
            <a:chExt cx="2077718" cy="314400"/>
          </a:xfrm>
        </p:grpSpPr>
        <p:sp>
          <p:nvSpPr>
            <p:cNvPr id="1253" name="Google Shape;1253;p26"/>
            <p:cNvSpPr/>
            <p:nvPr/>
          </p:nvSpPr>
          <p:spPr>
            <a:xfrm>
              <a:off x="5438775" y="1295400"/>
              <a:ext cx="2028900" cy="314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6"/>
            <p:cNvSpPr/>
            <p:nvPr/>
          </p:nvSpPr>
          <p:spPr>
            <a:xfrm>
              <a:off x="5562600" y="1400525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6"/>
            <p:cNvSpPr txBox="1"/>
            <p:nvPr/>
          </p:nvSpPr>
          <p:spPr>
            <a:xfrm>
              <a:off x="5734043" y="1349975"/>
              <a:ext cx="805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Written</a:t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256" name="Google Shape;1256;p26"/>
            <p:cNvGrpSpPr/>
            <p:nvPr/>
          </p:nvGrpSpPr>
          <p:grpSpPr>
            <a:xfrm>
              <a:off x="6539550" y="1349975"/>
              <a:ext cx="976943" cy="215400"/>
              <a:chOff x="5562600" y="1607150"/>
              <a:chExt cx="976943" cy="215400"/>
            </a:xfrm>
          </p:grpSpPr>
          <p:sp>
            <p:nvSpPr>
              <p:cNvPr id="1257" name="Google Shape;1257;p26"/>
              <p:cNvSpPr/>
              <p:nvPr/>
            </p:nvSpPr>
            <p:spPr>
              <a:xfrm>
                <a:off x="5562600" y="16577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6"/>
              <p:cNvSpPr txBox="1"/>
              <p:nvPr/>
            </p:nvSpPr>
            <p:spPr>
              <a:xfrm>
                <a:off x="5734043" y="1607150"/>
                <a:ext cx="8055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Spoken</a:t>
                </a:r>
                <a:endParaRPr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</p:grpSp>
      <p:sp>
        <p:nvSpPr>
          <p:cNvPr id="1259" name="Google Shape;1259;p26"/>
          <p:cNvSpPr txBox="1"/>
          <p:nvPr/>
        </p:nvSpPr>
        <p:spPr>
          <a:xfrm>
            <a:off x="323850" y="2216400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0" name="Google Shape;1260;p26"/>
          <p:cNvSpPr txBox="1"/>
          <p:nvPr/>
        </p:nvSpPr>
        <p:spPr>
          <a:xfrm>
            <a:off x="323850" y="2940925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Medium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26"/>
          <p:cNvSpPr txBox="1"/>
          <p:nvPr/>
        </p:nvSpPr>
        <p:spPr>
          <a:xfrm>
            <a:off x="323850" y="3665450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26"/>
          <p:cNvSpPr txBox="1"/>
          <p:nvPr/>
        </p:nvSpPr>
        <p:spPr>
          <a:xfrm>
            <a:off x="1342838" y="4488450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Spanish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26"/>
          <p:cNvSpPr txBox="1"/>
          <p:nvPr/>
        </p:nvSpPr>
        <p:spPr>
          <a:xfrm>
            <a:off x="2333425" y="4488450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English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26"/>
          <p:cNvSpPr txBox="1"/>
          <p:nvPr/>
        </p:nvSpPr>
        <p:spPr>
          <a:xfrm>
            <a:off x="3324038" y="4488450"/>
            <a:ext cx="752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French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5" name="Google Shape;1265;p26"/>
          <p:cNvCxnSpPr/>
          <p:nvPr/>
        </p:nvCxnSpPr>
        <p:spPr>
          <a:xfrm>
            <a:off x="6067500" y="1657350"/>
            <a:ext cx="0" cy="301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26"/>
          <p:cNvSpPr txBox="1"/>
          <p:nvPr/>
        </p:nvSpPr>
        <p:spPr>
          <a:xfrm>
            <a:off x="5629351" y="1374950"/>
            <a:ext cx="87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 sz="12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7" name="Google Shape;1267;p26"/>
          <p:cNvSpPr/>
          <p:nvPr/>
        </p:nvSpPr>
        <p:spPr>
          <a:xfrm>
            <a:off x="5753175" y="2192600"/>
            <a:ext cx="1009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2001 - 2005</a:t>
            </a:r>
            <a:endParaRPr b="1" sz="12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8" name="Google Shape;1268;p26"/>
          <p:cNvSpPr txBox="1"/>
          <p:nvPr/>
        </p:nvSpPr>
        <p:spPr>
          <a:xfrm>
            <a:off x="7000950" y="2166950"/>
            <a:ext cx="1819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9" name="Google Shape;1269;p26"/>
          <p:cNvSpPr/>
          <p:nvPr/>
        </p:nvSpPr>
        <p:spPr>
          <a:xfrm>
            <a:off x="5753175" y="3043013"/>
            <a:ext cx="1009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2005 - 2009</a:t>
            </a:r>
            <a:endParaRPr b="1" sz="12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0" name="Google Shape;1270;p26"/>
          <p:cNvSpPr txBox="1"/>
          <p:nvPr/>
        </p:nvSpPr>
        <p:spPr>
          <a:xfrm>
            <a:off x="7000950" y="3017363"/>
            <a:ext cx="1819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called the red planet is a cold place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1" name="Google Shape;1271;p26"/>
          <p:cNvSpPr/>
          <p:nvPr/>
        </p:nvSpPr>
        <p:spPr>
          <a:xfrm>
            <a:off x="5753175" y="3893425"/>
            <a:ext cx="1009800" cy="215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2009 - 2010</a:t>
            </a:r>
            <a:endParaRPr b="1" sz="12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72" name="Google Shape;1272;p26"/>
          <p:cNvSpPr txBox="1"/>
          <p:nvPr/>
        </p:nvSpPr>
        <p:spPr>
          <a:xfrm>
            <a:off x="7000950" y="3867775"/>
            <a:ext cx="1819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27"/>
          <p:cNvSpPr txBox="1"/>
          <p:nvPr/>
        </p:nvSpPr>
        <p:spPr>
          <a:xfrm>
            <a:off x="532881" y="3342075"/>
            <a:ext cx="1275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2009 - 2011</a:t>
            </a:r>
            <a:endParaRPr b="1" sz="18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78" name="Google Shape;1278;p27"/>
          <p:cNvGrpSpPr/>
          <p:nvPr/>
        </p:nvGrpSpPr>
        <p:grpSpPr>
          <a:xfrm>
            <a:off x="630963" y="2989575"/>
            <a:ext cx="7982046" cy="352500"/>
            <a:chOff x="580975" y="2141850"/>
            <a:chExt cx="7982046" cy="352500"/>
          </a:xfrm>
        </p:grpSpPr>
        <p:sp>
          <p:nvSpPr>
            <p:cNvPr id="1279" name="Google Shape;1279;p27"/>
            <p:cNvSpPr/>
            <p:nvPr/>
          </p:nvSpPr>
          <p:spPr>
            <a:xfrm>
              <a:off x="580975" y="2289450"/>
              <a:ext cx="1995600" cy="5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7"/>
            <p:cNvSpPr/>
            <p:nvPr/>
          </p:nvSpPr>
          <p:spPr>
            <a:xfrm>
              <a:off x="2576457" y="2289450"/>
              <a:ext cx="1995600" cy="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7"/>
            <p:cNvSpPr/>
            <p:nvPr/>
          </p:nvSpPr>
          <p:spPr>
            <a:xfrm>
              <a:off x="4571939" y="2289450"/>
              <a:ext cx="1995600" cy="57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7"/>
            <p:cNvSpPr/>
            <p:nvPr/>
          </p:nvSpPr>
          <p:spPr>
            <a:xfrm>
              <a:off x="6567421" y="2289450"/>
              <a:ext cx="1995600" cy="57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3" name="Google Shape;1283;p27"/>
            <p:cNvCxnSpPr/>
            <p:nvPr/>
          </p:nvCxnSpPr>
          <p:spPr>
            <a:xfrm rot="10800000">
              <a:off x="2578363" y="2141850"/>
              <a:ext cx="0" cy="352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27"/>
            <p:cNvCxnSpPr/>
            <p:nvPr/>
          </p:nvCxnSpPr>
          <p:spPr>
            <a:xfrm rot="10800000">
              <a:off x="4571939" y="2141850"/>
              <a:ext cx="0" cy="352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27"/>
            <p:cNvCxnSpPr/>
            <p:nvPr/>
          </p:nvCxnSpPr>
          <p:spPr>
            <a:xfrm rot="10800000">
              <a:off x="6555026" y="2141850"/>
              <a:ext cx="0" cy="352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27"/>
            <p:cNvCxnSpPr/>
            <p:nvPr/>
          </p:nvCxnSpPr>
          <p:spPr>
            <a:xfrm rot="10800000">
              <a:off x="582863" y="2141850"/>
              <a:ext cx="0" cy="3525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87" name="Google Shape;1287;p27"/>
          <p:cNvGrpSpPr/>
          <p:nvPr/>
        </p:nvGrpSpPr>
        <p:grpSpPr>
          <a:xfrm>
            <a:off x="530998" y="2164075"/>
            <a:ext cx="1771704" cy="746700"/>
            <a:chOff x="457188" y="1068700"/>
            <a:chExt cx="2013300" cy="746700"/>
          </a:xfrm>
        </p:grpSpPr>
        <p:sp>
          <p:nvSpPr>
            <p:cNvPr id="1288" name="Google Shape;1288;p27"/>
            <p:cNvSpPr txBox="1"/>
            <p:nvPr/>
          </p:nvSpPr>
          <p:spPr>
            <a:xfrm>
              <a:off x="459100" y="1068700"/>
              <a:ext cx="1275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1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89" name="Google Shape;1289;p27"/>
            <p:cNvSpPr txBox="1"/>
            <p:nvPr/>
          </p:nvSpPr>
          <p:spPr>
            <a:xfrm>
              <a:off x="457188" y="1308100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290" name="Google Shape;1290;p27"/>
          <p:cNvSpPr txBox="1"/>
          <p:nvPr/>
        </p:nvSpPr>
        <p:spPr>
          <a:xfrm>
            <a:off x="2516656" y="3342075"/>
            <a:ext cx="1275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2012 - 2013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91" name="Google Shape;1291;p27"/>
          <p:cNvGrpSpPr/>
          <p:nvPr/>
        </p:nvGrpSpPr>
        <p:grpSpPr>
          <a:xfrm>
            <a:off x="2514750" y="2164075"/>
            <a:ext cx="2013300" cy="746700"/>
            <a:chOff x="457188" y="1068700"/>
            <a:chExt cx="2013300" cy="746700"/>
          </a:xfrm>
        </p:grpSpPr>
        <p:sp>
          <p:nvSpPr>
            <p:cNvPr id="1292" name="Google Shape;1292;p27"/>
            <p:cNvSpPr txBox="1"/>
            <p:nvPr/>
          </p:nvSpPr>
          <p:spPr>
            <a:xfrm>
              <a:off x="459100" y="1068700"/>
              <a:ext cx="1275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2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93" name="Google Shape;1293;p27"/>
            <p:cNvSpPr txBox="1"/>
            <p:nvPr/>
          </p:nvSpPr>
          <p:spPr>
            <a:xfrm>
              <a:off x="457188" y="1308100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4" name="Google Shape;1294;p27"/>
          <p:cNvSpPr txBox="1"/>
          <p:nvPr/>
        </p:nvSpPr>
        <p:spPr>
          <a:xfrm>
            <a:off x="4528056" y="3342075"/>
            <a:ext cx="1275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2013 - 2016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95" name="Google Shape;1295;p27"/>
          <p:cNvGrpSpPr/>
          <p:nvPr/>
        </p:nvGrpSpPr>
        <p:grpSpPr>
          <a:xfrm>
            <a:off x="4526150" y="2164075"/>
            <a:ext cx="2013300" cy="746700"/>
            <a:chOff x="457188" y="1068700"/>
            <a:chExt cx="2013300" cy="746700"/>
          </a:xfrm>
        </p:grpSpPr>
        <p:sp>
          <p:nvSpPr>
            <p:cNvPr id="1296" name="Google Shape;1296;p27"/>
            <p:cNvSpPr txBox="1"/>
            <p:nvPr/>
          </p:nvSpPr>
          <p:spPr>
            <a:xfrm>
              <a:off x="459100" y="1068700"/>
              <a:ext cx="1275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3</a:t>
              </a:r>
              <a:endParaRPr b="1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97" name="Google Shape;1297;p27"/>
            <p:cNvSpPr txBox="1"/>
            <p:nvPr/>
          </p:nvSpPr>
          <p:spPr>
            <a:xfrm>
              <a:off x="457188" y="1308100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8" name="Google Shape;1298;p27"/>
          <p:cNvSpPr txBox="1"/>
          <p:nvPr/>
        </p:nvSpPr>
        <p:spPr>
          <a:xfrm>
            <a:off x="6499731" y="3342075"/>
            <a:ext cx="1275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2016 - 2020</a:t>
            </a:r>
            <a:endParaRPr b="1" sz="18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99" name="Google Shape;1299;p27"/>
          <p:cNvGrpSpPr/>
          <p:nvPr/>
        </p:nvGrpSpPr>
        <p:grpSpPr>
          <a:xfrm>
            <a:off x="6497825" y="2164075"/>
            <a:ext cx="2013300" cy="746700"/>
            <a:chOff x="457188" y="1068700"/>
            <a:chExt cx="2013300" cy="746700"/>
          </a:xfrm>
        </p:grpSpPr>
        <p:sp>
          <p:nvSpPr>
            <p:cNvPr id="1300" name="Google Shape;1300;p27"/>
            <p:cNvSpPr txBox="1"/>
            <p:nvPr/>
          </p:nvSpPr>
          <p:spPr>
            <a:xfrm>
              <a:off x="459100" y="1068700"/>
              <a:ext cx="1275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4</a:t>
              </a:r>
              <a:endParaRPr b="1" sz="18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301" name="Google Shape;1301;p27"/>
            <p:cNvSpPr txBox="1"/>
            <p:nvPr/>
          </p:nvSpPr>
          <p:spPr>
            <a:xfrm>
              <a:off x="457188" y="1308100"/>
              <a:ext cx="2013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Neptune is very far away from the Sun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02" name="Google Shape;1302;p27"/>
          <p:cNvGrpSpPr/>
          <p:nvPr/>
        </p:nvGrpSpPr>
        <p:grpSpPr>
          <a:xfrm>
            <a:off x="630975" y="1732775"/>
            <a:ext cx="352500" cy="352500"/>
            <a:chOff x="630975" y="1732775"/>
            <a:chExt cx="352500" cy="352500"/>
          </a:xfrm>
        </p:grpSpPr>
        <p:sp>
          <p:nvSpPr>
            <p:cNvPr id="1303" name="Google Shape;1303;p27"/>
            <p:cNvSpPr/>
            <p:nvPr/>
          </p:nvSpPr>
          <p:spPr>
            <a:xfrm>
              <a:off x="630975" y="1732775"/>
              <a:ext cx="352500" cy="3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7"/>
            <p:cNvSpPr/>
            <p:nvPr/>
          </p:nvSpPr>
          <p:spPr>
            <a:xfrm>
              <a:off x="719598" y="1821378"/>
              <a:ext cx="175276" cy="175294"/>
            </a:xfrm>
            <a:custGeom>
              <a:rect b="b" l="l" r="r" t="t"/>
              <a:pathLst>
                <a:path extrusionOk="0" h="3637" w="3637">
                  <a:moveTo>
                    <a:pt x="3503" y="1"/>
                  </a:moveTo>
                  <a:lnTo>
                    <a:pt x="1168" y="234"/>
                  </a:lnTo>
                  <a:cubicBezTo>
                    <a:pt x="1101" y="268"/>
                    <a:pt x="1034" y="301"/>
                    <a:pt x="1034" y="368"/>
                  </a:cubicBezTo>
                  <a:lnTo>
                    <a:pt x="1034" y="2703"/>
                  </a:lnTo>
                  <a:cubicBezTo>
                    <a:pt x="934" y="2636"/>
                    <a:pt x="801" y="2603"/>
                    <a:pt x="667" y="2603"/>
                  </a:cubicBezTo>
                  <a:cubicBezTo>
                    <a:pt x="300" y="2603"/>
                    <a:pt x="0" y="2836"/>
                    <a:pt x="0" y="3103"/>
                  </a:cubicBezTo>
                  <a:cubicBezTo>
                    <a:pt x="0" y="3403"/>
                    <a:pt x="300" y="3637"/>
                    <a:pt x="667" y="3637"/>
                  </a:cubicBezTo>
                  <a:cubicBezTo>
                    <a:pt x="1001" y="3637"/>
                    <a:pt x="1301" y="3403"/>
                    <a:pt x="1301" y="3103"/>
                  </a:cubicBezTo>
                  <a:lnTo>
                    <a:pt x="1301" y="1135"/>
                  </a:lnTo>
                  <a:lnTo>
                    <a:pt x="3369" y="901"/>
                  </a:lnTo>
                  <a:lnTo>
                    <a:pt x="3369" y="2436"/>
                  </a:lnTo>
                  <a:cubicBezTo>
                    <a:pt x="3269" y="2369"/>
                    <a:pt x="3136" y="2336"/>
                    <a:pt x="3002" y="2336"/>
                  </a:cubicBezTo>
                  <a:cubicBezTo>
                    <a:pt x="2635" y="2336"/>
                    <a:pt x="2335" y="2569"/>
                    <a:pt x="2335" y="2836"/>
                  </a:cubicBezTo>
                  <a:cubicBezTo>
                    <a:pt x="2335" y="3136"/>
                    <a:pt x="2635" y="3370"/>
                    <a:pt x="3002" y="3370"/>
                  </a:cubicBezTo>
                  <a:cubicBezTo>
                    <a:pt x="3336" y="3370"/>
                    <a:pt x="3636" y="3136"/>
                    <a:pt x="3636" y="2836"/>
                  </a:cubicBezTo>
                  <a:lnTo>
                    <a:pt x="3636" y="101"/>
                  </a:lnTo>
                  <a:cubicBezTo>
                    <a:pt x="3636" y="67"/>
                    <a:pt x="3636" y="34"/>
                    <a:pt x="3603" y="34"/>
                  </a:cubicBezTo>
                  <a:cubicBezTo>
                    <a:pt x="3569" y="1"/>
                    <a:pt x="3536" y="1"/>
                    <a:pt x="35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7"/>
          <p:cNvGrpSpPr/>
          <p:nvPr/>
        </p:nvGrpSpPr>
        <p:grpSpPr>
          <a:xfrm>
            <a:off x="6602150" y="1732775"/>
            <a:ext cx="352500" cy="352500"/>
            <a:chOff x="6602150" y="1732775"/>
            <a:chExt cx="352500" cy="352500"/>
          </a:xfrm>
        </p:grpSpPr>
        <p:sp>
          <p:nvSpPr>
            <p:cNvPr id="1306" name="Google Shape;1306;p27"/>
            <p:cNvSpPr/>
            <p:nvPr/>
          </p:nvSpPr>
          <p:spPr>
            <a:xfrm>
              <a:off x="6602150" y="1732775"/>
              <a:ext cx="352500" cy="352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7"/>
            <p:cNvSpPr/>
            <p:nvPr/>
          </p:nvSpPr>
          <p:spPr>
            <a:xfrm>
              <a:off x="6718114" y="1825376"/>
              <a:ext cx="120578" cy="167294"/>
            </a:xfrm>
            <a:custGeom>
              <a:rect b="b" l="l" r="r" t="t"/>
              <a:pathLst>
                <a:path extrusionOk="0" h="3471" w="2502">
                  <a:moveTo>
                    <a:pt x="467" y="1"/>
                  </a:moveTo>
                  <a:cubicBezTo>
                    <a:pt x="200" y="1"/>
                    <a:pt x="0" y="201"/>
                    <a:pt x="0" y="435"/>
                  </a:cubicBezTo>
                  <a:lnTo>
                    <a:pt x="0" y="3003"/>
                  </a:lnTo>
                  <a:cubicBezTo>
                    <a:pt x="0" y="3270"/>
                    <a:pt x="234" y="3470"/>
                    <a:pt x="501" y="3470"/>
                  </a:cubicBezTo>
                  <a:lnTo>
                    <a:pt x="2402" y="3470"/>
                  </a:lnTo>
                  <a:cubicBezTo>
                    <a:pt x="2469" y="3470"/>
                    <a:pt x="2502" y="3437"/>
                    <a:pt x="2502" y="3370"/>
                  </a:cubicBezTo>
                  <a:cubicBezTo>
                    <a:pt x="2502" y="3337"/>
                    <a:pt x="2469" y="3270"/>
                    <a:pt x="2402" y="3270"/>
                  </a:cubicBezTo>
                  <a:lnTo>
                    <a:pt x="501" y="3270"/>
                  </a:lnTo>
                  <a:cubicBezTo>
                    <a:pt x="334" y="3270"/>
                    <a:pt x="234" y="3137"/>
                    <a:pt x="234" y="3003"/>
                  </a:cubicBezTo>
                  <a:cubicBezTo>
                    <a:pt x="234" y="2836"/>
                    <a:pt x="334" y="2703"/>
                    <a:pt x="501" y="2703"/>
                  </a:cubicBezTo>
                  <a:lnTo>
                    <a:pt x="2402" y="2703"/>
                  </a:lnTo>
                  <a:cubicBezTo>
                    <a:pt x="2469" y="2703"/>
                    <a:pt x="2502" y="2670"/>
                    <a:pt x="2502" y="2603"/>
                  </a:cubicBezTo>
                  <a:lnTo>
                    <a:pt x="2502" y="101"/>
                  </a:lnTo>
                  <a:cubicBezTo>
                    <a:pt x="2502" y="34"/>
                    <a:pt x="2469" y="1"/>
                    <a:pt x="2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8" name="Google Shape;1308;p27"/>
          <p:cNvGrpSpPr/>
          <p:nvPr/>
        </p:nvGrpSpPr>
        <p:grpSpPr>
          <a:xfrm>
            <a:off x="2621367" y="1732775"/>
            <a:ext cx="352500" cy="352500"/>
            <a:chOff x="2621367" y="1732775"/>
            <a:chExt cx="352500" cy="352500"/>
          </a:xfrm>
        </p:grpSpPr>
        <p:sp>
          <p:nvSpPr>
            <p:cNvPr id="1309" name="Google Shape;1309;p27"/>
            <p:cNvSpPr/>
            <p:nvPr/>
          </p:nvSpPr>
          <p:spPr>
            <a:xfrm>
              <a:off x="2621367" y="1732775"/>
              <a:ext cx="352500" cy="3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7"/>
            <p:cNvSpPr/>
            <p:nvPr/>
          </p:nvSpPr>
          <p:spPr>
            <a:xfrm>
              <a:off x="2694692" y="1843066"/>
              <a:ext cx="205830" cy="131917"/>
            </a:xfrm>
            <a:custGeom>
              <a:rect b="b" l="l" r="r" t="t"/>
              <a:pathLst>
                <a:path extrusionOk="0" h="2737" w="4271">
                  <a:moveTo>
                    <a:pt x="1535" y="768"/>
                  </a:moveTo>
                  <a:cubicBezTo>
                    <a:pt x="1868" y="768"/>
                    <a:pt x="2135" y="1035"/>
                    <a:pt x="2135" y="1369"/>
                  </a:cubicBezTo>
                  <a:cubicBezTo>
                    <a:pt x="2135" y="1702"/>
                    <a:pt x="1868" y="1969"/>
                    <a:pt x="1535" y="1969"/>
                  </a:cubicBezTo>
                  <a:cubicBezTo>
                    <a:pt x="1168" y="1969"/>
                    <a:pt x="901" y="1702"/>
                    <a:pt x="901" y="1369"/>
                  </a:cubicBezTo>
                  <a:cubicBezTo>
                    <a:pt x="901" y="1035"/>
                    <a:pt x="1168" y="768"/>
                    <a:pt x="1535" y="768"/>
                  </a:cubicBezTo>
                  <a:close/>
                  <a:moveTo>
                    <a:pt x="467" y="1"/>
                  </a:moveTo>
                  <a:cubicBezTo>
                    <a:pt x="200" y="1"/>
                    <a:pt x="0" y="201"/>
                    <a:pt x="0" y="468"/>
                  </a:cubicBezTo>
                  <a:lnTo>
                    <a:pt x="0" y="2269"/>
                  </a:lnTo>
                  <a:cubicBezTo>
                    <a:pt x="0" y="2536"/>
                    <a:pt x="200" y="2736"/>
                    <a:pt x="467" y="2736"/>
                  </a:cubicBezTo>
                  <a:lnTo>
                    <a:pt x="2602" y="2736"/>
                  </a:lnTo>
                  <a:cubicBezTo>
                    <a:pt x="2836" y="2736"/>
                    <a:pt x="3036" y="2536"/>
                    <a:pt x="3036" y="2269"/>
                  </a:cubicBezTo>
                  <a:lnTo>
                    <a:pt x="3036" y="1902"/>
                  </a:lnTo>
                  <a:lnTo>
                    <a:pt x="4037" y="2403"/>
                  </a:lnTo>
                  <a:cubicBezTo>
                    <a:pt x="4061" y="2415"/>
                    <a:pt x="4090" y="2423"/>
                    <a:pt x="4118" y="2423"/>
                  </a:cubicBezTo>
                  <a:cubicBezTo>
                    <a:pt x="4168" y="2423"/>
                    <a:pt x="4216" y="2399"/>
                    <a:pt x="4237" y="2336"/>
                  </a:cubicBezTo>
                  <a:cubicBezTo>
                    <a:pt x="4270" y="2336"/>
                    <a:pt x="4270" y="2303"/>
                    <a:pt x="4270" y="2269"/>
                  </a:cubicBezTo>
                  <a:lnTo>
                    <a:pt x="4270" y="468"/>
                  </a:lnTo>
                  <a:cubicBezTo>
                    <a:pt x="4270" y="401"/>
                    <a:pt x="4237" y="368"/>
                    <a:pt x="4170" y="334"/>
                  </a:cubicBezTo>
                  <a:cubicBezTo>
                    <a:pt x="4153" y="318"/>
                    <a:pt x="4128" y="309"/>
                    <a:pt x="4103" y="309"/>
                  </a:cubicBezTo>
                  <a:cubicBezTo>
                    <a:pt x="4078" y="309"/>
                    <a:pt x="4053" y="318"/>
                    <a:pt x="4037" y="334"/>
                  </a:cubicBezTo>
                  <a:lnTo>
                    <a:pt x="3036" y="801"/>
                  </a:lnTo>
                  <a:lnTo>
                    <a:pt x="3036" y="468"/>
                  </a:lnTo>
                  <a:cubicBezTo>
                    <a:pt x="3036" y="201"/>
                    <a:pt x="2836" y="1"/>
                    <a:pt x="2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1" name="Google Shape;1311;p27"/>
          <p:cNvGrpSpPr/>
          <p:nvPr/>
        </p:nvGrpSpPr>
        <p:grpSpPr>
          <a:xfrm>
            <a:off x="4611758" y="1732775"/>
            <a:ext cx="352500" cy="352500"/>
            <a:chOff x="4611758" y="1732775"/>
            <a:chExt cx="352500" cy="352500"/>
          </a:xfrm>
        </p:grpSpPr>
        <p:sp>
          <p:nvSpPr>
            <p:cNvPr id="1312" name="Google Shape;1312;p27"/>
            <p:cNvSpPr/>
            <p:nvPr/>
          </p:nvSpPr>
          <p:spPr>
            <a:xfrm>
              <a:off x="4611758" y="1732775"/>
              <a:ext cx="352500" cy="3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7"/>
            <p:cNvSpPr/>
            <p:nvPr/>
          </p:nvSpPr>
          <p:spPr>
            <a:xfrm>
              <a:off x="4689124" y="1811745"/>
              <a:ext cx="197782" cy="194573"/>
            </a:xfrm>
            <a:custGeom>
              <a:rect b="b" l="l" r="r" t="t"/>
              <a:pathLst>
                <a:path extrusionOk="0" h="4037" w="4104">
                  <a:moveTo>
                    <a:pt x="3653" y="0"/>
                  </a:moveTo>
                  <a:cubicBezTo>
                    <a:pt x="3553" y="0"/>
                    <a:pt x="3453" y="33"/>
                    <a:pt x="3370" y="100"/>
                  </a:cubicBezTo>
                  <a:lnTo>
                    <a:pt x="2569" y="967"/>
                  </a:lnTo>
                  <a:lnTo>
                    <a:pt x="534" y="300"/>
                  </a:lnTo>
                  <a:lnTo>
                    <a:pt x="101" y="734"/>
                  </a:lnTo>
                  <a:lnTo>
                    <a:pt x="1802" y="1768"/>
                  </a:lnTo>
                  <a:lnTo>
                    <a:pt x="935" y="2635"/>
                  </a:lnTo>
                  <a:lnTo>
                    <a:pt x="401" y="2569"/>
                  </a:lnTo>
                  <a:lnTo>
                    <a:pt x="1" y="2936"/>
                  </a:lnTo>
                  <a:lnTo>
                    <a:pt x="801" y="3236"/>
                  </a:lnTo>
                  <a:lnTo>
                    <a:pt x="1101" y="4036"/>
                  </a:lnTo>
                  <a:lnTo>
                    <a:pt x="1468" y="3636"/>
                  </a:lnTo>
                  <a:lnTo>
                    <a:pt x="1402" y="3102"/>
                  </a:lnTo>
                  <a:lnTo>
                    <a:pt x="2269" y="2235"/>
                  </a:lnTo>
                  <a:lnTo>
                    <a:pt x="3303" y="3936"/>
                  </a:lnTo>
                  <a:lnTo>
                    <a:pt x="3737" y="3503"/>
                  </a:lnTo>
                  <a:lnTo>
                    <a:pt x="3069" y="1468"/>
                  </a:lnTo>
                  <a:lnTo>
                    <a:pt x="3937" y="667"/>
                  </a:lnTo>
                  <a:cubicBezTo>
                    <a:pt x="4104" y="500"/>
                    <a:pt x="4104" y="267"/>
                    <a:pt x="3937" y="100"/>
                  </a:cubicBezTo>
                  <a:cubicBezTo>
                    <a:pt x="3853" y="33"/>
                    <a:pt x="3753" y="0"/>
                    <a:pt x="36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8" name="Google Shape;1318;p28"/>
          <p:cNvGrpSpPr/>
          <p:nvPr/>
        </p:nvGrpSpPr>
        <p:grpSpPr>
          <a:xfrm>
            <a:off x="5262525" y="2181225"/>
            <a:ext cx="2038200" cy="347175"/>
            <a:chOff x="457200" y="2333625"/>
            <a:chExt cx="2038200" cy="347175"/>
          </a:xfrm>
        </p:grpSpPr>
        <p:grpSp>
          <p:nvGrpSpPr>
            <p:cNvPr id="1319" name="Google Shape;1319;p28"/>
            <p:cNvGrpSpPr/>
            <p:nvPr/>
          </p:nvGrpSpPr>
          <p:grpSpPr>
            <a:xfrm>
              <a:off x="457200" y="2333625"/>
              <a:ext cx="2038200" cy="347175"/>
              <a:chOff x="457200" y="1362075"/>
              <a:chExt cx="2038200" cy="347175"/>
            </a:xfrm>
          </p:grpSpPr>
          <p:sp>
            <p:nvSpPr>
              <p:cNvPr id="1320" name="Google Shape;1320;p28"/>
              <p:cNvSpPr/>
              <p:nvPr/>
            </p:nvSpPr>
            <p:spPr>
              <a:xfrm>
                <a:off x="457200" y="1362075"/>
                <a:ext cx="1962000" cy="28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8"/>
              <p:cNvSpPr/>
              <p:nvPr/>
            </p:nvSpPr>
            <p:spPr>
              <a:xfrm>
                <a:off x="533400" y="1428750"/>
                <a:ext cx="1962000" cy="28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2" name="Google Shape;1322;p28"/>
            <p:cNvSpPr txBox="1"/>
            <p:nvPr/>
          </p:nvSpPr>
          <p:spPr>
            <a:xfrm>
              <a:off x="576225" y="2418450"/>
              <a:ext cx="127590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EXPERIENCE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323" name="Google Shape;1323;p28"/>
          <p:cNvGrpSpPr/>
          <p:nvPr/>
        </p:nvGrpSpPr>
        <p:grpSpPr>
          <a:xfrm>
            <a:off x="3372075" y="1362075"/>
            <a:ext cx="1904850" cy="356625"/>
            <a:chOff x="2590650" y="1362075"/>
            <a:chExt cx="1904850" cy="356625"/>
          </a:xfrm>
        </p:grpSpPr>
        <p:sp>
          <p:nvSpPr>
            <p:cNvPr id="1324" name="Google Shape;1324;p28"/>
            <p:cNvSpPr/>
            <p:nvPr/>
          </p:nvSpPr>
          <p:spPr>
            <a:xfrm>
              <a:off x="2590650" y="1362075"/>
              <a:ext cx="280500" cy="28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2666850" y="1428750"/>
              <a:ext cx="280500" cy="28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8"/>
            <p:cNvSpPr txBox="1"/>
            <p:nvPr/>
          </p:nvSpPr>
          <p:spPr>
            <a:xfrm>
              <a:off x="2990700" y="1371600"/>
              <a:ext cx="15048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contact@info.com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7" name="Google Shape;1327;p28"/>
            <p:cNvSpPr/>
            <p:nvPr/>
          </p:nvSpPr>
          <p:spPr>
            <a:xfrm>
              <a:off x="2710668" y="1506845"/>
              <a:ext cx="192863" cy="124311"/>
            </a:xfrm>
            <a:custGeom>
              <a:rect b="b" l="l" r="r" t="t"/>
              <a:pathLst>
                <a:path extrusionOk="0" h="12456" w="19325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1328" name="Google Shape;1328;p28"/>
          <p:cNvGrpSpPr/>
          <p:nvPr/>
        </p:nvGrpSpPr>
        <p:grpSpPr>
          <a:xfrm>
            <a:off x="6386700" y="1362075"/>
            <a:ext cx="1857150" cy="356625"/>
            <a:chOff x="6553350" y="1362075"/>
            <a:chExt cx="1857150" cy="356625"/>
          </a:xfrm>
        </p:grpSpPr>
        <p:sp>
          <p:nvSpPr>
            <p:cNvPr id="1329" name="Google Shape;1329;p28"/>
            <p:cNvSpPr/>
            <p:nvPr/>
          </p:nvSpPr>
          <p:spPr>
            <a:xfrm>
              <a:off x="6553350" y="1362075"/>
              <a:ext cx="280500" cy="28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8"/>
            <p:cNvSpPr/>
            <p:nvPr/>
          </p:nvSpPr>
          <p:spPr>
            <a:xfrm>
              <a:off x="6629550" y="1428750"/>
              <a:ext cx="280500" cy="28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8"/>
            <p:cNvSpPr txBox="1"/>
            <p:nvPr/>
          </p:nvSpPr>
          <p:spPr>
            <a:xfrm>
              <a:off x="6953400" y="1371600"/>
              <a:ext cx="14571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+00 000 000 000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6669556" y="1472578"/>
              <a:ext cx="200488" cy="192844"/>
            </a:xfrm>
            <a:custGeom>
              <a:rect b="b" l="l" r="r" t="t"/>
              <a:pathLst>
                <a:path extrusionOk="0" h="19323" w="20089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1333" name="Google Shape;1333;p28"/>
          <p:cNvGrpSpPr/>
          <p:nvPr/>
        </p:nvGrpSpPr>
        <p:grpSpPr>
          <a:xfrm>
            <a:off x="900150" y="1362075"/>
            <a:ext cx="1362150" cy="356625"/>
            <a:chOff x="457200" y="1362075"/>
            <a:chExt cx="1362150" cy="356625"/>
          </a:xfrm>
        </p:grpSpPr>
        <p:sp>
          <p:nvSpPr>
            <p:cNvPr id="1334" name="Google Shape;1334;p28"/>
            <p:cNvSpPr/>
            <p:nvPr/>
          </p:nvSpPr>
          <p:spPr>
            <a:xfrm>
              <a:off x="457200" y="1362075"/>
              <a:ext cx="280500" cy="28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533400" y="1428750"/>
              <a:ext cx="280500" cy="28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8"/>
            <p:cNvSpPr txBox="1"/>
            <p:nvPr/>
          </p:nvSpPr>
          <p:spPr>
            <a:xfrm>
              <a:off x="857250" y="1371600"/>
              <a:ext cx="9621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Madrid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37" name="Google Shape;1337;p28"/>
            <p:cNvGrpSpPr/>
            <p:nvPr/>
          </p:nvGrpSpPr>
          <p:grpSpPr>
            <a:xfrm>
              <a:off x="575952" y="1472537"/>
              <a:ext cx="195388" cy="192883"/>
              <a:chOff x="6238300" y="1426975"/>
              <a:chExt cx="489450" cy="483175"/>
            </a:xfrm>
          </p:grpSpPr>
          <p:sp>
            <p:nvSpPr>
              <p:cNvPr id="1338" name="Google Shape;1338;p28"/>
              <p:cNvSpPr/>
              <p:nvPr/>
            </p:nvSpPr>
            <p:spPr>
              <a:xfrm>
                <a:off x="6238300" y="1426975"/>
                <a:ext cx="489450" cy="483175"/>
              </a:xfrm>
              <a:custGeom>
                <a:rect b="b" l="l" r="r" t="t"/>
                <a:pathLst>
                  <a:path extrusionOk="0" h="19327" w="19578">
                    <a:moveTo>
                      <a:pt x="16109" y="2267"/>
                    </a:moveTo>
                    <a:lnTo>
                      <a:pt x="16109" y="4803"/>
                    </a:lnTo>
                    <a:lnTo>
                      <a:pt x="14977" y="3831"/>
                    </a:lnTo>
                    <a:lnTo>
                      <a:pt x="14977" y="2267"/>
                    </a:lnTo>
                    <a:close/>
                    <a:moveTo>
                      <a:pt x="9880" y="1135"/>
                    </a:moveTo>
                    <a:cubicBezTo>
                      <a:pt x="10011" y="1135"/>
                      <a:pt x="10142" y="1181"/>
                      <a:pt x="10248" y="1274"/>
                    </a:cubicBezTo>
                    <a:lnTo>
                      <a:pt x="18174" y="8067"/>
                    </a:lnTo>
                    <a:cubicBezTo>
                      <a:pt x="18413" y="8270"/>
                      <a:pt x="18440" y="8626"/>
                      <a:pt x="18238" y="8864"/>
                    </a:cubicBezTo>
                    <a:lnTo>
                      <a:pt x="18238" y="8861"/>
                    </a:lnTo>
                    <a:cubicBezTo>
                      <a:pt x="18129" y="8988"/>
                      <a:pt x="17972" y="9061"/>
                      <a:pt x="17809" y="9061"/>
                    </a:cubicBezTo>
                    <a:cubicBezTo>
                      <a:pt x="17673" y="9061"/>
                      <a:pt x="17540" y="9012"/>
                      <a:pt x="17440" y="8925"/>
                    </a:cubicBezTo>
                    <a:lnTo>
                      <a:pt x="10251" y="2762"/>
                    </a:lnTo>
                    <a:cubicBezTo>
                      <a:pt x="10145" y="2672"/>
                      <a:pt x="10014" y="2626"/>
                      <a:pt x="9883" y="2626"/>
                    </a:cubicBezTo>
                    <a:cubicBezTo>
                      <a:pt x="9751" y="2626"/>
                      <a:pt x="9620" y="2672"/>
                      <a:pt x="9514" y="2762"/>
                    </a:cubicBezTo>
                    <a:lnTo>
                      <a:pt x="2687" y="8553"/>
                    </a:lnTo>
                    <a:cubicBezTo>
                      <a:pt x="2657" y="8575"/>
                      <a:pt x="2633" y="8596"/>
                      <a:pt x="2609" y="8623"/>
                    </a:cubicBezTo>
                    <a:lnTo>
                      <a:pt x="2250" y="8925"/>
                    </a:lnTo>
                    <a:cubicBezTo>
                      <a:pt x="2142" y="9016"/>
                      <a:pt x="2012" y="9060"/>
                      <a:pt x="1882" y="9060"/>
                    </a:cubicBezTo>
                    <a:cubicBezTo>
                      <a:pt x="1723" y="9060"/>
                      <a:pt x="1565" y="8994"/>
                      <a:pt x="1452" y="8864"/>
                    </a:cubicBezTo>
                    <a:cubicBezTo>
                      <a:pt x="1250" y="8629"/>
                      <a:pt x="1274" y="8273"/>
                      <a:pt x="1510" y="8067"/>
                    </a:cubicBezTo>
                    <a:lnTo>
                      <a:pt x="9511" y="1274"/>
                    </a:lnTo>
                    <a:cubicBezTo>
                      <a:pt x="9617" y="1181"/>
                      <a:pt x="9748" y="1135"/>
                      <a:pt x="9880" y="1135"/>
                    </a:cubicBezTo>
                    <a:close/>
                    <a:moveTo>
                      <a:pt x="12147" y="13665"/>
                    </a:moveTo>
                    <a:lnTo>
                      <a:pt x="12147" y="18195"/>
                    </a:lnTo>
                    <a:lnTo>
                      <a:pt x="7543" y="18195"/>
                    </a:lnTo>
                    <a:lnTo>
                      <a:pt x="7543" y="13665"/>
                    </a:lnTo>
                    <a:close/>
                    <a:moveTo>
                      <a:pt x="9883" y="3937"/>
                    </a:moveTo>
                    <a:lnTo>
                      <a:pt x="16109" y="9275"/>
                    </a:lnTo>
                    <a:lnTo>
                      <a:pt x="16109" y="18195"/>
                    </a:lnTo>
                    <a:lnTo>
                      <a:pt x="13280" y="18195"/>
                    </a:lnTo>
                    <a:lnTo>
                      <a:pt x="13280" y="13101"/>
                    </a:lnTo>
                    <a:cubicBezTo>
                      <a:pt x="13280" y="12787"/>
                      <a:pt x="13026" y="12533"/>
                      <a:pt x="12712" y="12533"/>
                    </a:cubicBezTo>
                    <a:lnTo>
                      <a:pt x="6975" y="12533"/>
                    </a:lnTo>
                    <a:cubicBezTo>
                      <a:pt x="6661" y="12533"/>
                      <a:pt x="6410" y="12787"/>
                      <a:pt x="6410" y="13101"/>
                    </a:cubicBezTo>
                    <a:lnTo>
                      <a:pt x="6410" y="18195"/>
                    </a:lnTo>
                    <a:lnTo>
                      <a:pt x="3578" y="18195"/>
                    </a:lnTo>
                    <a:lnTo>
                      <a:pt x="3578" y="9281"/>
                    </a:lnTo>
                    <a:lnTo>
                      <a:pt x="9883" y="3937"/>
                    </a:lnTo>
                    <a:close/>
                    <a:moveTo>
                      <a:pt x="9883" y="0"/>
                    </a:moveTo>
                    <a:cubicBezTo>
                      <a:pt x="9489" y="0"/>
                      <a:pt x="9095" y="137"/>
                      <a:pt x="8778" y="410"/>
                    </a:cubicBezTo>
                    <a:lnTo>
                      <a:pt x="773" y="7204"/>
                    </a:lnTo>
                    <a:cubicBezTo>
                      <a:pt x="154" y="7738"/>
                      <a:pt x="0" y="8635"/>
                      <a:pt x="411" y="9345"/>
                    </a:cubicBezTo>
                    <a:cubicBezTo>
                      <a:pt x="720" y="9881"/>
                      <a:pt x="1289" y="10193"/>
                      <a:pt x="1882" y="10193"/>
                    </a:cubicBezTo>
                    <a:cubicBezTo>
                      <a:pt x="2070" y="10193"/>
                      <a:pt x="2261" y="10162"/>
                      <a:pt x="2446" y="10096"/>
                    </a:cubicBezTo>
                    <a:lnTo>
                      <a:pt x="2446" y="18762"/>
                    </a:lnTo>
                    <a:cubicBezTo>
                      <a:pt x="2446" y="19073"/>
                      <a:pt x="2699" y="19327"/>
                      <a:pt x="3010" y="19327"/>
                    </a:cubicBezTo>
                    <a:lnTo>
                      <a:pt x="16673" y="19327"/>
                    </a:lnTo>
                    <a:cubicBezTo>
                      <a:pt x="16987" y="19327"/>
                      <a:pt x="17241" y="19073"/>
                      <a:pt x="17241" y="18762"/>
                    </a:cubicBezTo>
                    <a:lnTo>
                      <a:pt x="17241" y="10096"/>
                    </a:lnTo>
                    <a:cubicBezTo>
                      <a:pt x="17431" y="10163"/>
                      <a:pt x="17623" y="10195"/>
                      <a:pt x="17809" y="10195"/>
                    </a:cubicBezTo>
                    <a:cubicBezTo>
                      <a:pt x="18756" y="10195"/>
                      <a:pt x="19578" y="9388"/>
                      <a:pt x="19500" y="8363"/>
                    </a:cubicBezTo>
                    <a:cubicBezTo>
                      <a:pt x="19466" y="7913"/>
                      <a:pt x="19255" y="7497"/>
                      <a:pt x="18914" y="7204"/>
                    </a:cubicBezTo>
                    <a:lnTo>
                      <a:pt x="17241" y="5770"/>
                    </a:lnTo>
                    <a:lnTo>
                      <a:pt x="17241" y="1702"/>
                    </a:lnTo>
                    <a:cubicBezTo>
                      <a:pt x="17241" y="1388"/>
                      <a:pt x="16987" y="1135"/>
                      <a:pt x="16676" y="1135"/>
                    </a:cubicBezTo>
                    <a:lnTo>
                      <a:pt x="14412" y="1135"/>
                    </a:lnTo>
                    <a:cubicBezTo>
                      <a:pt x="14098" y="1135"/>
                      <a:pt x="13844" y="1388"/>
                      <a:pt x="13844" y="1702"/>
                    </a:cubicBezTo>
                    <a:lnTo>
                      <a:pt x="13844" y="2862"/>
                    </a:lnTo>
                    <a:lnTo>
                      <a:pt x="10988" y="410"/>
                    </a:lnTo>
                    <a:cubicBezTo>
                      <a:pt x="10671" y="137"/>
                      <a:pt x="10277" y="0"/>
                      <a:pt x="98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  <p:sp>
            <p:nvSpPr>
              <p:cNvPr id="1339" name="Google Shape;1339;p28"/>
              <p:cNvSpPr/>
              <p:nvPr/>
            </p:nvSpPr>
            <p:spPr>
              <a:xfrm>
                <a:off x="6426850" y="1596875"/>
                <a:ext cx="115150" cy="113250"/>
              </a:xfrm>
              <a:custGeom>
                <a:rect b="b" l="l" r="r" t="t"/>
                <a:pathLst>
                  <a:path extrusionOk="0" h="4530" w="4606">
                    <a:moveTo>
                      <a:pt x="3473" y="1132"/>
                    </a:moveTo>
                    <a:lnTo>
                      <a:pt x="3473" y="3397"/>
                    </a:lnTo>
                    <a:lnTo>
                      <a:pt x="1133" y="3397"/>
                    </a:lnTo>
                    <a:lnTo>
                      <a:pt x="1133" y="1132"/>
                    </a:lnTo>
                    <a:close/>
                    <a:moveTo>
                      <a:pt x="565" y="0"/>
                    </a:moveTo>
                    <a:cubicBezTo>
                      <a:pt x="251" y="0"/>
                      <a:pt x="1" y="254"/>
                      <a:pt x="1" y="568"/>
                    </a:cubicBezTo>
                    <a:lnTo>
                      <a:pt x="1" y="3965"/>
                    </a:lnTo>
                    <a:cubicBezTo>
                      <a:pt x="1" y="4276"/>
                      <a:pt x="251" y="4529"/>
                      <a:pt x="565" y="4529"/>
                    </a:cubicBezTo>
                    <a:lnTo>
                      <a:pt x="4038" y="4529"/>
                    </a:lnTo>
                    <a:cubicBezTo>
                      <a:pt x="4352" y="4529"/>
                      <a:pt x="4605" y="4276"/>
                      <a:pt x="4605" y="3965"/>
                    </a:cubicBezTo>
                    <a:lnTo>
                      <a:pt x="4605" y="568"/>
                    </a:lnTo>
                    <a:cubicBezTo>
                      <a:pt x="4605" y="254"/>
                      <a:pt x="4352" y="0"/>
                      <a:pt x="4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  <p:sp>
            <p:nvSpPr>
              <p:cNvPr id="1340" name="Google Shape;1340;p28"/>
              <p:cNvSpPr/>
              <p:nvPr/>
            </p:nvSpPr>
            <p:spPr>
              <a:xfrm>
                <a:off x="6485350" y="1796900"/>
                <a:ext cx="28325" cy="28325"/>
              </a:xfrm>
              <a:custGeom>
                <a:rect b="b" l="l" r="r" t="t"/>
                <a:pathLst>
                  <a:path extrusionOk="0" h="1133" w="1133">
                    <a:moveTo>
                      <a:pt x="565" y="1"/>
                    </a:moveTo>
                    <a:cubicBezTo>
                      <a:pt x="251" y="1"/>
                      <a:pt x="1" y="254"/>
                      <a:pt x="1" y="568"/>
                    </a:cubicBezTo>
                    <a:cubicBezTo>
                      <a:pt x="1" y="879"/>
                      <a:pt x="251" y="1133"/>
                      <a:pt x="565" y="1133"/>
                    </a:cubicBezTo>
                    <a:cubicBezTo>
                      <a:pt x="879" y="1133"/>
                      <a:pt x="1133" y="879"/>
                      <a:pt x="1133" y="568"/>
                    </a:cubicBezTo>
                    <a:cubicBezTo>
                      <a:pt x="1133" y="254"/>
                      <a:pt x="879" y="1"/>
                      <a:pt x="5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435D74"/>
                  </a:solidFill>
                </a:endParaRPr>
              </a:p>
            </p:txBody>
          </p:sp>
        </p:grpSp>
      </p:grpSp>
      <p:sp>
        <p:nvSpPr>
          <p:cNvPr id="1341" name="Google Shape;1341;p28"/>
          <p:cNvSpPr txBox="1"/>
          <p:nvPr/>
        </p:nvSpPr>
        <p:spPr>
          <a:xfrm>
            <a:off x="852525" y="3032850"/>
            <a:ext cx="3171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 and it’s called the red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28"/>
          <p:cNvSpPr txBox="1"/>
          <p:nvPr/>
        </p:nvSpPr>
        <p:spPr>
          <a:xfrm>
            <a:off x="947775" y="2772750"/>
            <a:ext cx="900000" cy="260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2009 - 2012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43" name="Google Shape;1343;p28"/>
          <p:cNvGrpSpPr/>
          <p:nvPr/>
        </p:nvGrpSpPr>
        <p:grpSpPr>
          <a:xfrm>
            <a:off x="952575" y="2181225"/>
            <a:ext cx="2038200" cy="347175"/>
            <a:chOff x="457200" y="2333625"/>
            <a:chExt cx="2038200" cy="347175"/>
          </a:xfrm>
        </p:grpSpPr>
        <p:grpSp>
          <p:nvGrpSpPr>
            <p:cNvPr id="1344" name="Google Shape;1344;p28"/>
            <p:cNvGrpSpPr/>
            <p:nvPr/>
          </p:nvGrpSpPr>
          <p:grpSpPr>
            <a:xfrm>
              <a:off x="457200" y="2333625"/>
              <a:ext cx="2038200" cy="347175"/>
              <a:chOff x="457200" y="1362075"/>
              <a:chExt cx="2038200" cy="347175"/>
            </a:xfrm>
          </p:grpSpPr>
          <p:sp>
            <p:nvSpPr>
              <p:cNvPr id="1345" name="Google Shape;1345;p28"/>
              <p:cNvSpPr/>
              <p:nvPr/>
            </p:nvSpPr>
            <p:spPr>
              <a:xfrm>
                <a:off x="457200" y="1362075"/>
                <a:ext cx="1962000" cy="280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8"/>
              <p:cNvSpPr/>
              <p:nvPr/>
            </p:nvSpPr>
            <p:spPr>
              <a:xfrm>
                <a:off x="533400" y="1428750"/>
                <a:ext cx="1962000" cy="280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7" name="Google Shape;1347;p28"/>
            <p:cNvSpPr txBox="1"/>
            <p:nvPr/>
          </p:nvSpPr>
          <p:spPr>
            <a:xfrm>
              <a:off x="576225" y="2418450"/>
              <a:ext cx="1275900" cy="2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EDUCATION</a:t>
              </a:r>
              <a:endParaRPr b="1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348" name="Google Shape;1348;p28"/>
          <p:cNvCxnSpPr/>
          <p:nvPr/>
        </p:nvCxnSpPr>
        <p:spPr>
          <a:xfrm>
            <a:off x="4591050" y="2105025"/>
            <a:ext cx="0" cy="2448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28"/>
          <p:cNvSpPr txBox="1"/>
          <p:nvPr/>
        </p:nvSpPr>
        <p:spPr>
          <a:xfrm>
            <a:off x="852525" y="4008000"/>
            <a:ext cx="3171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28"/>
          <p:cNvSpPr txBox="1"/>
          <p:nvPr/>
        </p:nvSpPr>
        <p:spPr>
          <a:xfrm>
            <a:off x="947775" y="3747900"/>
            <a:ext cx="900000" cy="260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2012 - 2016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1" name="Google Shape;1351;p28"/>
          <p:cNvSpPr txBox="1"/>
          <p:nvPr/>
        </p:nvSpPr>
        <p:spPr>
          <a:xfrm>
            <a:off x="5157675" y="3032850"/>
            <a:ext cx="3171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28"/>
          <p:cNvSpPr txBox="1"/>
          <p:nvPr/>
        </p:nvSpPr>
        <p:spPr>
          <a:xfrm>
            <a:off x="5252925" y="2772750"/>
            <a:ext cx="900000" cy="260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2010 - 2012</a:t>
            </a:r>
            <a:endParaRPr b="1" sz="12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3" name="Google Shape;1353;p28"/>
          <p:cNvSpPr txBox="1"/>
          <p:nvPr/>
        </p:nvSpPr>
        <p:spPr>
          <a:xfrm>
            <a:off x="5157675" y="4008000"/>
            <a:ext cx="3171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28"/>
          <p:cNvSpPr txBox="1"/>
          <p:nvPr/>
        </p:nvSpPr>
        <p:spPr>
          <a:xfrm>
            <a:off x="5252925" y="3747900"/>
            <a:ext cx="900000" cy="260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2012 - 2019</a:t>
            </a:r>
            <a:endParaRPr b="1" sz="12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p29"/>
          <p:cNvGrpSpPr/>
          <p:nvPr/>
        </p:nvGrpSpPr>
        <p:grpSpPr>
          <a:xfrm>
            <a:off x="3429008" y="1100100"/>
            <a:ext cx="2208600" cy="3343734"/>
            <a:chOff x="3735008" y="1100100"/>
            <a:chExt cx="2208600" cy="3343734"/>
          </a:xfrm>
        </p:grpSpPr>
        <p:grpSp>
          <p:nvGrpSpPr>
            <p:cNvPr id="1360" name="Google Shape;1360;p29"/>
            <p:cNvGrpSpPr/>
            <p:nvPr/>
          </p:nvGrpSpPr>
          <p:grpSpPr>
            <a:xfrm>
              <a:off x="3751670" y="1924050"/>
              <a:ext cx="2175276" cy="2519784"/>
              <a:chOff x="1429916" y="1924050"/>
              <a:chExt cx="2175276" cy="2519784"/>
            </a:xfrm>
          </p:grpSpPr>
          <p:grpSp>
            <p:nvGrpSpPr>
              <p:cNvPr id="1361" name="Google Shape;1361;p29"/>
              <p:cNvGrpSpPr/>
              <p:nvPr/>
            </p:nvGrpSpPr>
            <p:grpSpPr>
              <a:xfrm>
                <a:off x="1429916" y="1924050"/>
                <a:ext cx="265014" cy="2517839"/>
                <a:chOff x="1429916" y="1924050"/>
                <a:chExt cx="265014" cy="2517839"/>
              </a:xfrm>
            </p:grpSpPr>
            <p:grpSp>
              <p:nvGrpSpPr>
                <p:cNvPr id="1362" name="Google Shape;1362;p29"/>
                <p:cNvGrpSpPr/>
                <p:nvPr/>
              </p:nvGrpSpPr>
              <p:grpSpPr>
                <a:xfrm>
                  <a:off x="1429916" y="4117241"/>
                  <a:ext cx="265014" cy="324648"/>
                  <a:chOff x="-45277900" y="3938500"/>
                  <a:chExt cx="244975" cy="300100"/>
                </a:xfrm>
              </p:grpSpPr>
              <p:sp>
                <p:nvSpPr>
                  <p:cNvPr id="1363" name="Google Shape;1363;p29"/>
                  <p:cNvSpPr/>
                  <p:nvPr/>
                </p:nvSpPr>
                <p:spPr>
                  <a:xfrm>
                    <a:off x="-45210950" y="4107825"/>
                    <a:ext cx="23650" cy="24450"/>
                  </a:xfrm>
                  <a:custGeom>
                    <a:rect b="b" l="l" r="r" t="t"/>
                    <a:pathLst>
                      <a:path extrusionOk="0" h="978" w="946">
                        <a:moveTo>
                          <a:pt x="473" y="1"/>
                        </a:moveTo>
                        <a:lnTo>
                          <a:pt x="1" y="978"/>
                        </a:lnTo>
                        <a:lnTo>
                          <a:pt x="946" y="978"/>
                        </a:lnTo>
                        <a:lnTo>
                          <a:pt x="473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4" name="Google Shape;1364;p29"/>
                  <p:cNvSpPr/>
                  <p:nvPr/>
                </p:nvSpPr>
                <p:spPr>
                  <a:xfrm>
                    <a:off x="-45084925" y="3943225"/>
                    <a:ext cx="47275" cy="47275"/>
                  </a:xfrm>
                  <a:custGeom>
                    <a:rect b="b" l="l" r="r" t="t"/>
                    <a:pathLst>
                      <a:path extrusionOk="0" h="1891" w="1891">
                        <a:moveTo>
                          <a:pt x="1" y="0"/>
                        </a:moveTo>
                        <a:lnTo>
                          <a:pt x="1" y="1891"/>
                        </a:lnTo>
                        <a:lnTo>
                          <a:pt x="1891" y="1891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29"/>
                  <p:cNvSpPr/>
                  <p:nvPr/>
                </p:nvSpPr>
                <p:spPr>
                  <a:xfrm>
                    <a:off x="-45260575" y="3938500"/>
                    <a:ext cx="227650" cy="300100"/>
                  </a:xfrm>
                  <a:custGeom>
                    <a:rect b="b" l="l" r="r" t="t"/>
                    <a:pathLst>
                      <a:path extrusionOk="0" h="12004" w="9106">
                        <a:moveTo>
                          <a:pt x="348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lnTo>
                          <a:pt x="1" y="4222"/>
                        </a:lnTo>
                        <a:lnTo>
                          <a:pt x="7342" y="4222"/>
                        </a:lnTo>
                        <a:cubicBezTo>
                          <a:pt x="7562" y="4222"/>
                          <a:pt x="7720" y="4380"/>
                          <a:pt x="7720" y="4600"/>
                        </a:cubicBezTo>
                        <a:lnTo>
                          <a:pt x="7720" y="10208"/>
                        </a:lnTo>
                        <a:cubicBezTo>
                          <a:pt x="7720" y="10428"/>
                          <a:pt x="7562" y="10586"/>
                          <a:pt x="7342" y="10586"/>
                        </a:cubicBezTo>
                        <a:lnTo>
                          <a:pt x="1" y="10586"/>
                        </a:lnTo>
                        <a:lnTo>
                          <a:pt x="1" y="11626"/>
                        </a:lnTo>
                        <a:cubicBezTo>
                          <a:pt x="1" y="11846"/>
                          <a:pt x="158" y="12004"/>
                          <a:pt x="348" y="12004"/>
                        </a:cubicBezTo>
                        <a:lnTo>
                          <a:pt x="8759" y="12004"/>
                        </a:lnTo>
                        <a:cubicBezTo>
                          <a:pt x="8980" y="12004"/>
                          <a:pt x="9106" y="11846"/>
                          <a:pt x="9106" y="11626"/>
                        </a:cubicBezTo>
                        <a:lnTo>
                          <a:pt x="9106" y="2804"/>
                        </a:lnTo>
                        <a:lnTo>
                          <a:pt x="6680" y="2804"/>
                        </a:lnTo>
                        <a:lnTo>
                          <a:pt x="6680" y="2773"/>
                        </a:lnTo>
                        <a:cubicBezTo>
                          <a:pt x="6491" y="2773"/>
                          <a:pt x="6333" y="2615"/>
                          <a:pt x="6333" y="2426"/>
                        </a:cubicBezTo>
                        <a:lnTo>
                          <a:pt x="6333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6" name="Google Shape;1366;p29"/>
                  <p:cNvSpPr/>
                  <p:nvPr/>
                </p:nvSpPr>
                <p:spPr>
                  <a:xfrm>
                    <a:off x="-45277900" y="4061375"/>
                    <a:ext cx="193000" cy="122875"/>
                  </a:xfrm>
                  <a:custGeom>
                    <a:rect b="b" l="l" r="r" t="t"/>
                    <a:pathLst>
                      <a:path extrusionOk="0" h="4915" w="7720">
                        <a:moveTo>
                          <a:pt x="5987" y="693"/>
                        </a:moveTo>
                        <a:cubicBezTo>
                          <a:pt x="6207" y="693"/>
                          <a:pt x="6333" y="851"/>
                          <a:pt x="6333" y="1071"/>
                        </a:cubicBezTo>
                        <a:cubicBezTo>
                          <a:pt x="6302" y="1260"/>
                          <a:pt x="6144" y="1418"/>
                          <a:pt x="5987" y="1418"/>
                        </a:cubicBezTo>
                        <a:cubicBezTo>
                          <a:pt x="5798" y="1418"/>
                          <a:pt x="5640" y="1260"/>
                          <a:pt x="5640" y="1071"/>
                        </a:cubicBezTo>
                        <a:cubicBezTo>
                          <a:pt x="5640" y="851"/>
                          <a:pt x="5798" y="693"/>
                          <a:pt x="5987" y="693"/>
                        </a:cubicBezTo>
                        <a:close/>
                        <a:moveTo>
                          <a:pt x="3246" y="701"/>
                        </a:moveTo>
                        <a:cubicBezTo>
                          <a:pt x="3372" y="701"/>
                          <a:pt x="3498" y="772"/>
                          <a:pt x="3561" y="914"/>
                        </a:cubicBezTo>
                        <a:lnTo>
                          <a:pt x="4979" y="3686"/>
                        </a:lnTo>
                        <a:cubicBezTo>
                          <a:pt x="4979" y="3907"/>
                          <a:pt x="4884" y="4096"/>
                          <a:pt x="4727" y="4159"/>
                        </a:cubicBezTo>
                        <a:cubicBezTo>
                          <a:pt x="4695" y="4222"/>
                          <a:pt x="4601" y="4222"/>
                          <a:pt x="4569" y="4222"/>
                        </a:cubicBezTo>
                        <a:cubicBezTo>
                          <a:pt x="4443" y="4222"/>
                          <a:pt x="4349" y="4127"/>
                          <a:pt x="4254" y="4001"/>
                        </a:cubicBezTo>
                        <a:lnTo>
                          <a:pt x="4033" y="3497"/>
                        </a:lnTo>
                        <a:lnTo>
                          <a:pt x="2364" y="3497"/>
                        </a:lnTo>
                        <a:lnTo>
                          <a:pt x="2143" y="4001"/>
                        </a:lnTo>
                        <a:cubicBezTo>
                          <a:pt x="2075" y="4115"/>
                          <a:pt x="1940" y="4196"/>
                          <a:pt x="1811" y="4196"/>
                        </a:cubicBezTo>
                        <a:cubicBezTo>
                          <a:pt x="1762" y="4196"/>
                          <a:pt x="1714" y="4185"/>
                          <a:pt x="1671" y="4159"/>
                        </a:cubicBezTo>
                        <a:cubicBezTo>
                          <a:pt x="1513" y="4096"/>
                          <a:pt x="1419" y="3844"/>
                          <a:pt x="1513" y="3686"/>
                        </a:cubicBezTo>
                        <a:lnTo>
                          <a:pt x="2931" y="914"/>
                        </a:lnTo>
                        <a:cubicBezTo>
                          <a:pt x="2994" y="772"/>
                          <a:pt x="3120" y="701"/>
                          <a:pt x="3246" y="701"/>
                        </a:cubicBezTo>
                        <a:close/>
                        <a:moveTo>
                          <a:pt x="5955" y="2079"/>
                        </a:moveTo>
                        <a:cubicBezTo>
                          <a:pt x="6144" y="2079"/>
                          <a:pt x="6302" y="2237"/>
                          <a:pt x="6302" y="2426"/>
                        </a:cubicBezTo>
                        <a:lnTo>
                          <a:pt x="6302" y="3844"/>
                        </a:lnTo>
                        <a:cubicBezTo>
                          <a:pt x="6302" y="4064"/>
                          <a:pt x="6144" y="4222"/>
                          <a:pt x="5955" y="4222"/>
                        </a:cubicBezTo>
                        <a:cubicBezTo>
                          <a:pt x="5766" y="4222"/>
                          <a:pt x="5609" y="4064"/>
                          <a:pt x="5609" y="3844"/>
                        </a:cubicBezTo>
                        <a:lnTo>
                          <a:pt x="5609" y="2426"/>
                        </a:lnTo>
                        <a:cubicBezTo>
                          <a:pt x="5609" y="2237"/>
                          <a:pt x="5766" y="2079"/>
                          <a:pt x="5955" y="2079"/>
                        </a:cubicBezTo>
                        <a:close/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lnTo>
                          <a:pt x="1" y="4568"/>
                        </a:lnTo>
                        <a:cubicBezTo>
                          <a:pt x="1" y="4757"/>
                          <a:pt x="158" y="4915"/>
                          <a:pt x="347" y="4915"/>
                        </a:cubicBezTo>
                        <a:lnTo>
                          <a:pt x="7720" y="4915"/>
                        </a:lnTo>
                        <a:lnTo>
                          <a:pt x="77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67" name="Google Shape;1367;p29"/>
                <p:cNvGrpSpPr/>
                <p:nvPr/>
              </p:nvGrpSpPr>
              <p:grpSpPr>
                <a:xfrm>
                  <a:off x="1491880" y="1924050"/>
                  <a:ext cx="168000" cy="2019600"/>
                  <a:chOff x="4622550" y="1638300"/>
                  <a:chExt cx="168000" cy="2019600"/>
                </a:xfrm>
              </p:grpSpPr>
              <p:sp>
                <p:nvSpPr>
                  <p:cNvPr id="1368" name="Google Shape;1368;p29"/>
                  <p:cNvSpPr/>
                  <p:nvPr/>
                </p:nvSpPr>
                <p:spPr>
                  <a:xfrm>
                    <a:off x="4622550" y="1638300"/>
                    <a:ext cx="168000" cy="20196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9" name="Google Shape;1369;p29"/>
                  <p:cNvSpPr/>
                  <p:nvPr/>
                </p:nvSpPr>
                <p:spPr>
                  <a:xfrm>
                    <a:off x="4622550" y="2353192"/>
                    <a:ext cx="168000" cy="1304700"/>
                  </a:xfrm>
                  <a:prstGeom prst="rect">
                    <a:avLst/>
                  </a:prstGeom>
                  <a:solidFill>
                    <a:schemeClr val="accent3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70" name="Google Shape;1370;p29"/>
              <p:cNvGrpSpPr/>
              <p:nvPr/>
            </p:nvGrpSpPr>
            <p:grpSpPr>
              <a:xfrm>
                <a:off x="2020608" y="1924050"/>
                <a:ext cx="325514" cy="2499116"/>
                <a:chOff x="2173008" y="1924050"/>
                <a:chExt cx="325514" cy="2499116"/>
              </a:xfrm>
            </p:grpSpPr>
            <p:grpSp>
              <p:nvGrpSpPr>
                <p:cNvPr id="1371" name="Google Shape;1371;p29"/>
                <p:cNvGrpSpPr/>
                <p:nvPr/>
              </p:nvGrpSpPr>
              <p:grpSpPr>
                <a:xfrm>
                  <a:off x="2173008" y="4136002"/>
                  <a:ext cx="325514" cy="287164"/>
                  <a:chOff x="-45674075" y="3586425"/>
                  <a:chExt cx="300900" cy="265450"/>
                </a:xfrm>
              </p:grpSpPr>
              <p:sp>
                <p:nvSpPr>
                  <p:cNvPr id="1372" name="Google Shape;1372;p29"/>
                  <p:cNvSpPr/>
                  <p:nvPr/>
                </p:nvSpPr>
                <p:spPr>
                  <a:xfrm>
                    <a:off x="-45674075" y="3586425"/>
                    <a:ext cx="300125" cy="70925"/>
                  </a:xfrm>
                  <a:custGeom>
                    <a:rect b="b" l="l" r="r" t="t"/>
                    <a:pathLst>
                      <a:path extrusionOk="0" h="2837" w="12005">
                        <a:moveTo>
                          <a:pt x="6018" y="1418"/>
                        </a:moveTo>
                        <a:cubicBezTo>
                          <a:pt x="6207" y="1418"/>
                          <a:pt x="6365" y="1576"/>
                          <a:pt x="6365" y="1765"/>
                        </a:cubicBezTo>
                        <a:cubicBezTo>
                          <a:pt x="6365" y="1986"/>
                          <a:pt x="6207" y="2143"/>
                          <a:pt x="6018" y="2143"/>
                        </a:cubicBezTo>
                        <a:lnTo>
                          <a:pt x="5294" y="2143"/>
                        </a:lnTo>
                        <a:cubicBezTo>
                          <a:pt x="5105" y="2143"/>
                          <a:pt x="4947" y="1986"/>
                          <a:pt x="4947" y="1765"/>
                        </a:cubicBezTo>
                        <a:cubicBezTo>
                          <a:pt x="4947" y="1576"/>
                          <a:pt x="5105" y="1418"/>
                          <a:pt x="5294" y="1418"/>
                        </a:cubicBezTo>
                        <a:close/>
                        <a:moveTo>
                          <a:pt x="8129" y="1418"/>
                        </a:moveTo>
                        <a:cubicBezTo>
                          <a:pt x="8318" y="1418"/>
                          <a:pt x="8476" y="1576"/>
                          <a:pt x="8476" y="1765"/>
                        </a:cubicBezTo>
                        <a:cubicBezTo>
                          <a:pt x="8476" y="1986"/>
                          <a:pt x="8318" y="2143"/>
                          <a:pt x="8129" y="2143"/>
                        </a:cubicBezTo>
                        <a:lnTo>
                          <a:pt x="7436" y="2143"/>
                        </a:lnTo>
                        <a:cubicBezTo>
                          <a:pt x="7215" y="2143"/>
                          <a:pt x="7089" y="1986"/>
                          <a:pt x="7089" y="1765"/>
                        </a:cubicBezTo>
                        <a:cubicBezTo>
                          <a:pt x="7089" y="1576"/>
                          <a:pt x="7215" y="1418"/>
                          <a:pt x="7436" y="1418"/>
                        </a:cubicBezTo>
                        <a:close/>
                        <a:moveTo>
                          <a:pt x="10240" y="1418"/>
                        </a:moveTo>
                        <a:cubicBezTo>
                          <a:pt x="10429" y="1418"/>
                          <a:pt x="10587" y="1576"/>
                          <a:pt x="10587" y="1765"/>
                        </a:cubicBezTo>
                        <a:cubicBezTo>
                          <a:pt x="10587" y="1986"/>
                          <a:pt x="10429" y="2143"/>
                          <a:pt x="10240" y="2143"/>
                        </a:cubicBezTo>
                        <a:lnTo>
                          <a:pt x="9515" y="2143"/>
                        </a:lnTo>
                        <a:cubicBezTo>
                          <a:pt x="9326" y="2143"/>
                          <a:pt x="9169" y="1986"/>
                          <a:pt x="9169" y="1765"/>
                        </a:cubicBezTo>
                        <a:cubicBezTo>
                          <a:pt x="9169" y="1576"/>
                          <a:pt x="9326" y="1418"/>
                          <a:pt x="9515" y="1418"/>
                        </a:cubicBezTo>
                        <a:close/>
                        <a:moveTo>
                          <a:pt x="1041" y="1"/>
                        </a:moveTo>
                        <a:cubicBezTo>
                          <a:pt x="442" y="1"/>
                          <a:pt x="1" y="473"/>
                          <a:pt x="1" y="1072"/>
                        </a:cubicBezTo>
                        <a:lnTo>
                          <a:pt x="1" y="2836"/>
                        </a:lnTo>
                        <a:lnTo>
                          <a:pt x="12004" y="2836"/>
                        </a:lnTo>
                        <a:lnTo>
                          <a:pt x="12004" y="1072"/>
                        </a:lnTo>
                        <a:cubicBezTo>
                          <a:pt x="12004" y="473"/>
                          <a:pt x="11532" y="1"/>
                          <a:pt x="1093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3" name="Google Shape;1373;p29"/>
                  <p:cNvSpPr/>
                  <p:nvPr/>
                </p:nvSpPr>
                <p:spPr>
                  <a:xfrm>
                    <a:off x="-45673275" y="3675425"/>
                    <a:ext cx="300100" cy="176450"/>
                  </a:xfrm>
                  <a:custGeom>
                    <a:rect b="b" l="l" r="r" t="t"/>
                    <a:pathLst>
                      <a:path extrusionOk="0" h="7058" w="12004">
                        <a:moveTo>
                          <a:pt x="3852" y="1387"/>
                        </a:moveTo>
                        <a:cubicBezTo>
                          <a:pt x="3946" y="1387"/>
                          <a:pt x="4049" y="1418"/>
                          <a:pt x="4128" y="1481"/>
                        </a:cubicBezTo>
                        <a:cubicBezTo>
                          <a:pt x="4254" y="1607"/>
                          <a:pt x="4254" y="1828"/>
                          <a:pt x="4128" y="2017"/>
                        </a:cubicBezTo>
                        <a:lnTo>
                          <a:pt x="2993" y="3151"/>
                        </a:lnTo>
                        <a:lnTo>
                          <a:pt x="4128" y="4317"/>
                        </a:lnTo>
                        <a:cubicBezTo>
                          <a:pt x="4254" y="4443"/>
                          <a:pt x="4254" y="4695"/>
                          <a:pt x="4128" y="4852"/>
                        </a:cubicBezTo>
                        <a:cubicBezTo>
                          <a:pt x="4064" y="4900"/>
                          <a:pt x="3978" y="4923"/>
                          <a:pt x="3887" y="4923"/>
                        </a:cubicBezTo>
                        <a:cubicBezTo>
                          <a:pt x="3797" y="4923"/>
                          <a:pt x="3702" y="4900"/>
                          <a:pt x="3623" y="4852"/>
                        </a:cubicBezTo>
                        <a:lnTo>
                          <a:pt x="2206" y="3435"/>
                        </a:lnTo>
                        <a:cubicBezTo>
                          <a:pt x="2080" y="3309"/>
                          <a:pt x="2080" y="3057"/>
                          <a:pt x="2206" y="2899"/>
                        </a:cubicBezTo>
                        <a:lnTo>
                          <a:pt x="3623" y="1481"/>
                        </a:lnTo>
                        <a:cubicBezTo>
                          <a:pt x="3671" y="1418"/>
                          <a:pt x="3757" y="1387"/>
                          <a:pt x="3852" y="1387"/>
                        </a:cubicBezTo>
                        <a:close/>
                        <a:moveTo>
                          <a:pt x="8070" y="1450"/>
                        </a:moveTo>
                        <a:cubicBezTo>
                          <a:pt x="8168" y="1450"/>
                          <a:pt x="8270" y="1481"/>
                          <a:pt x="8349" y="1544"/>
                        </a:cubicBezTo>
                        <a:lnTo>
                          <a:pt x="9767" y="2962"/>
                        </a:lnTo>
                        <a:cubicBezTo>
                          <a:pt x="9861" y="3025"/>
                          <a:pt x="9861" y="3246"/>
                          <a:pt x="9767" y="3435"/>
                        </a:cubicBezTo>
                        <a:lnTo>
                          <a:pt x="8349" y="4852"/>
                        </a:lnTo>
                        <a:cubicBezTo>
                          <a:pt x="8286" y="4900"/>
                          <a:pt x="8192" y="4923"/>
                          <a:pt x="8093" y="4923"/>
                        </a:cubicBezTo>
                        <a:cubicBezTo>
                          <a:pt x="7995" y="4923"/>
                          <a:pt x="7892" y="4900"/>
                          <a:pt x="7814" y="4852"/>
                        </a:cubicBezTo>
                        <a:cubicBezTo>
                          <a:pt x="7719" y="4726"/>
                          <a:pt x="7719" y="4474"/>
                          <a:pt x="7814" y="4317"/>
                        </a:cubicBezTo>
                        <a:lnTo>
                          <a:pt x="8979" y="3183"/>
                        </a:lnTo>
                        <a:lnTo>
                          <a:pt x="7814" y="2049"/>
                        </a:lnTo>
                        <a:cubicBezTo>
                          <a:pt x="7719" y="1923"/>
                          <a:pt x="7719" y="1702"/>
                          <a:pt x="7814" y="1544"/>
                        </a:cubicBezTo>
                        <a:cubicBezTo>
                          <a:pt x="7877" y="1481"/>
                          <a:pt x="7971" y="1450"/>
                          <a:pt x="8070" y="1450"/>
                        </a:cubicBezTo>
                        <a:close/>
                        <a:moveTo>
                          <a:pt x="6704" y="737"/>
                        </a:moveTo>
                        <a:cubicBezTo>
                          <a:pt x="6738" y="737"/>
                          <a:pt x="6773" y="744"/>
                          <a:pt x="6805" y="757"/>
                        </a:cubicBezTo>
                        <a:cubicBezTo>
                          <a:pt x="6994" y="788"/>
                          <a:pt x="7089" y="977"/>
                          <a:pt x="7057" y="1166"/>
                        </a:cubicBezTo>
                        <a:lnTo>
                          <a:pt x="5608" y="5388"/>
                        </a:lnTo>
                        <a:cubicBezTo>
                          <a:pt x="5553" y="5553"/>
                          <a:pt x="5402" y="5646"/>
                          <a:pt x="5260" y="5646"/>
                        </a:cubicBezTo>
                        <a:cubicBezTo>
                          <a:pt x="5239" y="5646"/>
                          <a:pt x="5219" y="5644"/>
                          <a:pt x="5199" y="5640"/>
                        </a:cubicBezTo>
                        <a:cubicBezTo>
                          <a:pt x="4978" y="5546"/>
                          <a:pt x="4915" y="5357"/>
                          <a:pt x="4947" y="5199"/>
                        </a:cubicBezTo>
                        <a:lnTo>
                          <a:pt x="6364" y="977"/>
                        </a:lnTo>
                        <a:cubicBezTo>
                          <a:pt x="6439" y="828"/>
                          <a:pt x="6573" y="737"/>
                          <a:pt x="6704" y="737"/>
                        </a:cubicBezTo>
                        <a:close/>
                        <a:moveTo>
                          <a:pt x="0" y="1"/>
                        </a:moveTo>
                        <a:lnTo>
                          <a:pt x="0" y="5987"/>
                        </a:lnTo>
                        <a:cubicBezTo>
                          <a:pt x="0" y="6585"/>
                          <a:pt x="473" y="7058"/>
                          <a:pt x="1040" y="7058"/>
                        </a:cubicBezTo>
                        <a:lnTo>
                          <a:pt x="10933" y="7058"/>
                        </a:lnTo>
                        <a:cubicBezTo>
                          <a:pt x="11531" y="7058"/>
                          <a:pt x="12004" y="6585"/>
                          <a:pt x="12004" y="5987"/>
                        </a:cubicBezTo>
                        <a:lnTo>
                          <a:pt x="1200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74" name="Google Shape;1374;p29"/>
                <p:cNvGrpSpPr/>
                <p:nvPr/>
              </p:nvGrpSpPr>
              <p:grpSpPr>
                <a:xfrm>
                  <a:off x="2256875" y="1924050"/>
                  <a:ext cx="168000" cy="2019851"/>
                  <a:chOff x="5168141" y="1638300"/>
                  <a:chExt cx="168000" cy="2019851"/>
                </a:xfrm>
              </p:grpSpPr>
              <p:sp>
                <p:nvSpPr>
                  <p:cNvPr id="1375" name="Google Shape;1375;p29"/>
                  <p:cNvSpPr/>
                  <p:nvPr/>
                </p:nvSpPr>
                <p:spPr>
                  <a:xfrm>
                    <a:off x="5168141" y="1638300"/>
                    <a:ext cx="168000" cy="20196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6" name="Google Shape;1376;p29"/>
                  <p:cNvSpPr/>
                  <p:nvPr/>
                </p:nvSpPr>
                <p:spPr>
                  <a:xfrm>
                    <a:off x="5168141" y="1894751"/>
                    <a:ext cx="168000" cy="1763400"/>
                  </a:xfrm>
                  <a:prstGeom prst="rect">
                    <a:avLst/>
                  </a:prstGeom>
                  <a:solidFill>
                    <a:schemeClr val="accen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77" name="Google Shape;1377;p29"/>
              <p:cNvGrpSpPr/>
              <p:nvPr/>
            </p:nvGrpSpPr>
            <p:grpSpPr>
              <a:xfrm>
                <a:off x="2671794" y="1924050"/>
                <a:ext cx="329395" cy="2519784"/>
                <a:chOff x="2976594" y="1924050"/>
                <a:chExt cx="329395" cy="2519784"/>
              </a:xfrm>
            </p:grpSpPr>
            <p:grpSp>
              <p:nvGrpSpPr>
                <p:cNvPr id="1378" name="Google Shape;1378;p29"/>
                <p:cNvGrpSpPr/>
                <p:nvPr/>
              </p:nvGrpSpPr>
              <p:grpSpPr>
                <a:xfrm>
                  <a:off x="2976594" y="4115288"/>
                  <a:ext cx="329395" cy="328547"/>
                  <a:chOff x="-50504575" y="3550975"/>
                  <a:chExt cx="300900" cy="300125"/>
                </a:xfrm>
              </p:grpSpPr>
              <p:sp>
                <p:nvSpPr>
                  <p:cNvPr id="1379" name="Google Shape;1379;p29"/>
                  <p:cNvSpPr/>
                  <p:nvPr/>
                </p:nvSpPr>
                <p:spPr>
                  <a:xfrm>
                    <a:off x="-50504575" y="3550975"/>
                    <a:ext cx="300900" cy="176475"/>
                  </a:xfrm>
                  <a:custGeom>
                    <a:rect b="b" l="l" r="r" t="t"/>
                    <a:pathLst>
                      <a:path extrusionOk="0" h="7059" w="12036">
                        <a:moveTo>
                          <a:pt x="1072" y="1"/>
                        </a:moveTo>
                        <a:cubicBezTo>
                          <a:pt x="473" y="1"/>
                          <a:pt x="1" y="474"/>
                          <a:pt x="1" y="1072"/>
                        </a:cubicBezTo>
                        <a:cubicBezTo>
                          <a:pt x="1" y="1671"/>
                          <a:pt x="473" y="2143"/>
                          <a:pt x="1072" y="2143"/>
                        </a:cubicBezTo>
                        <a:cubicBezTo>
                          <a:pt x="1545" y="2143"/>
                          <a:pt x="1891" y="1828"/>
                          <a:pt x="2049" y="1419"/>
                        </a:cubicBezTo>
                        <a:lnTo>
                          <a:pt x="3592" y="1419"/>
                        </a:lnTo>
                        <a:cubicBezTo>
                          <a:pt x="2364" y="2175"/>
                          <a:pt x="1576" y="3467"/>
                          <a:pt x="1450" y="4916"/>
                        </a:cubicBezTo>
                        <a:lnTo>
                          <a:pt x="1072" y="4916"/>
                        </a:lnTo>
                        <a:cubicBezTo>
                          <a:pt x="883" y="4916"/>
                          <a:pt x="726" y="5073"/>
                          <a:pt x="726" y="5294"/>
                        </a:cubicBezTo>
                        <a:lnTo>
                          <a:pt x="726" y="6712"/>
                        </a:lnTo>
                        <a:cubicBezTo>
                          <a:pt x="726" y="6901"/>
                          <a:pt x="883" y="7058"/>
                          <a:pt x="1072" y="7058"/>
                        </a:cubicBezTo>
                        <a:lnTo>
                          <a:pt x="2490" y="7058"/>
                        </a:lnTo>
                        <a:cubicBezTo>
                          <a:pt x="2679" y="7058"/>
                          <a:pt x="2836" y="6901"/>
                          <a:pt x="2836" y="6712"/>
                        </a:cubicBezTo>
                        <a:lnTo>
                          <a:pt x="2836" y="5294"/>
                        </a:lnTo>
                        <a:cubicBezTo>
                          <a:pt x="2836" y="5073"/>
                          <a:pt x="2679" y="4916"/>
                          <a:pt x="2490" y="4916"/>
                        </a:cubicBezTo>
                        <a:lnTo>
                          <a:pt x="2175" y="4916"/>
                        </a:lnTo>
                        <a:cubicBezTo>
                          <a:pt x="2332" y="3309"/>
                          <a:pt x="3435" y="2017"/>
                          <a:pt x="4979" y="1576"/>
                        </a:cubicBezTo>
                        <a:lnTo>
                          <a:pt x="4979" y="1765"/>
                        </a:lnTo>
                        <a:cubicBezTo>
                          <a:pt x="4979" y="1986"/>
                          <a:pt x="5136" y="2143"/>
                          <a:pt x="5325" y="2143"/>
                        </a:cubicBezTo>
                        <a:lnTo>
                          <a:pt x="6743" y="2143"/>
                        </a:lnTo>
                        <a:cubicBezTo>
                          <a:pt x="6932" y="2143"/>
                          <a:pt x="7090" y="1986"/>
                          <a:pt x="7090" y="1765"/>
                        </a:cubicBezTo>
                        <a:lnTo>
                          <a:pt x="7090" y="1576"/>
                        </a:lnTo>
                        <a:cubicBezTo>
                          <a:pt x="8633" y="2017"/>
                          <a:pt x="9736" y="3340"/>
                          <a:pt x="9893" y="4916"/>
                        </a:cubicBezTo>
                        <a:lnTo>
                          <a:pt x="9578" y="4916"/>
                        </a:lnTo>
                        <a:cubicBezTo>
                          <a:pt x="9389" y="4916"/>
                          <a:pt x="9232" y="5073"/>
                          <a:pt x="9232" y="5294"/>
                        </a:cubicBezTo>
                        <a:lnTo>
                          <a:pt x="9232" y="6712"/>
                        </a:lnTo>
                        <a:cubicBezTo>
                          <a:pt x="9232" y="6901"/>
                          <a:pt x="9389" y="7058"/>
                          <a:pt x="9578" y="7058"/>
                        </a:cubicBezTo>
                        <a:lnTo>
                          <a:pt x="10996" y="7058"/>
                        </a:lnTo>
                        <a:cubicBezTo>
                          <a:pt x="11185" y="7058"/>
                          <a:pt x="11343" y="6901"/>
                          <a:pt x="11343" y="6712"/>
                        </a:cubicBezTo>
                        <a:lnTo>
                          <a:pt x="11343" y="5294"/>
                        </a:lnTo>
                        <a:cubicBezTo>
                          <a:pt x="11343" y="5073"/>
                          <a:pt x="11185" y="4916"/>
                          <a:pt x="10996" y="4916"/>
                        </a:cubicBezTo>
                        <a:lnTo>
                          <a:pt x="10587" y="4916"/>
                        </a:lnTo>
                        <a:cubicBezTo>
                          <a:pt x="10492" y="3467"/>
                          <a:pt x="9704" y="2175"/>
                          <a:pt x="8476" y="1419"/>
                        </a:cubicBezTo>
                        <a:lnTo>
                          <a:pt x="10020" y="1419"/>
                        </a:lnTo>
                        <a:cubicBezTo>
                          <a:pt x="10146" y="1860"/>
                          <a:pt x="10555" y="2143"/>
                          <a:pt x="10996" y="2143"/>
                        </a:cubicBezTo>
                        <a:cubicBezTo>
                          <a:pt x="11563" y="2143"/>
                          <a:pt x="12036" y="1671"/>
                          <a:pt x="12036" y="1072"/>
                        </a:cubicBezTo>
                        <a:cubicBezTo>
                          <a:pt x="12036" y="474"/>
                          <a:pt x="11563" y="1"/>
                          <a:pt x="10996" y="1"/>
                        </a:cubicBezTo>
                        <a:cubicBezTo>
                          <a:pt x="10524" y="1"/>
                          <a:pt x="10146" y="285"/>
                          <a:pt x="9988" y="726"/>
                        </a:cubicBezTo>
                        <a:lnTo>
                          <a:pt x="7090" y="726"/>
                        </a:lnTo>
                        <a:lnTo>
                          <a:pt x="7090" y="379"/>
                        </a:lnTo>
                        <a:cubicBezTo>
                          <a:pt x="7090" y="159"/>
                          <a:pt x="6932" y="1"/>
                          <a:pt x="6743" y="1"/>
                        </a:cubicBezTo>
                        <a:lnTo>
                          <a:pt x="5325" y="1"/>
                        </a:lnTo>
                        <a:cubicBezTo>
                          <a:pt x="5105" y="1"/>
                          <a:pt x="4979" y="159"/>
                          <a:pt x="4979" y="379"/>
                        </a:cubicBezTo>
                        <a:lnTo>
                          <a:pt x="4979" y="726"/>
                        </a:lnTo>
                        <a:lnTo>
                          <a:pt x="2049" y="726"/>
                        </a:lnTo>
                        <a:cubicBezTo>
                          <a:pt x="1891" y="316"/>
                          <a:pt x="1545" y="1"/>
                          <a:pt x="107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0" name="Google Shape;1380;p29"/>
                  <p:cNvSpPr/>
                  <p:nvPr/>
                </p:nvSpPr>
                <p:spPr>
                  <a:xfrm>
                    <a:off x="-50432100" y="3622650"/>
                    <a:ext cx="157550" cy="175675"/>
                  </a:xfrm>
                  <a:custGeom>
                    <a:rect b="b" l="l" r="r" t="t"/>
                    <a:pathLst>
                      <a:path extrusionOk="0" h="7027" w="6302">
                        <a:moveTo>
                          <a:pt x="3182" y="1"/>
                        </a:moveTo>
                        <a:cubicBezTo>
                          <a:pt x="3064" y="1"/>
                          <a:pt x="2946" y="64"/>
                          <a:pt x="2899" y="190"/>
                        </a:cubicBezTo>
                        <a:lnTo>
                          <a:pt x="95" y="5105"/>
                        </a:lnTo>
                        <a:cubicBezTo>
                          <a:pt x="0" y="5231"/>
                          <a:pt x="0" y="5357"/>
                          <a:pt x="95" y="5451"/>
                        </a:cubicBezTo>
                        <a:lnTo>
                          <a:pt x="1103" y="7026"/>
                        </a:lnTo>
                        <a:lnTo>
                          <a:pt x="2804" y="7026"/>
                        </a:lnTo>
                        <a:lnTo>
                          <a:pt x="2804" y="5577"/>
                        </a:lnTo>
                        <a:cubicBezTo>
                          <a:pt x="2426" y="5420"/>
                          <a:pt x="2111" y="5010"/>
                          <a:pt x="2111" y="4569"/>
                        </a:cubicBezTo>
                        <a:cubicBezTo>
                          <a:pt x="2111" y="4002"/>
                          <a:pt x="2584" y="3529"/>
                          <a:pt x="3151" y="3529"/>
                        </a:cubicBezTo>
                        <a:cubicBezTo>
                          <a:pt x="3749" y="3529"/>
                          <a:pt x="4222" y="4002"/>
                          <a:pt x="4222" y="4569"/>
                        </a:cubicBezTo>
                        <a:cubicBezTo>
                          <a:pt x="4222" y="5042"/>
                          <a:pt x="3939" y="5420"/>
                          <a:pt x="3529" y="5577"/>
                        </a:cubicBezTo>
                        <a:lnTo>
                          <a:pt x="3529" y="7026"/>
                        </a:lnTo>
                        <a:lnTo>
                          <a:pt x="5199" y="7026"/>
                        </a:lnTo>
                        <a:lnTo>
                          <a:pt x="6238" y="5451"/>
                        </a:lnTo>
                        <a:cubicBezTo>
                          <a:pt x="6301" y="5325"/>
                          <a:pt x="6301" y="5199"/>
                          <a:pt x="6238" y="5105"/>
                        </a:cubicBezTo>
                        <a:lnTo>
                          <a:pt x="3466" y="190"/>
                        </a:lnTo>
                        <a:cubicBezTo>
                          <a:pt x="3419" y="64"/>
                          <a:pt x="3301" y="1"/>
                          <a:pt x="318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1" name="Google Shape;1381;p29"/>
                  <p:cNvSpPr/>
                  <p:nvPr/>
                </p:nvSpPr>
                <p:spPr>
                  <a:xfrm>
                    <a:off x="-50414775" y="3815625"/>
                    <a:ext cx="122900" cy="35475"/>
                  </a:xfrm>
                  <a:custGeom>
                    <a:rect b="b" l="l" r="r" t="t"/>
                    <a:pathLst>
                      <a:path extrusionOk="0" h="1419" w="4916">
                        <a:moveTo>
                          <a:pt x="347" y="1"/>
                        </a:moveTo>
                        <a:cubicBezTo>
                          <a:pt x="158" y="1"/>
                          <a:pt x="0" y="158"/>
                          <a:pt x="0" y="379"/>
                        </a:cubicBezTo>
                        <a:lnTo>
                          <a:pt x="0" y="1072"/>
                        </a:lnTo>
                        <a:cubicBezTo>
                          <a:pt x="0" y="1261"/>
                          <a:pt x="158" y="1418"/>
                          <a:pt x="347" y="1418"/>
                        </a:cubicBezTo>
                        <a:lnTo>
                          <a:pt x="4569" y="1418"/>
                        </a:lnTo>
                        <a:cubicBezTo>
                          <a:pt x="4758" y="1418"/>
                          <a:pt x="4915" y="1261"/>
                          <a:pt x="4915" y="1072"/>
                        </a:cubicBezTo>
                        <a:lnTo>
                          <a:pt x="4915" y="379"/>
                        </a:lnTo>
                        <a:cubicBezTo>
                          <a:pt x="4915" y="190"/>
                          <a:pt x="4758" y="1"/>
                          <a:pt x="456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2" name="Google Shape;1382;p29"/>
                  <p:cNvSpPr/>
                  <p:nvPr/>
                </p:nvSpPr>
                <p:spPr>
                  <a:xfrm>
                    <a:off x="-50362000" y="3727425"/>
                    <a:ext cx="18125" cy="17350"/>
                  </a:xfrm>
                  <a:custGeom>
                    <a:rect b="b" l="l" r="r" t="t"/>
                    <a:pathLst>
                      <a:path extrusionOk="0" h="694" w="725">
                        <a:moveTo>
                          <a:pt x="347" y="0"/>
                        </a:moveTo>
                        <a:cubicBezTo>
                          <a:pt x="158" y="0"/>
                          <a:pt x="0" y="158"/>
                          <a:pt x="0" y="347"/>
                        </a:cubicBezTo>
                        <a:cubicBezTo>
                          <a:pt x="0" y="536"/>
                          <a:pt x="158" y="693"/>
                          <a:pt x="347" y="693"/>
                        </a:cubicBezTo>
                        <a:cubicBezTo>
                          <a:pt x="567" y="693"/>
                          <a:pt x="725" y="536"/>
                          <a:pt x="725" y="347"/>
                        </a:cubicBezTo>
                        <a:cubicBezTo>
                          <a:pt x="725" y="158"/>
                          <a:pt x="567" y="0"/>
                          <a:pt x="34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83" name="Google Shape;1383;p29"/>
                <p:cNvGrpSpPr/>
                <p:nvPr/>
              </p:nvGrpSpPr>
              <p:grpSpPr>
                <a:xfrm>
                  <a:off x="3057288" y="1924050"/>
                  <a:ext cx="168000" cy="2019848"/>
                  <a:chOff x="5790191" y="1638300"/>
                  <a:chExt cx="168000" cy="2019848"/>
                </a:xfrm>
              </p:grpSpPr>
              <p:sp>
                <p:nvSpPr>
                  <p:cNvPr id="1384" name="Google Shape;1384;p29"/>
                  <p:cNvSpPr/>
                  <p:nvPr/>
                </p:nvSpPr>
                <p:spPr>
                  <a:xfrm>
                    <a:off x="5790191" y="1638300"/>
                    <a:ext cx="168000" cy="20196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5" name="Google Shape;1385;p29"/>
                  <p:cNvSpPr/>
                  <p:nvPr/>
                </p:nvSpPr>
                <p:spPr>
                  <a:xfrm>
                    <a:off x="5790191" y="2701748"/>
                    <a:ext cx="168000" cy="956400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386" name="Google Shape;1386;p29"/>
              <p:cNvGrpSpPr/>
              <p:nvPr/>
            </p:nvGrpSpPr>
            <p:grpSpPr>
              <a:xfrm>
                <a:off x="3319732" y="1924050"/>
                <a:ext cx="285460" cy="2517426"/>
                <a:chOff x="3776932" y="1924050"/>
                <a:chExt cx="285460" cy="2517426"/>
              </a:xfrm>
            </p:grpSpPr>
            <p:grpSp>
              <p:nvGrpSpPr>
                <p:cNvPr id="1387" name="Google Shape;1387;p29"/>
                <p:cNvGrpSpPr/>
                <p:nvPr/>
              </p:nvGrpSpPr>
              <p:grpSpPr>
                <a:xfrm>
                  <a:off x="3776932" y="4117694"/>
                  <a:ext cx="285460" cy="323783"/>
                  <a:chOff x="-45286550" y="3569900"/>
                  <a:chExt cx="263875" cy="299300"/>
                </a:xfrm>
              </p:grpSpPr>
              <p:sp>
                <p:nvSpPr>
                  <p:cNvPr id="1388" name="Google Shape;1388;p29"/>
                  <p:cNvSpPr/>
                  <p:nvPr/>
                </p:nvSpPr>
                <p:spPr>
                  <a:xfrm>
                    <a:off x="-45234575" y="3728200"/>
                    <a:ext cx="18150" cy="18150"/>
                  </a:xfrm>
                  <a:custGeom>
                    <a:rect b="b" l="l" r="r" t="t"/>
                    <a:pathLst>
                      <a:path extrusionOk="0" h="726" w="726">
                        <a:moveTo>
                          <a:pt x="1" y="1"/>
                        </a:moveTo>
                        <a:lnTo>
                          <a:pt x="1" y="725"/>
                        </a:lnTo>
                        <a:lnTo>
                          <a:pt x="347" y="725"/>
                        </a:lnTo>
                        <a:cubicBezTo>
                          <a:pt x="568" y="725"/>
                          <a:pt x="725" y="568"/>
                          <a:pt x="725" y="379"/>
                        </a:cubicBezTo>
                        <a:cubicBezTo>
                          <a:pt x="725" y="127"/>
                          <a:pt x="568" y="1"/>
                          <a:pt x="34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9" name="Google Shape;1389;p29"/>
                  <p:cNvSpPr/>
                  <p:nvPr/>
                </p:nvSpPr>
                <p:spPr>
                  <a:xfrm>
                    <a:off x="-45286550" y="3692750"/>
                    <a:ext cx="263875" cy="122900"/>
                  </a:xfrm>
                  <a:custGeom>
                    <a:rect b="b" l="l" r="r" t="t"/>
                    <a:pathLst>
                      <a:path extrusionOk="0" h="4916" w="10555">
                        <a:moveTo>
                          <a:pt x="2458" y="725"/>
                        </a:moveTo>
                        <a:cubicBezTo>
                          <a:pt x="3025" y="725"/>
                          <a:pt x="3497" y="1198"/>
                          <a:pt x="3497" y="1765"/>
                        </a:cubicBezTo>
                        <a:cubicBezTo>
                          <a:pt x="3497" y="2364"/>
                          <a:pt x="3025" y="2805"/>
                          <a:pt x="2426" y="2805"/>
                        </a:cubicBezTo>
                        <a:lnTo>
                          <a:pt x="2080" y="2805"/>
                        </a:lnTo>
                        <a:lnTo>
                          <a:pt x="2080" y="3876"/>
                        </a:lnTo>
                        <a:cubicBezTo>
                          <a:pt x="2080" y="4065"/>
                          <a:pt x="1922" y="4222"/>
                          <a:pt x="1733" y="4222"/>
                        </a:cubicBezTo>
                        <a:cubicBezTo>
                          <a:pt x="1544" y="4222"/>
                          <a:pt x="1387" y="4065"/>
                          <a:pt x="1387" y="3876"/>
                        </a:cubicBezTo>
                        <a:lnTo>
                          <a:pt x="1387" y="1072"/>
                        </a:lnTo>
                        <a:cubicBezTo>
                          <a:pt x="1387" y="883"/>
                          <a:pt x="1544" y="725"/>
                          <a:pt x="1733" y="725"/>
                        </a:cubicBezTo>
                        <a:close/>
                        <a:moveTo>
                          <a:pt x="5262" y="694"/>
                        </a:moveTo>
                        <a:cubicBezTo>
                          <a:pt x="5860" y="694"/>
                          <a:pt x="6333" y="1167"/>
                          <a:pt x="6333" y="1734"/>
                        </a:cubicBezTo>
                        <a:cubicBezTo>
                          <a:pt x="6333" y="1954"/>
                          <a:pt x="6175" y="2112"/>
                          <a:pt x="5986" y="2112"/>
                        </a:cubicBezTo>
                        <a:cubicBezTo>
                          <a:pt x="5797" y="2112"/>
                          <a:pt x="5640" y="1954"/>
                          <a:pt x="5640" y="1734"/>
                        </a:cubicBezTo>
                        <a:cubicBezTo>
                          <a:pt x="5640" y="1545"/>
                          <a:pt x="5482" y="1387"/>
                          <a:pt x="5262" y="1387"/>
                        </a:cubicBezTo>
                        <a:cubicBezTo>
                          <a:pt x="5073" y="1387"/>
                          <a:pt x="4915" y="1545"/>
                          <a:pt x="4915" y="1734"/>
                        </a:cubicBezTo>
                        <a:cubicBezTo>
                          <a:pt x="4915" y="1954"/>
                          <a:pt x="5073" y="2112"/>
                          <a:pt x="5262" y="2112"/>
                        </a:cubicBezTo>
                        <a:cubicBezTo>
                          <a:pt x="5860" y="2112"/>
                          <a:pt x="6333" y="2553"/>
                          <a:pt x="6333" y="3151"/>
                        </a:cubicBezTo>
                        <a:cubicBezTo>
                          <a:pt x="6333" y="3750"/>
                          <a:pt x="5860" y="4222"/>
                          <a:pt x="5262" y="4222"/>
                        </a:cubicBezTo>
                        <a:cubicBezTo>
                          <a:pt x="4695" y="4222"/>
                          <a:pt x="4222" y="3750"/>
                          <a:pt x="4222" y="3151"/>
                        </a:cubicBezTo>
                        <a:cubicBezTo>
                          <a:pt x="4222" y="2962"/>
                          <a:pt x="4379" y="2805"/>
                          <a:pt x="4569" y="2805"/>
                        </a:cubicBezTo>
                        <a:cubicBezTo>
                          <a:pt x="4758" y="2805"/>
                          <a:pt x="4915" y="2962"/>
                          <a:pt x="4915" y="3151"/>
                        </a:cubicBezTo>
                        <a:cubicBezTo>
                          <a:pt x="4915" y="3340"/>
                          <a:pt x="5073" y="3498"/>
                          <a:pt x="5262" y="3498"/>
                        </a:cubicBezTo>
                        <a:cubicBezTo>
                          <a:pt x="5482" y="3498"/>
                          <a:pt x="5640" y="3340"/>
                          <a:pt x="5640" y="3151"/>
                        </a:cubicBezTo>
                        <a:cubicBezTo>
                          <a:pt x="5640" y="2962"/>
                          <a:pt x="5482" y="2805"/>
                          <a:pt x="5262" y="2805"/>
                        </a:cubicBezTo>
                        <a:cubicBezTo>
                          <a:pt x="4695" y="2805"/>
                          <a:pt x="4222" y="2332"/>
                          <a:pt x="4222" y="1734"/>
                        </a:cubicBezTo>
                        <a:cubicBezTo>
                          <a:pt x="4222" y="1167"/>
                          <a:pt x="4695" y="694"/>
                          <a:pt x="5262" y="694"/>
                        </a:cubicBezTo>
                        <a:close/>
                        <a:moveTo>
                          <a:pt x="8066" y="725"/>
                        </a:moveTo>
                        <a:cubicBezTo>
                          <a:pt x="8664" y="725"/>
                          <a:pt x="9137" y="1198"/>
                          <a:pt x="9137" y="1765"/>
                        </a:cubicBezTo>
                        <a:lnTo>
                          <a:pt x="9137" y="3151"/>
                        </a:lnTo>
                        <a:cubicBezTo>
                          <a:pt x="9137" y="3750"/>
                          <a:pt x="8664" y="4222"/>
                          <a:pt x="8066" y="4222"/>
                        </a:cubicBezTo>
                        <a:lnTo>
                          <a:pt x="7372" y="4222"/>
                        </a:lnTo>
                        <a:cubicBezTo>
                          <a:pt x="7152" y="4222"/>
                          <a:pt x="6994" y="4065"/>
                          <a:pt x="6994" y="3876"/>
                        </a:cubicBezTo>
                        <a:lnTo>
                          <a:pt x="6994" y="1072"/>
                        </a:lnTo>
                        <a:cubicBezTo>
                          <a:pt x="6994" y="883"/>
                          <a:pt x="7152" y="725"/>
                          <a:pt x="7372" y="725"/>
                        </a:cubicBezTo>
                        <a:close/>
                        <a:moveTo>
                          <a:pt x="347" y="1"/>
                        </a:moveTo>
                        <a:cubicBezTo>
                          <a:pt x="158" y="1"/>
                          <a:pt x="0" y="158"/>
                          <a:pt x="0" y="347"/>
                        </a:cubicBezTo>
                        <a:lnTo>
                          <a:pt x="0" y="4569"/>
                        </a:lnTo>
                        <a:cubicBezTo>
                          <a:pt x="0" y="4758"/>
                          <a:pt x="158" y="4916"/>
                          <a:pt x="347" y="4916"/>
                        </a:cubicBezTo>
                        <a:lnTo>
                          <a:pt x="10208" y="4916"/>
                        </a:lnTo>
                        <a:cubicBezTo>
                          <a:pt x="10397" y="4916"/>
                          <a:pt x="10554" y="4758"/>
                          <a:pt x="10554" y="4569"/>
                        </a:cubicBezTo>
                        <a:lnTo>
                          <a:pt x="10554" y="347"/>
                        </a:lnTo>
                        <a:cubicBezTo>
                          <a:pt x="10554" y="158"/>
                          <a:pt x="10397" y="1"/>
                          <a:pt x="10208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0" name="Google Shape;1390;p29"/>
                  <p:cNvSpPr/>
                  <p:nvPr/>
                </p:nvSpPr>
                <p:spPr>
                  <a:xfrm>
                    <a:off x="-45093575" y="3728200"/>
                    <a:ext cx="17325" cy="53575"/>
                  </a:xfrm>
                  <a:custGeom>
                    <a:rect b="b" l="l" r="r" t="t"/>
                    <a:pathLst>
                      <a:path extrusionOk="0" h="2143" w="693">
                        <a:moveTo>
                          <a:pt x="0" y="1"/>
                        </a:moveTo>
                        <a:lnTo>
                          <a:pt x="0" y="2143"/>
                        </a:lnTo>
                        <a:lnTo>
                          <a:pt x="347" y="2143"/>
                        </a:lnTo>
                        <a:cubicBezTo>
                          <a:pt x="536" y="2143"/>
                          <a:pt x="693" y="1985"/>
                          <a:pt x="693" y="1796"/>
                        </a:cubicBezTo>
                        <a:lnTo>
                          <a:pt x="693" y="347"/>
                        </a:lnTo>
                        <a:cubicBezTo>
                          <a:pt x="693" y="127"/>
                          <a:pt x="536" y="1"/>
                          <a:pt x="347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1" name="Google Shape;1391;p29"/>
                  <p:cNvSpPr/>
                  <p:nvPr/>
                </p:nvSpPr>
                <p:spPr>
                  <a:xfrm>
                    <a:off x="-45268450" y="3569900"/>
                    <a:ext cx="228450" cy="106350"/>
                  </a:xfrm>
                  <a:custGeom>
                    <a:rect b="b" l="l" r="r" t="t"/>
                    <a:pathLst>
                      <a:path extrusionOk="0" h="4254" w="9138">
                        <a:moveTo>
                          <a:pt x="347" y="0"/>
                        </a:moveTo>
                        <a:cubicBezTo>
                          <a:pt x="158" y="0"/>
                          <a:pt x="1" y="158"/>
                          <a:pt x="1" y="347"/>
                        </a:cubicBezTo>
                        <a:lnTo>
                          <a:pt x="1" y="4253"/>
                        </a:lnTo>
                        <a:lnTo>
                          <a:pt x="9137" y="4253"/>
                        </a:lnTo>
                        <a:lnTo>
                          <a:pt x="9137" y="2804"/>
                        </a:lnTo>
                        <a:lnTo>
                          <a:pt x="6680" y="2804"/>
                        </a:lnTo>
                        <a:cubicBezTo>
                          <a:pt x="6491" y="2804"/>
                          <a:pt x="6333" y="2647"/>
                          <a:pt x="6333" y="2457"/>
                        </a:cubicBezTo>
                        <a:lnTo>
                          <a:pt x="633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2" name="Google Shape;1392;p29"/>
                  <p:cNvSpPr/>
                  <p:nvPr/>
                </p:nvSpPr>
                <p:spPr>
                  <a:xfrm>
                    <a:off x="-45093575" y="3574625"/>
                    <a:ext cx="47275" cy="47275"/>
                  </a:xfrm>
                  <a:custGeom>
                    <a:rect b="b" l="l" r="r" t="t"/>
                    <a:pathLst>
                      <a:path extrusionOk="0" h="1891" w="1891">
                        <a:moveTo>
                          <a:pt x="0" y="0"/>
                        </a:moveTo>
                        <a:lnTo>
                          <a:pt x="0" y="1890"/>
                        </a:lnTo>
                        <a:lnTo>
                          <a:pt x="1890" y="18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3" name="Google Shape;1393;p29"/>
                  <p:cNvSpPr/>
                  <p:nvPr/>
                </p:nvSpPr>
                <p:spPr>
                  <a:xfrm>
                    <a:off x="-45269225" y="3833750"/>
                    <a:ext cx="228425" cy="35450"/>
                  </a:xfrm>
                  <a:custGeom>
                    <a:rect b="b" l="l" r="r" t="t"/>
                    <a:pathLst>
                      <a:path extrusionOk="0" h="1418" w="9137">
                        <a:moveTo>
                          <a:pt x="0" y="0"/>
                        </a:moveTo>
                        <a:lnTo>
                          <a:pt x="0" y="1071"/>
                        </a:lnTo>
                        <a:cubicBezTo>
                          <a:pt x="0" y="1260"/>
                          <a:pt x="158" y="1418"/>
                          <a:pt x="378" y="1418"/>
                        </a:cubicBezTo>
                        <a:lnTo>
                          <a:pt x="8790" y="1418"/>
                        </a:lnTo>
                        <a:cubicBezTo>
                          <a:pt x="8979" y="1418"/>
                          <a:pt x="9137" y="1260"/>
                          <a:pt x="9137" y="1071"/>
                        </a:cubicBezTo>
                        <a:lnTo>
                          <a:pt x="913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394" name="Google Shape;1394;p29"/>
                <p:cNvGrpSpPr/>
                <p:nvPr/>
              </p:nvGrpSpPr>
              <p:grpSpPr>
                <a:xfrm>
                  <a:off x="3835662" y="1924050"/>
                  <a:ext cx="168011" cy="2019817"/>
                  <a:chOff x="6327388" y="1638300"/>
                  <a:chExt cx="168011" cy="2019817"/>
                </a:xfrm>
              </p:grpSpPr>
              <p:sp>
                <p:nvSpPr>
                  <p:cNvPr id="1395" name="Google Shape;1395;p29"/>
                  <p:cNvSpPr/>
                  <p:nvPr/>
                </p:nvSpPr>
                <p:spPr>
                  <a:xfrm>
                    <a:off x="6327388" y="1638300"/>
                    <a:ext cx="168000" cy="20196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96" name="Google Shape;1396;p29"/>
                  <p:cNvSpPr/>
                  <p:nvPr/>
                </p:nvSpPr>
                <p:spPr>
                  <a:xfrm>
                    <a:off x="6327399" y="1691917"/>
                    <a:ext cx="168000" cy="1966200"/>
                  </a:xfrm>
                  <a:prstGeom prst="rect">
                    <a:avLst/>
                  </a:prstGeom>
                  <a:solidFill>
                    <a:schemeClr val="lt2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1397" name="Google Shape;1397;p29"/>
            <p:cNvGrpSpPr/>
            <p:nvPr/>
          </p:nvGrpSpPr>
          <p:grpSpPr>
            <a:xfrm>
              <a:off x="3735008" y="1100100"/>
              <a:ext cx="2208600" cy="507300"/>
              <a:chOff x="1430100" y="1100100"/>
              <a:chExt cx="2208600" cy="507300"/>
            </a:xfrm>
          </p:grpSpPr>
          <p:sp>
            <p:nvSpPr>
              <p:cNvPr id="1398" name="Google Shape;1398;p29"/>
              <p:cNvSpPr txBox="1"/>
              <p:nvPr/>
            </p:nvSpPr>
            <p:spPr>
              <a:xfrm>
                <a:off x="1430106" y="1100100"/>
                <a:ext cx="12759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SKILLS</a:t>
                </a:r>
                <a:endParaRPr b="1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cxnSp>
            <p:nvCxnSpPr>
              <p:cNvPr id="1399" name="Google Shape;1399;p29"/>
              <p:cNvCxnSpPr/>
              <p:nvPr/>
            </p:nvCxnSpPr>
            <p:spPr>
              <a:xfrm>
                <a:off x="1430100" y="1504950"/>
                <a:ext cx="2208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00" name="Google Shape;1400;p29"/>
          <p:cNvGrpSpPr/>
          <p:nvPr/>
        </p:nvGrpSpPr>
        <p:grpSpPr>
          <a:xfrm>
            <a:off x="6320037" y="1100100"/>
            <a:ext cx="2289370" cy="3319575"/>
            <a:chOff x="6397438" y="1100100"/>
            <a:chExt cx="2289370" cy="3319575"/>
          </a:xfrm>
        </p:grpSpPr>
        <p:grpSp>
          <p:nvGrpSpPr>
            <p:cNvPr id="1401" name="Google Shape;1401;p29"/>
            <p:cNvGrpSpPr/>
            <p:nvPr/>
          </p:nvGrpSpPr>
          <p:grpSpPr>
            <a:xfrm>
              <a:off x="6397438" y="1924050"/>
              <a:ext cx="2289363" cy="114306"/>
              <a:chOff x="3200400" y="2130725"/>
              <a:chExt cx="2289363" cy="114306"/>
            </a:xfrm>
          </p:grpSpPr>
          <p:sp>
            <p:nvSpPr>
              <p:cNvPr id="1402" name="Google Shape;1402;p29"/>
              <p:cNvSpPr/>
              <p:nvPr/>
            </p:nvSpPr>
            <p:spPr>
              <a:xfrm>
                <a:off x="4191763" y="2130731"/>
                <a:ext cx="114300" cy="114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9"/>
              <p:cNvSpPr/>
              <p:nvPr/>
            </p:nvSpPr>
            <p:spPr>
              <a:xfrm>
                <a:off x="4360863" y="2130731"/>
                <a:ext cx="114300" cy="114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9"/>
              <p:cNvSpPr/>
              <p:nvPr/>
            </p:nvSpPr>
            <p:spPr>
              <a:xfrm>
                <a:off x="4529963" y="2130731"/>
                <a:ext cx="114300" cy="114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9"/>
              <p:cNvSpPr/>
              <p:nvPr/>
            </p:nvSpPr>
            <p:spPr>
              <a:xfrm>
                <a:off x="4699063" y="2130731"/>
                <a:ext cx="114300" cy="1143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29"/>
              <p:cNvSpPr/>
              <p:nvPr/>
            </p:nvSpPr>
            <p:spPr>
              <a:xfrm>
                <a:off x="4868163" y="2130731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29"/>
              <p:cNvSpPr/>
              <p:nvPr/>
            </p:nvSpPr>
            <p:spPr>
              <a:xfrm>
                <a:off x="5037263" y="2130731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9"/>
              <p:cNvSpPr/>
              <p:nvPr/>
            </p:nvSpPr>
            <p:spPr>
              <a:xfrm>
                <a:off x="5206363" y="2130731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9"/>
              <p:cNvSpPr/>
              <p:nvPr/>
            </p:nvSpPr>
            <p:spPr>
              <a:xfrm>
                <a:off x="5375463" y="2130731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9"/>
              <p:cNvSpPr txBox="1"/>
              <p:nvPr/>
            </p:nvSpPr>
            <p:spPr>
              <a:xfrm>
                <a:off x="3200400" y="2130725"/>
                <a:ext cx="127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Spanish</a:t>
                </a:r>
                <a:endParaRPr sz="16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411" name="Google Shape;1411;p29"/>
            <p:cNvGrpSpPr/>
            <p:nvPr/>
          </p:nvGrpSpPr>
          <p:grpSpPr>
            <a:xfrm>
              <a:off x="6397438" y="2717820"/>
              <a:ext cx="2289363" cy="114307"/>
              <a:chOff x="3200400" y="2855604"/>
              <a:chExt cx="2289363" cy="114307"/>
            </a:xfrm>
          </p:grpSpPr>
          <p:sp>
            <p:nvSpPr>
              <p:cNvPr id="1412" name="Google Shape;1412;p29"/>
              <p:cNvSpPr/>
              <p:nvPr/>
            </p:nvSpPr>
            <p:spPr>
              <a:xfrm>
                <a:off x="41917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9"/>
              <p:cNvSpPr/>
              <p:nvPr/>
            </p:nvSpPr>
            <p:spPr>
              <a:xfrm>
                <a:off x="43608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9"/>
              <p:cNvSpPr/>
              <p:nvPr/>
            </p:nvSpPr>
            <p:spPr>
              <a:xfrm>
                <a:off x="45299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9"/>
              <p:cNvSpPr/>
              <p:nvPr/>
            </p:nvSpPr>
            <p:spPr>
              <a:xfrm>
                <a:off x="46990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9"/>
              <p:cNvSpPr/>
              <p:nvPr/>
            </p:nvSpPr>
            <p:spPr>
              <a:xfrm>
                <a:off x="48681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0372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52063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5375463" y="2855611"/>
                <a:ext cx="114300" cy="1143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9"/>
              <p:cNvSpPr txBox="1"/>
              <p:nvPr/>
            </p:nvSpPr>
            <p:spPr>
              <a:xfrm>
                <a:off x="3200400" y="2855604"/>
                <a:ext cx="127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English</a:t>
                </a:r>
                <a:endParaRPr sz="16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421" name="Google Shape;1421;p29"/>
            <p:cNvGrpSpPr/>
            <p:nvPr/>
          </p:nvGrpSpPr>
          <p:grpSpPr>
            <a:xfrm>
              <a:off x="6397438" y="3511592"/>
              <a:ext cx="2288238" cy="114308"/>
              <a:chOff x="3200400" y="3580484"/>
              <a:chExt cx="2288238" cy="114308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41906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43597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45288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6979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8670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50361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205238" y="3580484"/>
                <a:ext cx="114300" cy="1143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374338" y="3580484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 txBox="1"/>
              <p:nvPr/>
            </p:nvSpPr>
            <p:spPr>
              <a:xfrm>
                <a:off x="3200400" y="3580492"/>
                <a:ext cx="127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French</a:t>
                </a:r>
                <a:endParaRPr sz="16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431" name="Google Shape;1431;p29"/>
            <p:cNvGrpSpPr/>
            <p:nvPr/>
          </p:nvGrpSpPr>
          <p:grpSpPr>
            <a:xfrm>
              <a:off x="6397438" y="4305365"/>
              <a:ext cx="2288238" cy="114310"/>
              <a:chOff x="3200400" y="4305365"/>
              <a:chExt cx="2288238" cy="114310"/>
            </a:xfrm>
          </p:grpSpPr>
          <p:sp>
            <p:nvSpPr>
              <p:cNvPr id="1432" name="Google Shape;1432;p29"/>
              <p:cNvSpPr/>
              <p:nvPr/>
            </p:nvSpPr>
            <p:spPr>
              <a:xfrm>
                <a:off x="41906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3597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5288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6979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8670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5036138" y="4305365"/>
                <a:ext cx="114300" cy="114300"/>
              </a:xfrm>
              <a:prstGeom prst="rect">
                <a:avLst/>
              </a:prstGeom>
              <a:solidFill>
                <a:schemeClr val="accent3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9"/>
              <p:cNvSpPr/>
              <p:nvPr/>
            </p:nvSpPr>
            <p:spPr>
              <a:xfrm>
                <a:off x="5205238" y="4305365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9"/>
              <p:cNvSpPr/>
              <p:nvPr/>
            </p:nvSpPr>
            <p:spPr>
              <a:xfrm>
                <a:off x="5374338" y="4305365"/>
                <a:ext cx="114300" cy="11430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9"/>
              <p:cNvSpPr txBox="1"/>
              <p:nvPr/>
            </p:nvSpPr>
            <p:spPr>
              <a:xfrm>
                <a:off x="3200400" y="4305375"/>
                <a:ext cx="127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German</a:t>
                </a:r>
                <a:endParaRPr sz="16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grpSp>
          <p:nvGrpSpPr>
            <p:cNvPr id="1441" name="Google Shape;1441;p29"/>
            <p:cNvGrpSpPr/>
            <p:nvPr/>
          </p:nvGrpSpPr>
          <p:grpSpPr>
            <a:xfrm>
              <a:off x="6478208" y="1100100"/>
              <a:ext cx="2208600" cy="507300"/>
              <a:chOff x="1430100" y="1100100"/>
              <a:chExt cx="2208600" cy="507300"/>
            </a:xfrm>
          </p:grpSpPr>
          <p:sp>
            <p:nvSpPr>
              <p:cNvPr id="1442" name="Google Shape;1442;p29"/>
              <p:cNvSpPr txBox="1"/>
              <p:nvPr/>
            </p:nvSpPr>
            <p:spPr>
              <a:xfrm>
                <a:off x="1430106" y="1100100"/>
                <a:ext cx="1275900" cy="50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LANGUAGE</a:t>
                </a:r>
                <a:endParaRPr b="1" sz="18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cxnSp>
            <p:nvCxnSpPr>
              <p:cNvPr id="1443" name="Google Shape;1443;p29"/>
              <p:cNvCxnSpPr/>
              <p:nvPr/>
            </p:nvCxnSpPr>
            <p:spPr>
              <a:xfrm>
                <a:off x="1430100" y="1504950"/>
                <a:ext cx="2208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444" name="Google Shape;1444;p29"/>
          <p:cNvGrpSpPr/>
          <p:nvPr/>
        </p:nvGrpSpPr>
        <p:grpSpPr>
          <a:xfrm>
            <a:off x="457208" y="1100100"/>
            <a:ext cx="2208600" cy="507300"/>
            <a:chOff x="1430100" y="1100100"/>
            <a:chExt cx="2208600" cy="507300"/>
          </a:xfrm>
        </p:grpSpPr>
        <p:sp>
          <p:nvSpPr>
            <p:cNvPr id="1445" name="Google Shape;1445;p29"/>
            <p:cNvSpPr txBox="1"/>
            <p:nvPr/>
          </p:nvSpPr>
          <p:spPr>
            <a:xfrm>
              <a:off x="1430106" y="1100100"/>
              <a:ext cx="12759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EDUCATION</a:t>
              </a:r>
              <a:endParaRPr b="1" sz="18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cxnSp>
          <p:nvCxnSpPr>
            <p:cNvPr id="1446" name="Google Shape;1446;p29"/>
            <p:cNvCxnSpPr/>
            <p:nvPr/>
          </p:nvCxnSpPr>
          <p:spPr>
            <a:xfrm>
              <a:off x="1430100" y="1504950"/>
              <a:ext cx="2208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7" name="Google Shape;1447;p29"/>
          <p:cNvGrpSpPr/>
          <p:nvPr/>
        </p:nvGrpSpPr>
        <p:grpSpPr>
          <a:xfrm>
            <a:off x="457193" y="1836000"/>
            <a:ext cx="2208568" cy="806700"/>
            <a:chOff x="457200" y="2378925"/>
            <a:chExt cx="2143200" cy="806700"/>
          </a:xfrm>
        </p:grpSpPr>
        <p:sp>
          <p:nvSpPr>
            <p:cNvPr id="1448" name="Google Shape;1448;p29"/>
            <p:cNvSpPr txBox="1"/>
            <p:nvPr/>
          </p:nvSpPr>
          <p:spPr>
            <a:xfrm>
              <a:off x="457200" y="2448525"/>
              <a:ext cx="21432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49" name="Google Shape;1449;p29"/>
            <p:cNvSpPr txBox="1"/>
            <p:nvPr/>
          </p:nvSpPr>
          <p:spPr>
            <a:xfrm>
              <a:off x="457200" y="2378925"/>
              <a:ext cx="1833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2000 - 2017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50" name="Google Shape;1450;p29"/>
          <p:cNvGrpSpPr/>
          <p:nvPr/>
        </p:nvGrpSpPr>
        <p:grpSpPr>
          <a:xfrm>
            <a:off x="457193" y="2833200"/>
            <a:ext cx="2208568" cy="806700"/>
            <a:chOff x="457200" y="2378925"/>
            <a:chExt cx="2143200" cy="806700"/>
          </a:xfrm>
        </p:grpSpPr>
        <p:sp>
          <p:nvSpPr>
            <p:cNvPr id="1451" name="Google Shape;1451;p29"/>
            <p:cNvSpPr txBox="1"/>
            <p:nvPr/>
          </p:nvSpPr>
          <p:spPr>
            <a:xfrm>
              <a:off x="457200" y="2448525"/>
              <a:ext cx="21432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called the red planet and is actually a cold place.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52" name="Google Shape;1452;p29"/>
            <p:cNvSpPr txBox="1"/>
            <p:nvPr/>
          </p:nvSpPr>
          <p:spPr>
            <a:xfrm>
              <a:off x="457200" y="2378925"/>
              <a:ext cx="1833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2017 - 2019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53" name="Google Shape;1453;p29"/>
          <p:cNvGrpSpPr/>
          <p:nvPr/>
        </p:nvGrpSpPr>
        <p:grpSpPr>
          <a:xfrm>
            <a:off x="457193" y="3830400"/>
            <a:ext cx="2208568" cy="806700"/>
            <a:chOff x="457200" y="2378925"/>
            <a:chExt cx="2143200" cy="806700"/>
          </a:xfrm>
        </p:grpSpPr>
        <p:sp>
          <p:nvSpPr>
            <p:cNvPr id="1454" name="Google Shape;1454;p29"/>
            <p:cNvSpPr txBox="1"/>
            <p:nvPr/>
          </p:nvSpPr>
          <p:spPr>
            <a:xfrm>
              <a:off x="457200" y="2448525"/>
              <a:ext cx="21432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55" name="Google Shape;1455;p29"/>
            <p:cNvSpPr txBox="1"/>
            <p:nvPr/>
          </p:nvSpPr>
          <p:spPr>
            <a:xfrm>
              <a:off x="457200" y="2378925"/>
              <a:ext cx="1833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2019 - 2020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30"/>
          <p:cNvSpPr/>
          <p:nvPr/>
        </p:nvSpPr>
        <p:spPr>
          <a:xfrm>
            <a:off x="5212275" y="4059225"/>
            <a:ext cx="1182000" cy="295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2017 - 2019</a:t>
            </a:r>
            <a:endParaRPr/>
          </a:p>
        </p:txBody>
      </p:sp>
      <p:cxnSp>
        <p:nvCxnSpPr>
          <p:cNvPr id="1461" name="Google Shape;1461;p30"/>
          <p:cNvCxnSpPr/>
          <p:nvPr/>
        </p:nvCxnSpPr>
        <p:spPr>
          <a:xfrm>
            <a:off x="5803275" y="3295163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62" name="Google Shape;1462;p30"/>
          <p:cNvSpPr/>
          <p:nvPr/>
        </p:nvSpPr>
        <p:spPr>
          <a:xfrm>
            <a:off x="5212275" y="2881200"/>
            <a:ext cx="1182000" cy="295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2015 - 2017</a:t>
            </a:r>
            <a:endParaRPr/>
          </a:p>
        </p:txBody>
      </p:sp>
      <p:grpSp>
        <p:nvGrpSpPr>
          <p:cNvPr id="1463" name="Google Shape;1463;p30"/>
          <p:cNvGrpSpPr/>
          <p:nvPr/>
        </p:nvGrpSpPr>
        <p:grpSpPr>
          <a:xfrm>
            <a:off x="6484788" y="2662000"/>
            <a:ext cx="2202000" cy="872400"/>
            <a:chOff x="6484788" y="2662000"/>
            <a:chExt cx="2202000" cy="872400"/>
          </a:xfrm>
        </p:grpSpPr>
        <p:sp>
          <p:nvSpPr>
            <p:cNvPr id="1464" name="Google Shape;1464;p30"/>
            <p:cNvSpPr txBox="1"/>
            <p:nvPr/>
          </p:nvSpPr>
          <p:spPr>
            <a:xfrm>
              <a:off x="6484788" y="2797300"/>
              <a:ext cx="22020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called the red planet and is actually a cold place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65" name="Google Shape;1465;p30"/>
            <p:cNvSpPr txBox="1"/>
            <p:nvPr/>
          </p:nvSpPr>
          <p:spPr>
            <a:xfrm>
              <a:off x="6484788" y="2662000"/>
              <a:ext cx="1883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b="1" sz="16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66" name="Google Shape;1466;p30"/>
          <p:cNvGrpSpPr/>
          <p:nvPr/>
        </p:nvGrpSpPr>
        <p:grpSpPr>
          <a:xfrm>
            <a:off x="6484788" y="3846975"/>
            <a:ext cx="2202000" cy="872400"/>
            <a:chOff x="6484788" y="4059225"/>
            <a:chExt cx="2202000" cy="872400"/>
          </a:xfrm>
        </p:grpSpPr>
        <p:sp>
          <p:nvSpPr>
            <p:cNvPr id="1467" name="Google Shape;1467;p30"/>
            <p:cNvSpPr txBox="1"/>
            <p:nvPr/>
          </p:nvSpPr>
          <p:spPr>
            <a:xfrm>
              <a:off x="6484788" y="4194525"/>
              <a:ext cx="22020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Earth is the third planet from the Sun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68" name="Google Shape;1468;p30"/>
            <p:cNvSpPr txBox="1"/>
            <p:nvPr/>
          </p:nvSpPr>
          <p:spPr>
            <a:xfrm>
              <a:off x="6484788" y="4059225"/>
              <a:ext cx="1883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Earth</a:t>
              </a:r>
              <a:endParaRPr b="1" sz="16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469" name="Google Shape;1469;p30"/>
          <p:cNvCxnSpPr/>
          <p:nvPr/>
        </p:nvCxnSpPr>
        <p:spPr>
          <a:xfrm>
            <a:off x="5803275" y="2117138"/>
            <a:ext cx="0" cy="64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70" name="Google Shape;1470;p30"/>
          <p:cNvSpPr/>
          <p:nvPr/>
        </p:nvSpPr>
        <p:spPr>
          <a:xfrm>
            <a:off x="5212275" y="1703175"/>
            <a:ext cx="1182000" cy="295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2014 - 2015</a:t>
            </a:r>
            <a:endParaRPr/>
          </a:p>
        </p:txBody>
      </p:sp>
      <p:grpSp>
        <p:nvGrpSpPr>
          <p:cNvPr id="1471" name="Google Shape;1471;p30"/>
          <p:cNvGrpSpPr/>
          <p:nvPr/>
        </p:nvGrpSpPr>
        <p:grpSpPr>
          <a:xfrm>
            <a:off x="6484788" y="1477025"/>
            <a:ext cx="2202000" cy="872400"/>
            <a:chOff x="6484788" y="1477025"/>
            <a:chExt cx="2202000" cy="872400"/>
          </a:xfrm>
        </p:grpSpPr>
        <p:sp>
          <p:nvSpPr>
            <p:cNvPr id="1472" name="Google Shape;1472;p30"/>
            <p:cNvSpPr txBox="1"/>
            <p:nvPr/>
          </p:nvSpPr>
          <p:spPr>
            <a:xfrm>
              <a:off x="6484788" y="1612325"/>
              <a:ext cx="22020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73" name="Google Shape;1473;p30"/>
            <p:cNvSpPr txBox="1"/>
            <p:nvPr/>
          </p:nvSpPr>
          <p:spPr>
            <a:xfrm>
              <a:off x="6484788" y="1477025"/>
              <a:ext cx="1883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Jupiter</a:t>
              </a:r>
              <a:endParaRPr b="1" sz="16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74" name="Google Shape;1474;p30"/>
          <p:cNvGrpSpPr/>
          <p:nvPr/>
        </p:nvGrpSpPr>
        <p:grpSpPr>
          <a:xfrm>
            <a:off x="2513975" y="1477025"/>
            <a:ext cx="2086500" cy="770650"/>
            <a:chOff x="2485400" y="1786975"/>
            <a:chExt cx="2086500" cy="770650"/>
          </a:xfrm>
        </p:grpSpPr>
        <p:sp>
          <p:nvSpPr>
            <p:cNvPr id="1475" name="Google Shape;1475;p30"/>
            <p:cNvSpPr txBox="1"/>
            <p:nvPr/>
          </p:nvSpPr>
          <p:spPr>
            <a:xfrm>
              <a:off x="2485400" y="1786975"/>
              <a:ext cx="20865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LISA DOE</a:t>
              </a:r>
              <a:endParaRPr b="1" sz="32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76" name="Google Shape;1476;p30"/>
            <p:cNvSpPr txBox="1"/>
            <p:nvPr/>
          </p:nvSpPr>
          <p:spPr>
            <a:xfrm>
              <a:off x="2485400" y="2117525"/>
              <a:ext cx="20865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GRAPHIC DESIGNER</a:t>
              </a:r>
              <a:endParaRPr sz="22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477" name="Google Shape;1477;p30"/>
          <p:cNvSpPr txBox="1"/>
          <p:nvPr/>
        </p:nvSpPr>
        <p:spPr>
          <a:xfrm>
            <a:off x="2530425" y="2303425"/>
            <a:ext cx="2202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478" name="Google Shape;1478;p30"/>
          <p:cNvGrpSpPr/>
          <p:nvPr/>
        </p:nvGrpSpPr>
        <p:grpSpPr>
          <a:xfrm>
            <a:off x="2601562" y="3295178"/>
            <a:ext cx="2037013" cy="1195551"/>
            <a:chOff x="3810000" y="3383653"/>
            <a:chExt cx="2037013" cy="1195551"/>
          </a:xfrm>
        </p:grpSpPr>
        <p:grpSp>
          <p:nvGrpSpPr>
            <p:cNvPr id="1479" name="Google Shape;1479;p30"/>
            <p:cNvGrpSpPr/>
            <p:nvPr/>
          </p:nvGrpSpPr>
          <p:grpSpPr>
            <a:xfrm>
              <a:off x="3810715" y="3837905"/>
              <a:ext cx="326214" cy="278866"/>
              <a:chOff x="3810715" y="4067005"/>
              <a:chExt cx="326214" cy="278866"/>
            </a:xfrm>
          </p:grpSpPr>
          <p:sp>
            <p:nvSpPr>
              <p:cNvPr id="1480" name="Google Shape;1480;p30"/>
              <p:cNvSpPr/>
              <p:nvPr/>
            </p:nvSpPr>
            <p:spPr>
              <a:xfrm>
                <a:off x="3810715" y="4067005"/>
                <a:ext cx="326214" cy="278866"/>
              </a:xfrm>
              <a:custGeom>
                <a:rect b="b" l="l" r="r" t="t"/>
                <a:pathLst>
                  <a:path extrusionOk="0" h="3899" w="4561">
                    <a:moveTo>
                      <a:pt x="2585" y="1"/>
                    </a:moveTo>
                    <a:cubicBezTo>
                      <a:pt x="877" y="1"/>
                      <a:pt x="0" y="2079"/>
                      <a:pt x="1225" y="3304"/>
                    </a:cubicBezTo>
                    <a:cubicBezTo>
                      <a:pt x="1626" y="3715"/>
                      <a:pt x="2118" y="3898"/>
                      <a:pt x="2600" y="3898"/>
                    </a:cubicBezTo>
                    <a:cubicBezTo>
                      <a:pt x="3602" y="3898"/>
                      <a:pt x="4561" y="3107"/>
                      <a:pt x="4561" y="1936"/>
                    </a:cubicBezTo>
                    <a:cubicBezTo>
                      <a:pt x="4561" y="869"/>
                      <a:pt x="3693" y="1"/>
                      <a:pt x="2626" y="1"/>
                    </a:cubicBezTo>
                    <a:cubicBezTo>
                      <a:pt x="2612" y="1"/>
                      <a:pt x="2599" y="1"/>
                      <a:pt x="258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81" name="Google Shape;1481;p30"/>
              <p:cNvGrpSpPr/>
              <p:nvPr/>
            </p:nvGrpSpPr>
            <p:grpSpPr>
              <a:xfrm>
                <a:off x="3912634" y="4143391"/>
                <a:ext cx="169437" cy="126523"/>
                <a:chOff x="3912634" y="4143391"/>
                <a:chExt cx="169437" cy="126523"/>
              </a:xfrm>
            </p:grpSpPr>
            <p:sp>
              <p:nvSpPr>
                <p:cNvPr id="1482" name="Google Shape;1482;p30"/>
                <p:cNvSpPr/>
                <p:nvPr/>
              </p:nvSpPr>
              <p:spPr>
                <a:xfrm>
                  <a:off x="3912634" y="4169639"/>
                  <a:ext cx="169437" cy="100275"/>
                </a:xfrm>
                <a:custGeom>
                  <a:rect b="b" l="l" r="r" t="t"/>
                  <a:pathLst>
                    <a:path extrusionOk="0" h="1402" w="2369">
                      <a:moveTo>
                        <a:pt x="0" y="1"/>
                      </a:moveTo>
                      <a:lnTo>
                        <a:pt x="0" y="1202"/>
                      </a:lnTo>
                      <a:cubicBezTo>
                        <a:pt x="0" y="1302"/>
                        <a:pt x="100" y="1402"/>
                        <a:pt x="200" y="1402"/>
                      </a:cubicBezTo>
                      <a:lnTo>
                        <a:pt x="2168" y="1402"/>
                      </a:lnTo>
                      <a:cubicBezTo>
                        <a:pt x="2268" y="1402"/>
                        <a:pt x="2368" y="1302"/>
                        <a:pt x="2368" y="1202"/>
                      </a:cubicBezTo>
                      <a:lnTo>
                        <a:pt x="2368" y="1"/>
                      </a:lnTo>
                      <a:lnTo>
                        <a:pt x="1301" y="835"/>
                      </a:lnTo>
                      <a:cubicBezTo>
                        <a:pt x="1268" y="868"/>
                        <a:pt x="1226" y="885"/>
                        <a:pt x="1184" y="885"/>
                      </a:cubicBezTo>
                      <a:cubicBezTo>
                        <a:pt x="1143" y="885"/>
                        <a:pt x="1101" y="868"/>
                        <a:pt x="1067" y="835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30"/>
                <p:cNvSpPr/>
                <p:nvPr/>
              </p:nvSpPr>
              <p:spPr>
                <a:xfrm>
                  <a:off x="3917354" y="4143391"/>
                  <a:ext cx="159924" cy="66301"/>
                </a:xfrm>
                <a:custGeom>
                  <a:rect b="b" l="l" r="r" t="t"/>
                  <a:pathLst>
                    <a:path extrusionOk="0" h="927" w="2236">
                      <a:moveTo>
                        <a:pt x="101" y="1"/>
                      </a:moveTo>
                      <a:cubicBezTo>
                        <a:pt x="34" y="1"/>
                        <a:pt x="1" y="67"/>
                        <a:pt x="67" y="101"/>
                      </a:cubicBezTo>
                      <a:lnTo>
                        <a:pt x="1068" y="901"/>
                      </a:lnTo>
                      <a:cubicBezTo>
                        <a:pt x="1085" y="918"/>
                        <a:pt x="1102" y="926"/>
                        <a:pt x="1118" y="926"/>
                      </a:cubicBezTo>
                      <a:cubicBezTo>
                        <a:pt x="1135" y="926"/>
                        <a:pt x="1152" y="918"/>
                        <a:pt x="1168" y="901"/>
                      </a:cubicBezTo>
                      <a:lnTo>
                        <a:pt x="2169" y="101"/>
                      </a:lnTo>
                      <a:cubicBezTo>
                        <a:pt x="2236" y="67"/>
                        <a:pt x="2202" y="1"/>
                        <a:pt x="213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4" name="Google Shape;1484;p30"/>
            <p:cNvGrpSpPr/>
            <p:nvPr/>
          </p:nvGrpSpPr>
          <p:grpSpPr>
            <a:xfrm>
              <a:off x="3810000" y="4299051"/>
              <a:ext cx="326929" cy="280154"/>
              <a:chOff x="3810000" y="4577601"/>
              <a:chExt cx="326929" cy="280154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3810000" y="4577601"/>
                <a:ext cx="326929" cy="280154"/>
              </a:xfrm>
              <a:custGeom>
                <a:rect b="b" l="l" r="r" t="t"/>
                <a:pathLst>
                  <a:path extrusionOk="0" h="3917" w="4571">
                    <a:moveTo>
                      <a:pt x="2636" y="1"/>
                    </a:moveTo>
                    <a:cubicBezTo>
                      <a:pt x="901" y="1"/>
                      <a:pt x="1" y="2102"/>
                      <a:pt x="1235" y="3336"/>
                    </a:cubicBezTo>
                    <a:cubicBezTo>
                      <a:pt x="1636" y="3737"/>
                      <a:pt x="2128" y="3916"/>
                      <a:pt x="2609" y="3916"/>
                    </a:cubicBezTo>
                    <a:cubicBezTo>
                      <a:pt x="3612" y="3916"/>
                      <a:pt x="4571" y="3140"/>
                      <a:pt x="4571" y="1969"/>
                    </a:cubicBezTo>
                    <a:cubicBezTo>
                      <a:pt x="4571" y="901"/>
                      <a:pt x="3703" y="1"/>
                      <a:pt x="26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3929298" y="4629526"/>
                <a:ext cx="136036" cy="179593"/>
              </a:xfrm>
              <a:custGeom>
                <a:rect b="b" l="l" r="r" t="t"/>
                <a:pathLst>
                  <a:path extrusionOk="0" h="2511" w="1902">
                    <a:moveTo>
                      <a:pt x="958" y="599"/>
                    </a:moveTo>
                    <a:cubicBezTo>
                      <a:pt x="1117" y="599"/>
                      <a:pt x="1268" y="741"/>
                      <a:pt x="1268" y="943"/>
                    </a:cubicBezTo>
                    <a:cubicBezTo>
                      <a:pt x="1268" y="1109"/>
                      <a:pt x="1135" y="1243"/>
                      <a:pt x="968" y="1243"/>
                    </a:cubicBezTo>
                    <a:cubicBezTo>
                      <a:pt x="668" y="1243"/>
                      <a:pt x="501" y="909"/>
                      <a:pt x="734" y="709"/>
                    </a:cubicBezTo>
                    <a:cubicBezTo>
                      <a:pt x="800" y="633"/>
                      <a:pt x="880" y="599"/>
                      <a:pt x="958" y="599"/>
                    </a:cubicBezTo>
                    <a:close/>
                    <a:moveTo>
                      <a:pt x="951" y="0"/>
                    </a:moveTo>
                    <a:cubicBezTo>
                      <a:pt x="501" y="0"/>
                      <a:pt x="51" y="292"/>
                      <a:pt x="1" y="876"/>
                    </a:cubicBezTo>
                    <a:cubicBezTo>
                      <a:pt x="1" y="1043"/>
                      <a:pt x="67" y="1209"/>
                      <a:pt x="134" y="1343"/>
                    </a:cubicBezTo>
                    <a:cubicBezTo>
                      <a:pt x="167" y="1410"/>
                      <a:pt x="201" y="1443"/>
                      <a:pt x="234" y="1476"/>
                    </a:cubicBezTo>
                    <a:lnTo>
                      <a:pt x="935" y="2510"/>
                    </a:lnTo>
                    <a:lnTo>
                      <a:pt x="1668" y="1476"/>
                    </a:lnTo>
                    <a:cubicBezTo>
                      <a:pt x="1702" y="1443"/>
                      <a:pt x="1735" y="1410"/>
                      <a:pt x="1735" y="1343"/>
                    </a:cubicBezTo>
                    <a:cubicBezTo>
                      <a:pt x="1835" y="1209"/>
                      <a:pt x="1869" y="1043"/>
                      <a:pt x="1902" y="876"/>
                    </a:cubicBezTo>
                    <a:cubicBezTo>
                      <a:pt x="1852" y="292"/>
                      <a:pt x="1402" y="0"/>
                      <a:pt x="9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7" name="Google Shape;1487;p30"/>
            <p:cNvGrpSpPr/>
            <p:nvPr/>
          </p:nvGrpSpPr>
          <p:grpSpPr>
            <a:xfrm>
              <a:off x="3810000" y="3383653"/>
              <a:ext cx="326929" cy="280154"/>
              <a:chOff x="3810000" y="3527872"/>
              <a:chExt cx="326929" cy="280154"/>
            </a:xfrm>
          </p:grpSpPr>
          <p:sp>
            <p:nvSpPr>
              <p:cNvPr id="1488" name="Google Shape;1488;p30"/>
              <p:cNvSpPr/>
              <p:nvPr/>
            </p:nvSpPr>
            <p:spPr>
              <a:xfrm>
                <a:off x="3810000" y="3527872"/>
                <a:ext cx="326929" cy="280154"/>
              </a:xfrm>
              <a:custGeom>
                <a:rect b="b" l="l" r="r" t="t"/>
                <a:pathLst>
                  <a:path extrusionOk="0" h="3917" w="4571">
                    <a:moveTo>
                      <a:pt x="2636" y="1"/>
                    </a:moveTo>
                    <a:cubicBezTo>
                      <a:pt x="901" y="1"/>
                      <a:pt x="1" y="2102"/>
                      <a:pt x="1235" y="3336"/>
                    </a:cubicBezTo>
                    <a:cubicBezTo>
                      <a:pt x="1636" y="3737"/>
                      <a:pt x="2128" y="3916"/>
                      <a:pt x="2609" y="3916"/>
                    </a:cubicBezTo>
                    <a:cubicBezTo>
                      <a:pt x="3612" y="3916"/>
                      <a:pt x="4571" y="3140"/>
                      <a:pt x="4571" y="1969"/>
                    </a:cubicBezTo>
                    <a:cubicBezTo>
                      <a:pt x="4571" y="901"/>
                      <a:pt x="3703" y="34"/>
                      <a:pt x="26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89" name="Google Shape;1489;p30"/>
              <p:cNvGrpSpPr/>
              <p:nvPr/>
            </p:nvGrpSpPr>
            <p:grpSpPr>
              <a:xfrm>
                <a:off x="3910202" y="3586306"/>
                <a:ext cx="171867" cy="164359"/>
                <a:chOff x="3910202" y="3586306"/>
                <a:chExt cx="171867" cy="164359"/>
              </a:xfrm>
            </p:grpSpPr>
            <p:sp>
              <p:nvSpPr>
                <p:cNvPr id="1490" name="Google Shape;1490;p30"/>
                <p:cNvSpPr/>
                <p:nvPr/>
              </p:nvSpPr>
              <p:spPr>
                <a:xfrm>
                  <a:off x="3910202" y="3594674"/>
                  <a:ext cx="159924" cy="155991"/>
                </a:xfrm>
                <a:custGeom>
                  <a:rect b="b" l="l" r="r" t="t"/>
                  <a:pathLst>
                    <a:path extrusionOk="0" h="2181" w="2236">
                      <a:moveTo>
                        <a:pt x="301" y="1"/>
                      </a:moveTo>
                      <a:cubicBezTo>
                        <a:pt x="67" y="234"/>
                        <a:pt x="1" y="568"/>
                        <a:pt x="134" y="868"/>
                      </a:cubicBezTo>
                      <a:cubicBezTo>
                        <a:pt x="201" y="1001"/>
                        <a:pt x="268" y="1135"/>
                        <a:pt x="368" y="1235"/>
                      </a:cubicBezTo>
                      <a:lnTo>
                        <a:pt x="701" y="1568"/>
                      </a:lnTo>
                      <a:lnTo>
                        <a:pt x="1001" y="1869"/>
                      </a:lnTo>
                      <a:cubicBezTo>
                        <a:pt x="1101" y="1969"/>
                        <a:pt x="1235" y="2069"/>
                        <a:pt x="1368" y="2135"/>
                      </a:cubicBezTo>
                      <a:cubicBezTo>
                        <a:pt x="1458" y="2165"/>
                        <a:pt x="1554" y="2180"/>
                        <a:pt x="1650" y="2180"/>
                      </a:cubicBezTo>
                      <a:cubicBezTo>
                        <a:pt x="1874" y="2180"/>
                        <a:pt x="2096" y="2099"/>
                        <a:pt x="2236" y="1935"/>
                      </a:cubicBezTo>
                      <a:lnTo>
                        <a:pt x="1735" y="1435"/>
                      </a:lnTo>
                      <a:cubicBezTo>
                        <a:pt x="1669" y="1502"/>
                        <a:pt x="1585" y="1535"/>
                        <a:pt x="1502" y="1535"/>
                      </a:cubicBezTo>
                      <a:cubicBezTo>
                        <a:pt x="1418" y="1535"/>
                        <a:pt x="1335" y="1502"/>
                        <a:pt x="1268" y="1435"/>
                      </a:cubicBezTo>
                      <a:lnTo>
                        <a:pt x="1035" y="1201"/>
                      </a:lnTo>
                      <a:lnTo>
                        <a:pt x="835" y="1001"/>
                      </a:lnTo>
                      <a:cubicBezTo>
                        <a:pt x="668" y="868"/>
                        <a:pt x="668" y="634"/>
                        <a:pt x="835" y="501"/>
                      </a:cubicBezTo>
                      <a:lnTo>
                        <a:pt x="30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1" name="Google Shape;1491;p30"/>
                <p:cNvSpPr/>
                <p:nvPr/>
              </p:nvSpPr>
              <p:spPr>
                <a:xfrm>
                  <a:off x="3926938" y="3586306"/>
                  <a:ext cx="52569" cy="50209"/>
                </a:xfrm>
                <a:custGeom>
                  <a:rect b="b" l="l" r="r" t="t"/>
                  <a:pathLst>
                    <a:path extrusionOk="0" h="702" w="735">
                      <a:moveTo>
                        <a:pt x="150" y="1"/>
                      </a:moveTo>
                      <a:cubicBezTo>
                        <a:pt x="109" y="1"/>
                        <a:pt x="67" y="17"/>
                        <a:pt x="34" y="51"/>
                      </a:cubicBezTo>
                      <a:cubicBezTo>
                        <a:pt x="0" y="84"/>
                        <a:pt x="0" y="184"/>
                        <a:pt x="34" y="251"/>
                      </a:cubicBezTo>
                      <a:lnTo>
                        <a:pt x="467" y="651"/>
                      </a:lnTo>
                      <a:cubicBezTo>
                        <a:pt x="501" y="685"/>
                        <a:pt x="534" y="701"/>
                        <a:pt x="567" y="701"/>
                      </a:cubicBezTo>
                      <a:cubicBezTo>
                        <a:pt x="601" y="701"/>
                        <a:pt x="634" y="685"/>
                        <a:pt x="667" y="651"/>
                      </a:cubicBezTo>
                      <a:cubicBezTo>
                        <a:pt x="734" y="585"/>
                        <a:pt x="734" y="518"/>
                        <a:pt x="667" y="451"/>
                      </a:cubicBezTo>
                      <a:lnTo>
                        <a:pt x="267" y="51"/>
                      </a:lnTo>
                      <a:cubicBezTo>
                        <a:pt x="234" y="17"/>
                        <a:pt x="192" y="1"/>
                        <a:pt x="15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30"/>
                <p:cNvSpPr/>
                <p:nvPr/>
              </p:nvSpPr>
              <p:spPr>
                <a:xfrm>
                  <a:off x="4029500" y="3688296"/>
                  <a:ext cx="52569" cy="50781"/>
                </a:xfrm>
                <a:custGeom>
                  <a:rect b="b" l="l" r="r" t="t"/>
                  <a:pathLst>
                    <a:path extrusionOk="0" h="710" w="735">
                      <a:moveTo>
                        <a:pt x="146" y="1"/>
                      </a:moveTo>
                      <a:cubicBezTo>
                        <a:pt x="109" y="1"/>
                        <a:pt x="67" y="9"/>
                        <a:pt x="34" y="26"/>
                      </a:cubicBezTo>
                      <a:cubicBezTo>
                        <a:pt x="1" y="93"/>
                        <a:pt x="1" y="193"/>
                        <a:pt x="34" y="226"/>
                      </a:cubicBezTo>
                      <a:lnTo>
                        <a:pt x="468" y="660"/>
                      </a:lnTo>
                      <a:cubicBezTo>
                        <a:pt x="484" y="693"/>
                        <a:pt x="518" y="710"/>
                        <a:pt x="555" y="710"/>
                      </a:cubicBezTo>
                      <a:cubicBezTo>
                        <a:pt x="593" y="710"/>
                        <a:pt x="634" y="693"/>
                        <a:pt x="668" y="660"/>
                      </a:cubicBezTo>
                      <a:cubicBezTo>
                        <a:pt x="734" y="593"/>
                        <a:pt x="734" y="526"/>
                        <a:pt x="668" y="459"/>
                      </a:cubicBezTo>
                      <a:lnTo>
                        <a:pt x="234" y="26"/>
                      </a:lnTo>
                      <a:cubicBezTo>
                        <a:pt x="217" y="9"/>
                        <a:pt x="184" y="1"/>
                        <a:pt x="14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93" name="Google Shape;1493;p30"/>
            <p:cNvSpPr txBox="1"/>
            <p:nvPr/>
          </p:nvSpPr>
          <p:spPr>
            <a:xfrm>
              <a:off x="4270800" y="3416030"/>
              <a:ext cx="148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+00 000 000 000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94" name="Google Shape;1494;p30"/>
            <p:cNvSpPr txBox="1"/>
            <p:nvPr/>
          </p:nvSpPr>
          <p:spPr>
            <a:xfrm>
              <a:off x="4270813" y="3869650"/>
              <a:ext cx="157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Lisa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doe@info.com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95" name="Google Shape;1495;p30"/>
            <p:cNvSpPr txBox="1"/>
            <p:nvPr/>
          </p:nvSpPr>
          <p:spPr>
            <a:xfrm>
              <a:off x="4270800" y="4331428"/>
              <a:ext cx="14898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Madrid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pic>
        <p:nvPicPr>
          <p:cNvPr id="1496" name="Google Shape;1496;p30"/>
          <p:cNvPicPr preferRelativeResize="0"/>
          <p:nvPr/>
        </p:nvPicPr>
        <p:blipFill rotWithShape="1">
          <a:blip r:embed="rId3">
            <a:alphaModFix/>
          </a:blip>
          <a:srcRect b="0" l="23070" r="39305" t="0"/>
          <a:stretch/>
        </p:blipFill>
        <p:spPr>
          <a:xfrm>
            <a:off x="457200" y="1488475"/>
            <a:ext cx="1896000" cy="3219300"/>
          </a:xfrm>
          <a:prstGeom prst="roundRect">
            <a:avLst>
              <a:gd fmla="val 753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1" name="Google Shape;1501;p31"/>
          <p:cNvCxnSpPr/>
          <p:nvPr/>
        </p:nvCxnSpPr>
        <p:spPr>
          <a:xfrm>
            <a:off x="771450" y="2752725"/>
            <a:ext cx="75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502" name="Google Shape;1502;p31"/>
          <p:cNvGrpSpPr/>
          <p:nvPr/>
        </p:nvGrpSpPr>
        <p:grpSpPr>
          <a:xfrm>
            <a:off x="6319800" y="1381125"/>
            <a:ext cx="1905000" cy="2626186"/>
            <a:chOff x="6067425" y="1447800"/>
            <a:chExt cx="1905000" cy="2626186"/>
          </a:xfrm>
        </p:grpSpPr>
        <p:cxnSp>
          <p:nvCxnSpPr>
            <p:cNvPr id="1503" name="Google Shape;1503;p31"/>
            <p:cNvCxnSpPr>
              <a:endCxn id="1504" idx="2"/>
            </p:cNvCxnSpPr>
            <p:nvPr/>
          </p:nvCxnSpPr>
          <p:spPr>
            <a:xfrm>
              <a:off x="7015200" y="2238300"/>
              <a:ext cx="0" cy="138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oval"/>
              <a:tailEnd len="med" w="med" type="none"/>
            </a:ln>
          </p:spPr>
        </p:cxnSp>
        <p:sp>
          <p:nvSpPr>
            <p:cNvPr id="1505" name="Google Shape;1505;p31"/>
            <p:cNvSpPr/>
            <p:nvPr/>
          </p:nvSpPr>
          <p:spPr>
            <a:xfrm>
              <a:off x="6362700" y="2705100"/>
              <a:ext cx="130500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2014 - 2019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04" name="Google Shape;1504;p31"/>
            <p:cNvSpPr/>
            <p:nvPr/>
          </p:nvSpPr>
          <p:spPr>
            <a:xfrm>
              <a:off x="6362700" y="3390900"/>
              <a:ext cx="1305000" cy="22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3</a:t>
              </a:r>
              <a:endParaRPr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06" name="Google Shape;1506;p31"/>
            <p:cNvSpPr txBox="1"/>
            <p:nvPr/>
          </p:nvSpPr>
          <p:spPr>
            <a:xfrm>
              <a:off x="6067425" y="1447800"/>
              <a:ext cx="1905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07" name="Google Shape;1507;p31"/>
            <p:cNvGrpSpPr/>
            <p:nvPr/>
          </p:nvGrpSpPr>
          <p:grpSpPr>
            <a:xfrm>
              <a:off x="6848824" y="3792154"/>
              <a:ext cx="332757" cy="281833"/>
              <a:chOff x="6671087" y="2009304"/>
              <a:chExt cx="332757" cy="281833"/>
            </a:xfrm>
          </p:grpSpPr>
          <p:sp>
            <p:nvSpPr>
              <p:cNvPr id="1508" name="Google Shape;1508;p31"/>
              <p:cNvSpPr/>
              <p:nvPr/>
            </p:nvSpPr>
            <p:spPr>
              <a:xfrm>
                <a:off x="6671087" y="2023658"/>
                <a:ext cx="331993" cy="267478"/>
              </a:xfrm>
              <a:custGeom>
                <a:rect b="b" l="l" r="r" t="t"/>
                <a:pathLst>
                  <a:path extrusionOk="0" h="8404" w="10431">
                    <a:moveTo>
                      <a:pt x="6359" y="2272"/>
                    </a:moveTo>
                    <a:lnTo>
                      <a:pt x="7192" y="2546"/>
                    </a:lnTo>
                    <a:cubicBezTo>
                      <a:pt x="7203" y="2553"/>
                      <a:pt x="7215" y="2556"/>
                      <a:pt x="7228" y="2556"/>
                    </a:cubicBezTo>
                    <a:cubicBezTo>
                      <a:pt x="7261" y="2556"/>
                      <a:pt x="7298" y="2539"/>
                      <a:pt x="7323" y="2522"/>
                    </a:cubicBezTo>
                    <a:lnTo>
                      <a:pt x="7585" y="2332"/>
                    </a:lnTo>
                    <a:lnTo>
                      <a:pt x="9419" y="4725"/>
                    </a:lnTo>
                    <a:lnTo>
                      <a:pt x="9109" y="4951"/>
                    </a:lnTo>
                    <a:cubicBezTo>
                      <a:pt x="9097" y="4927"/>
                      <a:pt x="9061" y="4915"/>
                      <a:pt x="9050" y="4903"/>
                    </a:cubicBezTo>
                    <a:lnTo>
                      <a:pt x="5882" y="3177"/>
                    </a:lnTo>
                    <a:lnTo>
                      <a:pt x="6002" y="2987"/>
                    </a:lnTo>
                    <a:cubicBezTo>
                      <a:pt x="6049" y="2903"/>
                      <a:pt x="6025" y="2820"/>
                      <a:pt x="5954" y="2772"/>
                    </a:cubicBezTo>
                    <a:cubicBezTo>
                      <a:pt x="5929" y="2755"/>
                      <a:pt x="5900" y="2747"/>
                      <a:pt x="5873" y="2747"/>
                    </a:cubicBezTo>
                    <a:cubicBezTo>
                      <a:pt x="5822" y="2747"/>
                      <a:pt x="5775" y="2774"/>
                      <a:pt x="5752" y="2820"/>
                    </a:cubicBezTo>
                    <a:lnTo>
                      <a:pt x="5418" y="3356"/>
                    </a:lnTo>
                    <a:cubicBezTo>
                      <a:pt x="5406" y="3379"/>
                      <a:pt x="5382" y="3415"/>
                      <a:pt x="5382" y="3427"/>
                    </a:cubicBezTo>
                    <a:lnTo>
                      <a:pt x="5382" y="4725"/>
                    </a:lnTo>
                    <a:cubicBezTo>
                      <a:pt x="5382" y="4987"/>
                      <a:pt x="5168" y="5213"/>
                      <a:pt x="4894" y="5213"/>
                    </a:cubicBezTo>
                    <a:cubicBezTo>
                      <a:pt x="4632" y="5213"/>
                      <a:pt x="4406" y="4987"/>
                      <a:pt x="4406" y="4725"/>
                    </a:cubicBezTo>
                    <a:lnTo>
                      <a:pt x="4406" y="3439"/>
                    </a:lnTo>
                    <a:lnTo>
                      <a:pt x="4704" y="2272"/>
                    </a:lnTo>
                    <a:close/>
                    <a:moveTo>
                      <a:pt x="2692" y="1796"/>
                    </a:moveTo>
                    <a:lnTo>
                      <a:pt x="2930" y="1927"/>
                    </a:lnTo>
                    <a:lnTo>
                      <a:pt x="929" y="5392"/>
                    </a:lnTo>
                    <a:lnTo>
                      <a:pt x="691" y="5261"/>
                    </a:lnTo>
                    <a:lnTo>
                      <a:pt x="2692" y="1796"/>
                    </a:lnTo>
                    <a:close/>
                    <a:moveTo>
                      <a:pt x="3215" y="4844"/>
                    </a:moveTo>
                    <a:cubicBezTo>
                      <a:pt x="3323" y="4844"/>
                      <a:pt x="3406" y="4892"/>
                      <a:pt x="3489" y="4975"/>
                    </a:cubicBezTo>
                    <a:cubicBezTo>
                      <a:pt x="3608" y="5130"/>
                      <a:pt x="3561" y="5344"/>
                      <a:pt x="3406" y="5451"/>
                    </a:cubicBezTo>
                    <a:lnTo>
                      <a:pt x="2323" y="6213"/>
                    </a:lnTo>
                    <a:cubicBezTo>
                      <a:pt x="2266" y="6255"/>
                      <a:pt x="2199" y="6275"/>
                      <a:pt x="2131" y="6275"/>
                    </a:cubicBezTo>
                    <a:cubicBezTo>
                      <a:pt x="2027" y="6275"/>
                      <a:pt x="1923" y="6228"/>
                      <a:pt x="1858" y="6142"/>
                    </a:cubicBezTo>
                    <a:cubicBezTo>
                      <a:pt x="1763" y="5987"/>
                      <a:pt x="1787" y="5785"/>
                      <a:pt x="1942" y="5677"/>
                    </a:cubicBezTo>
                    <a:lnTo>
                      <a:pt x="3025" y="4903"/>
                    </a:lnTo>
                    <a:cubicBezTo>
                      <a:pt x="3085" y="4856"/>
                      <a:pt x="3156" y="4844"/>
                      <a:pt x="3215" y="4844"/>
                    </a:cubicBezTo>
                    <a:close/>
                    <a:moveTo>
                      <a:pt x="3811" y="5606"/>
                    </a:moveTo>
                    <a:cubicBezTo>
                      <a:pt x="3918" y="5606"/>
                      <a:pt x="4001" y="5665"/>
                      <a:pt x="4061" y="5737"/>
                    </a:cubicBezTo>
                    <a:cubicBezTo>
                      <a:pt x="4180" y="5880"/>
                      <a:pt x="4144" y="6106"/>
                      <a:pt x="3989" y="6213"/>
                    </a:cubicBezTo>
                    <a:lnTo>
                      <a:pt x="3156" y="6820"/>
                    </a:lnTo>
                    <a:cubicBezTo>
                      <a:pt x="3100" y="6863"/>
                      <a:pt x="3032" y="6883"/>
                      <a:pt x="2964" y="6883"/>
                    </a:cubicBezTo>
                    <a:cubicBezTo>
                      <a:pt x="2861" y="6883"/>
                      <a:pt x="2756" y="6835"/>
                      <a:pt x="2692" y="6749"/>
                    </a:cubicBezTo>
                    <a:cubicBezTo>
                      <a:pt x="2573" y="6594"/>
                      <a:pt x="2620" y="6380"/>
                      <a:pt x="2775" y="6273"/>
                    </a:cubicBezTo>
                    <a:lnTo>
                      <a:pt x="3573" y="5689"/>
                    </a:lnTo>
                    <a:cubicBezTo>
                      <a:pt x="3608" y="5677"/>
                      <a:pt x="3632" y="5642"/>
                      <a:pt x="3668" y="5630"/>
                    </a:cubicBezTo>
                    <a:cubicBezTo>
                      <a:pt x="3704" y="5618"/>
                      <a:pt x="3763" y="5606"/>
                      <a:pt x="3811" y="5606"/>
                    </a:cubicBezTo>
                    <a:close/>
                    <a:moveTo>
                      <a:pt x="4415" y="6386"/>
                    </a:moveTo>
                    <a:cubicBezTo>
                      <a:pt x="4516" y="6386"/>
                      <a:pt x="4617" y="6431"/>
                      <a:pt x="4680" y="6523"/>
                    </a:cubicBezTo>
                    <a:cubicBezTo>
                      <a:pt x="4799" y="6666"/>
                      <a:pt x="4751" y="6892"/>
                      <a:pt x="4597" y="6999"/>
                    </a:cubicBezTo>
                    <a:lnTo>
                      <a:pt x="4001" y="7416"/>
                    </a:lnTo>
                    <a:cubicBezTo>
                      <a:pt x="3946" y="7462"/>
                      <a:pt x="3883" y="7479"/>
                      <a:pt x="3814" y="7479"/>
                    </a:cubicBezTo>
                    <a:cubicBezTo>
                      <a:pt x="3793" y="7479"/>
                      <a:pt x="3773" y="7478"/>
                      <a:pt x="3751" y="7475"/>
                    </a:cubicBezTo>
                    <a:cubicBezTo>
                      <a:pt x="3668" y="7463"/>
                      <a:pt x="3585" y="7416"/>
                      <a:pt x="3525" y="7344"/>
                    </a:cubicBezTo>
                    <a:cubicBezTo>
                      <a:pt x="3430" y="7189"/>
                      <a:pt x="3454" y="6987"/>
                      <a:pt x="3608" y="6880"/>
                    </a:cubicBezTo>
                    <a:lnTo>
                      <a:pt x="4180" y="6463"/>
                    </a:lnTo>
                    <a:lnTo>
                      <a:pt x="4216" y="6451"/>
                    </a:lnTo>
                    <a:cubicBezTo>
                      <a:pt x="4274" y="6407"/>
                      <a:pt x="4344" y="6386"/>
                      <a:pt x="4415" y="6386"/>
                    </a:cubicBezTo>
                    <a:close/>
                    <a:moveTo>
                      <a:pt x="2894" y="2594"/>
                    </a:moveTo>
                    <a:lnTo>
                      <a:pt x="3168" y="2760"/>
                    </a:lnTo>
                    <a:cubicBezTo>
                      <a:pt x="3193" y="2769"/>
                      <a:pt x="3212" y="2777"/>
                      <a:pt x="3234" y="2777"/>
                    </a:cubicBezTo>
                    <a:cubicBezTo>
                      <a:pt x="3243" y="2777"/>
                      <a:pt x="3253" y="2776"/>
                      <a:pt x="3263" y="2772"/>
                    </a:cubicBezTo>
                    <a:lnTo>
                      <a:pt x="3977" y="2677"/>
                    </a:lnTo>
                    <a:lnTo>
                      <a:pt x="4239" y="2784"/>
                    </a:lnTo>
                    <a:lnTo>
                      <a:pt x="4097" y="3379"/>
                    </a:lnTo>
                    <a:lnTo>
                      <a:pt x="4097" y="3415"/>
                    </a:lnTo>
                    <a:lnTo>
                      <a:pt x="4097" y="4701"/>
                    </a:lnTo>
                    <a:cubicBezTo>
                      <a:pt x="4097" y="5154"/>
                      <a:pt x="4454" y="5511"/>
                      <a:pt x="4894" y="5511"/>
                    </a:cubicBezTo>
                    <a:cubicBezTo>
                      <a:pt x="5347" y="5511"/>
                      <a:pt x="5704" y="5154"/>
                      <a:pt x="5704" y="4701"/>
                    </a:cubicBezTo>
                    <a:lnTo>
                      <a:pt x="5704" y="3439"/>
                    </a:lnTo>
                    <a:lnTo>
                      <a:pt x="5728" y="3391"/>
                    </a:lnTo>
                    <a:lnTo>
                      <a:pt x="8919" y="5118"/>
                    </a:lnTo>
                    <a:cubicBezTo>
                      <a:pt x="9061" y="5261"/>
                      <a:pt x="9121" y="5463"/>
                      <a:pt x="9038" y="5630"/>
                    </a:cubicBezTo>
                    <a:cubicBezTo>
                      <a:pt x="8973" y="5742"/>
                      <a:pt x="8860" y="5806"/>
                      <a:pt x="8742" y="5806"/>
                    </a:cubicBezTo>
                    <a:cubicBezTo>
                      <a:pt x="8685" y="5806"/>
                      <a:pt x="8627" y="5792"/>
                      <a:pt x="8573" y="5761"/>
                    </a:cubicBezTo>
                    <a:lnTo>
                      <a:pt x="6799" y="4796"/>
                    </a:lnTo>
                    <a:cubicBezTo>
                      <a:pt x="6777" y="4781"/>
                      <a:pt x="6753" y="4775"/>
                      <a:pt x="6730" y="4775"/>
                    </a:cubicBezTo>
                    <a:cubicBezTo>
                      <a:pt x="6679" y="4775"/>
                      <a:pt x="6630" y="4807"/>
                      <a:pt x="6597" y="4856"/>
                    </a:cubicBezTo>
                    <a:cubicBezTo>
                      <a:pt x="6549" y="4927"/>
                      <a:pt x="6585" y="5023"/>
                      <a:pt x="6656" y="5058"/>
                    </a:cubicBezTo>
                    <a:lnTo>
                      <a:pt x="8133" y="5868"/>
                    </a:lnTo>
                    <a:cubicBezTo>
                      <a:pt x="8288" y="5951"/>
                      <a:pt x="8347" y="6166"/>
                      <a:pt x="8264" y="6332"/>
                    </a:cubicBezTo>
                    <a:cubicBezTo>
                      <a:pt x="8198" y="6439"/>
                      <a:pt x="8080" y="6501"/>
                      <a:pt x="7959" y="6501"/>
                    </a:cubicBezTo>
                    <a:cubicBezTo>
                      <a:pt x="7905" y="6501"/>
                      <a:pt x="7851" y="6489"/>
                      <a:pt x="7799" y="6463"/>
                    </a:cubicBezTo>
                    <a:lnTo>
                      <a:pt x="6299" y="5642"/>
                    </a:lnTo>
                    <a:cubicBezTo>
                      <a:pt x="6277" y="5627"/>
                      <a:pt x="6252" y="5620"/>
                      <a:pt x="6227" y="5620"/>
                    </a:cubicBezTo>
                    <a:cubicBezTo>
                      <a:pt x="6173" y="5620"/>
                      <a:pt x="6118" y="5652"/>
                      <a:pt x="6085" y="5701"/>
                    </a:cubicBezTo>
                    <a:cubicBezTo>
                      <a:pt x="6049" y="5773"/>
                      <a:pt x="6073" y="5868"/>
                      <a:pt x="6144" y="5916"/>
                    </a:cubicBezTo>
                    <a:lnTo>
                      <a:pt x="7371" y="6570"/>
                    </a:lnTo>
                    <a:cubicBezTo>
                      <a:pt x="7537" y="6654"/>
                      <a:pt x="7597" y="6868"/>
                      <a:pt x="7502" y="7023"/>
                    </a:cubicBezTo>
                    <a:cubicBezTo>
                      <a:pt x="7444" y="7139"/>
                      <a:pt x="7322" y="7203"/>
                      <a:pt x="7197" y="7203"/>
                    </a:cubicBezTo>
                    <a:cubicBezTo>
                      <a:pt x="7143" y="7203"/>
                      <a:pt x="7088" y="7191"/>
                      <a:pt x="7037" y="7166"/>
                    </a:cubicBezTo>
                    <a:lnTo>
                      <a:pt x="5775" y="6463"/>
                    </a:lnTo>
                    <a:cubicBezTo>
                      <a:pt x="5753" y="6448"/>
                      <a:pt x="5728" y="6442"/>
                      <a:pt x="5704" y="6442"/>
                    </a:cubicBezTo>
                    <a:cubicBezTo>
                      <a:pt x="5650" y="6442"/>
                      <a:pt x="5597" y="6474"/>
                      <a:pt x="5573" y="6523"/>
                    </a:cubicBezTo>
                    <a:cubicBezTo>
                      <a:pt x="5525" y="6594"/>
                      <a:pt x="5549" y="6689"/>
                      <a:pt x="5632" y="6725"/>
                    </a:cubicBezTo>
                    <a:lnTo>
                      <a:pt x="6609" y="7261"/>
                    </a:lnTo>
                    <a:cubicBezTo>
                      <a:pt x="6775" y="7356"/>
                      <a:pt x="6835" y="7559"/>
                      <a:pt x="6740" y="7725"/>
                    </a:cubicBezTo>
                    <a:cubicBezTo>
                      <a:pt x="6683" y="7838"/>
                      <a:pt x="6567" y="7902"/>
                      <a:pt x="6450" y="7902"/>
                    </a:cubicBezTo>
                    <a:cubicBezTo>
                      <a:pt x="6394" y="7902"/>
                      <a:pt x="6337" y="7887"/>
                      <a:pt x="6287" y="7856"/>
                    </a:cubicBezTo>
                    <a:lnTo>
                      <a:pt x="5597" y="7487"/>
                    </a:lnTo>
                    <a:cubicBezTo>
                      <a:pt x="5597" y="7344"/>
                      <a:pt x="5549" y="7201"/>
                      <a:pt x="5466" y="7082"/>
                    </a:cubicBezTo>
                    <a:cubicBezTo>
                      <a:pt x="5347" y="6939"/>
                      <a:pt x="5168" y="6844"/>
                      <a:pt x="4990" y="6832"/>
                    </a:cubicBezTo>
                    <a:cubicBezTo>
                      <a:pt x="4990" y="6820"/>
                      <a:pt x="4990" y="6808"/>
                      <a:pt x="5001" y="6785"/>
                    </a:cubicBezTo>
                    <a:cubicBezTo>
                      <a:pt x="5037" y="6606"/>
                      <a:pt x="4990" y="6451"/>
                      <a:pt x="4882" y="6308"/>
                    </a:cubicBezTo>
                    <a:cubicBezTo>
                      <a:pt x="4763" y="6166"/>
                      <a:pt x="4585" y="6070"/>
                      <a:pt x="4406" y="6058"/>
                    </a:cubicBezTo>
                    <a:cubicBezTo>
                      <a:pt x="4406" y="6046"/>
                      <a:pt x="4406" y="6035"/>
                      <a:pt x="4418" y="6011"/>
                    </a:cubicBezTo>
                    <a:cubicBezTo>
                      <a:pt x="4454" y="5832"/>
                      <a:pt x="4406" y="5677"/>
                      <a:pt x="4299" y="5535"/>
                    </a:cubicBezTo>
                    <a:cubicBezTo>
                      <a:pt x="4180" y="5392"/>
                      <a:pt x="4001" y="5296"/>
                      <a:pt x="3823" y="5284"/>
                    </a:cubicBezTo>
                    <a:cubicBezTo>
                      <a:pt x="3823" y="5273"/>
                      <a:pt x="3823" y="5261"/>
                      <a:pt x="3847" y="5237"/>
                    </a:cubicBezTo>
                    <a:cubicBezTo>
                      <a:pt x="3870" y="5058"/>
                      <a:pt x="3823" y="4903"/>
                      <a:pt x="3727" y="4761"/>
                    </a:cubicBezTo>
                    <a:cubicBezTo>
                      <a:pt x="3600" y="4597"/>
                      <a:pt x="3413" y="4515"/>
                      <a:pt x="3222" y="4515"/>
                    </a:cubicBezTo>
                    <a:cubicBezTo>
                      <a:pt x="3093" y="4515"/>
                      <a:pt x="2962" y="4553"/>
                      <a:pt x="2846" y="4630"/>
                    </a:cubicBezTo>
                    <a:lnTo>
                      <a:pt x="1775" y="5404"/>
                    </a:lnTo>
                    <a:lnTo>
                      <a:pt x="1382" y="5201"/>
                    </a:lnTo>
                    <a:lnTo>
                      <a:pt x="2894" y="2594"/>
                    </a:lnTo>
                    <a:close/>
                    <a:moveTo>
                      <a:pt x="5009" y="7159"/>
                    </a:moveTo>
                    <a:cubicBezTo>
                      <a:pt x="5109" y="7159"/>
                      <a:pt x="5207" y="7205"/>
                      <a:pt x="5263" y="7297"/>
                    </a:cubicBezTo>
                    <a:cubicBezTo>
                      <a:pt x="5311" y="7356"/>
                      <a:pt x="5347" y="7451"/>
                      <a:pt x="5335" y="7535"/>
                    </a:cubicBezTo>
                    <a:cubicBezTo>
                      <a:pt x="5311" y="7630"/>
                      <a:pt x="5263" y="7701"/>
                      <a:pt x="5192" y="7761"/>
                    </a:cubicBezTo>
                    <a:lnTo>
                      <a:pt x="4835" y="8011"/>
                    </a:lnTo>
                    <a:cubicBezTo>
                      <a:pt x="4778" y="8053"/>
                      <a:pt x="4711" y="8073"/>
                      <a:pt x="4643" y="8073"/>
                    </a:cubicBezTo>
                    <a:cubicBezTo>
                      <a:pt x="4539" y="8073"/>
                      <a:pt x="4435" y="8026"/>
                      <a:pt x="4370" y="7940"/>
                    </a:cubicBezTo>
                    <a:cubicBezTo>
                      <a:pt x="4275" y="7785"/>
                      <a:pt x="4299" y="7582"/>
                      <a:pt x="4454" y="7475"/>
                    </a:cubicBezTo>
                    <a:lnTo>
                      <a:pt x="4775" y="7237"/>
                    </a:lnTo>
                    <a:lnTo>
                      <a:pt x="4811" y="7225"/>
                    </a:lnTo>
                    <a:cubicBezTo>
                      <a:pt x="4869" y="7181"/>
                      <a:pt x="4940" y="7159"/>
                      <a:pt x="5009" y="7159"/>
                    </a:cubicBezTo>
                    <a:close/>
                    <a:moveTo>
                      <a:pt x="182" y="0"/>
                    </a:moveTo>
                    <a:cubicBezTo>
                      <a:pt x="131" y="0"/>
                      <a:pt x="81" y="32"/>
                      <a:pt x="48" y="81"/>
                    </a:cubicBezTo>
                    <a:cubicBezTo>
                      <a:pt x="1" y="153"/>
                      <a:pt x="25" y="248"/>
                      <a:pt x="108" y="284"/>
                    </a:cubicBezTo>
                    <a:lnTo>
                      <a:pt x="2430" y="1629"/>
                    </a:lnTo>
                    <a:lnTo>
                      <a:pt x="418" y="5094"/>
                    </a:lnTo>
                    <a:lnTo>
                      <a:pt x="251" y="5011"/>
                    </a:lnTo>
                    <a:cubicBezTo>
                      <a:pt x="226" y="4994"/>
                      <a:pt x="200" y="4986"/>
                      <a:pt x="175" y="4986"/>
                    </a:cubicBezTo>
                    <a:cubicBezTo>
                      <a:pt x="126" y="4986"/>
                      <a:pt x="80" y="5015"/>
                      <a:pt x="48" y="5070"/>
                    </a:cubicBezTo>
                    <a:cubicBezTo>
                      <a:pt x="1" y="5142"/>
                      <a:pt x="25" y="5225"/>
                      <a:pt x="108" y="5273"/>
                    </a:cubicBezTo>
                    <a:lnTo>
                      <a:pt x="906" y="5737"/>
                    </a:lnTo>
                    <a:cubicBezTo>
                      <a:pt x="932" y="5752"/>
                      <a:pt x="958" y="5759"/>
                      <a:pt x="983" y="5759"/>
                    </a:cubicBezTo>
                    <a:cubicBezTo>
                      <a:pt x="1038" y="5759"/>
                      <a:pt x="1087" y="5726"/>
                      <a:pt x="1120" y="5677"/>
                    </a:cubicBezTo>
                    <a:lnTo>
                      <a:pt x="1239" y="5463"/>
                    </a:lnTo>
                    <a:lnTo>
                      <a:pt x="1561" y="5642"/>
                    </a:lnTo>
                    <a:cubicBezTo>
                      <a:pt x="1465" y="5856"/>
                      <a:pt x="1465" y="6106"/>
                      <a:pt x="1608" y="6320"/>
                    </a:cubicBezTo>
                    <a:cubicBezTo>
                      <a:pt x="1727" y="6499"/>
                      <a:pt x="1942" y="6582"/>
                      <a:pt x="2132" y="6582"/>
                    </a:cubicBezTo>
                    <a:cubicBezTo>
                      <a:pt x="2192" y="6582"/>
                      <a:pt x="2263" y="6570"/>
                      <a:pt x="2323" y="6558"/>
                    </a:cubicBezTo>
                    <a:cubicBezTo>
                      <a:pt x="2323" y="6689"/>
                      <a:pt x="2370" y="6820"/>
                      <a:pt x="2442" y="6928"/>
                    </a:cubicBezTo>
                    <a:cubicBezTo>
                      <a:pt x="2561" y="7094"/>
                      <a:pt x="2751" y="7178"/>
                      <a:pt x="2965" y="7178"/>
                    </a:cubicBezTo>
                    <a:cubicBezTo>
                      <a:pt x="3025" y="7178"/>
                      <a:pt x="3096" y="7166"/>
                      <a:pt x="3156" y="7154"/>
                    </a:cubicBezTo>
                    <a:cubicBezTo>
                      <a:pt x="3156" y="7285"/>
                      <a:pt x="3204" y="7404"/>
                      <a:pt x="3275" y="7523"/>
                    </a:cubicBezTo>
                    <a:cubicBezTo>
                      <a:pt x="3382" y="7654"/>
                      <a:pt x="3525" y="7749"/>
                      <a:pt x="3692" y="7773"/>
                    </a:cubicBezTo>
                    <a:cubicBezTo>
                      <a:pt x="3716" y="7773"/>
                      <a:pt x="3763" y="7785"/>
                      <a:pt x="3799" y="7785"/>
                    </a:cubicBezTo>
                    <a:cubicBezTo>
                      <a:pt x="3858" y="7785"/>
                      <a:pt x="3930" y="7773"/>
                      <a:pt x="3989" y="7761"/>
                    </a:cubicBezTo>
                    <a:cubicBezTo>
                      <a:pt x="3989" y="7892"/>
                      <a:pt x="4037" y="8011"/>
                      <a:pt x="4108" y="8130"/>
                    </a:cubicBezTo>
                    <a:cubicBezTo>
                      <a:pt x="4216" y="8261"/>
                      <a:pt x="4358" y="8356"/>
                      <a:pt x="4525" y="8380"/>
                    </a:cubicBezTo>
                    <a:cubicBezTo>
                      <a:pt x="4549" y="8380"/>
                      <a:pt x="4597" y="8404"/>
                      <a:pt x="4632" y="8404"/>
                    </a:cubicBezTo>
                    <a:cubicBezTo>
                      <a:pt x="4763" y="8404"/>
                      <a:pt x="4894" y="8356"/>
                      <a:pt x="5001" y="8285"/>
                    </a:cubicBezTo>
                    <a:lnTo>
                      <a:pt x="5359" y="8023"/>
                    </a:lnTo>
                    <a:cubicBezTo>
                      <a:pt x="5430" y="7963"/>
                      <a:pt x="5490" y="7904"/>
                      <a:pt x="5537" y="7820"/>
                    </a:cubicBezTo>
                    <a:lnTo>
                      <a:pt x="6156" y="8166"/>
                    </a:lnTo>
                    <a:cubicBezTo>
                      <a:pt x="6252" y="8201"/>
                      <a:pt x="6359" y="8237"/>
                      <a:pt x="6478" y="8237"/>
                    </a:cubicBezTo>
                    <a:cubicBezTo>
                      <a:pt x="6537" y="8237"/>
                      <a:pt x="6597" y="8225"/>
                      <a:pt x="6656" y="8201"/>
                    </a:cubicBezTo>
                    <a:cubicBezTo>
                      <a:pt x="6811" y="8166"/>
                      <a:pt x="6954" y="8047"/>
                      <a:pt x="7037" y="7892"/>
                    </a:cubicBezTo>
                    <a:cubicBezTo>
                      <a:pt x="7097" y="7773"/>
                      <a:pt x="7133" y="7642"/>
                      <a:pt x="7109" y="7523"/>
                    </a:cubicBezTo>
                    <a:cubicBezTo>
                      <a:pt x="7156" y="7523"/>
                      <a:pt x="7192" y="7535"/>
                      <a:pt x="7228" y="7535"/>
                    </a:cubicBezTo>
                    <a:cubicBezTo>
                      <a:pt x="7454" y="7535"/>
                      <a:pt x="7680" y="7416"/>
                      <a:pt x="7799" y="7213"/>
                    </a:cubicBezTo>
                    <a:cubicBezTo>
                      <a:pt x="7859" y="7094"/>
                      <a:pt x="7883" y="6951"/>
                      <a:pt x="7871" y="6832"/>
                    </a:cubicBezTo>
                    <a:cubicBezTo>
                      <a:pt x="7918" y="6832"/>
                      <a:pt x="7942" y="6856"/>
                      <a:pt x="7990" y="6856"/>
                    </a:cubicBezTo>
                    <a:cubicBezTo>
                      <a:pt x="8216" y="6856"/>
                      <a:pt x="8442" y="6737"/>
                      <a:pt x="8561" y="6523"/>
                    </a:cubicBezTo>
                    <a:cubicBezTo>
                      <a:pt x="8621" y="6404"/>
                      <a:pt x="8645" y="6273"/>
                      <a:pt x="8633" y="6154"/>
                    </a:cubicBezTo>
                    <a:cubicBezTo>
                      <a:pt x="8680" y="6154"/>
                      <a:pt x="8704" y="6166"/>
                      <a:pt x="8752" y="6166"/>
                    </a:cubicBezTo>
                    <a:cubicBezTo>
                      <a:pt x="8811" y="6166"/>
                      <a:pt x="8871" y="6154"/>
                      <a:pt x="8930" y="6142"/>
                    </a:cubicBezTo>
                    <a:cubicBezTo>
                      <a:pt x="9097" y="6094"/>
                      <a:pt x="9228" y="5975"/>
                      <a:pt x="9311" y="5820"/>
                    </a:cubicBezTo>
                    <a:cubicBezTo>
                      <a:pt x="9407" y="5677"/>
                      <a:pt x="9419" y="5499"/>
                      <a:pt x="9359" y="5332"/>
                    </a:cubicBezTo>
                    <a:cubicBezTo>
                      <a:pt x="9347" y="5284"/>
                      <a:pt x="9335" y="5261"/>
                      <a:pt x="9311" y="5213"/>
                    </a:cubicBezTo>
                    <a:lnTo>
                      <a:pt x="9585" y="5023"/>
                    </a:lnTo>
                    <a:lnTo>
                      <a:pt x="9728" y="5201"/>
                    </a:lnTo>
                    <a:cubicBezTo>
                      <a:pt x="9756" y="5236"/>
                      <a:pt x="9804" y="5254"/>
                      <a:pt x="9853" y="5254"/>
                    </a:cubicBezTo>
                    <a:cubicBezTo>
                      <a:pt x="9889" y="5254"/>
                      <a:pt x="9925" y="5245"/>
                      <a:pt x="9954" y="5225"/>
                    </a:cubicBezTo>
                    <a:lnTo>
                      <a:pt x="10371" y="4903"/>
                    </a:lnTo>
                    <a:cubicBezTo>
                      <a:pt x="10431" y="4808"/>
                      <a:pt x="10431" y="4725"/>
                      <a:pt x="10395" y="4653"/>
                    </a:cubicBezTo>
                    <a:cubicBezTo>
                      <a:pt x="10350" y="4616"/>
                      <a:pt x="10300" y="4592"/>
                      <a:pt x="10254" y="4592"/>
                    </a:cubicBezTo>
                    <a:cubicBezTo>
                      <a:pt x="10228" y="4592"/>
                      <a:pt x="10202" y="4600"/>
                      <a:pt x="10181" y="4618"/>
                    </a:cubicBezTo>
                    <a:lnTo>
                      <a:pt x="9883" y="4856"/>
                    </a:lnTo>
                    <a:lnTo>
                      <a:pt x="7454" y="1689"/>
                    </a:lnTo>
                    <a:lnTo>
                      <a:pt x="8835" y="796"/>
                    </a:lnTo>
                    <a:cubicBezTo>
                      <a:pt x="8919" y="748"/>
                      <a:pt x="8930" y="665"/>
                      <a:pt x="8883" y="582"/>
                    </a:cubicBezTo>
                    <a:cubicBezTo>
                      <a:pt x="8854" y="539"/>
                      <a:pt x="8813" y="517"/>
                      <a:pt x="8769" y="517"/>
                    </a:cubicBezTo>
                    <a:cubicBezTo>
                      <a:pt x="8740" y="517"/>
                      <a:pt x="8709" y="527"/>
                      <a:pt x="8680" y="546"/>
                    </a:cubicBezTo>
                    <a:lnTo>
                      <a:pt x="7156" y="1522"/>
                    </a:lnTo>
                    <a:cubicBezTo>
                      <a:pt x="7085" y="1570"/>
                      <a:pt x="7073" y="1677"/>
                      <a:pt x="7109" y="1748"/>
                    </a:cubicBezTo>
                    <a:lnTo>
                      <a:pt x="7395" y="2106"/>
                    </a:lnTo>
                    <a:lnTo>
                      <a:pt x="7204" y="2248"/>
                    </a:lnTo>
                    <a:lnTo>
                      <a:pt x="6418" y="1998"/>
                    </a:lnTo>
                    <a:cubicBezTo>
                      <a:pt x="6406" y="1998"/>
                      <a:pt x="6383" y="1986"/>
                      <a:pt x="6371" y="1986"/>
                    </a:cubicBezTo>
                    <a:lnTo>
                      <a:pt x="4585" y="1986"/>
                    </a:lnTo>
                    <a:cubicBezTo>
                      <a:pt x="4513" y="1986"/>
                      <a:pt x="4454" y="2034"/>
                      <a:pt x="4442" y="2106"/>
                    </a:cubicBezTo>
                    <a:lnTo>
                      <a:pt x="4335" y="2510"/>
                    </a:lnTo>
                    <a:lnTo>
                      <a:pt x="4073" y="2403"/>
                    </a:lnTo>
                    <a:cubicBezTo>
                      <a:pt x="4049" y="2391"/>
                      <a:pt x="4037" y="2391"/>
                      <a:pt x="4001" y="2391"/>
                    </a:cubicBezTo>
                    <a:lnTo>
                      <a:pt x="3287" y="2475"/>
                    </a:lnTo>
                    <a:lnTo>
                      <a:pt x="3049" y="2344"/>
                    </a:lnTo>
                    <a:lnTo>
                      <a:pt x="3275" y="1939"/>
                    </a:lnTo>
                    <a:cubicBezTo>
                      <a:pt x="3323" y="1867"/>
                      <a:pt x="3287" y="1772"/>
                      <a:pt x="3215" y="1736"/>
                    </a:cubicBezTo>
                    <a:lnTo>
                      <a:pt x="251" y="22"/>
                    </a:lnTo>
                    <a:cubicBezTo>
                      <a:pt x="228" y="7"/>
                      <a:pt x="205" y="0"/>
                      <a:pt x="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31"/>
              <p:cNvSpPr/>
              <p:nvPr/>
            </p:nvSpPr>
            <p:spPr>
              <a:xfrm>
                <a:off x="6965173" y="2009304"/>
                <a:ext cx="38670" cy="27181"/>
              </a:xfrm>
              <a:custGeom>
                <a:rect b="b" l="l" r="r" t="t"/>
                <a:pathLst>
                  <a:path extrusionOk="0" h="854" w="1215">
                    <a:moveTo>
                      <a:pt x="1023" y="1"/>
                    </a:moveTo>
                    <a:cubicBezTo>
                      <a:pt x="995" y="1"/>
                      <a:pt x="966" y="8"/>
                      <a:pt x="941" y="20"/>
                    </a:cubicBezTo>
                    <a:lnTo>
                      <a:pt x="95" y="580"/>
                    </a:lnTo>
                    <a:cubicBezTo>
                      <a:pt x="12" y="616"/>
                      <a:pt x="0" y="711"/>
                      <a:pt x="48" y="782"/>
                    </a:cubicBezTo>
                    <a:cubicBezTo>
                      <a:pt x="83" y="830"/>
                      <a:pt x="119" y="854"/>
                      <a:pt x="179" y="854"/>
                    </a:cubicBezTo>
                    <a:cubicBezTo>
                      <a:pt x="214" y="854"/>
                      <a:pt x="238" y="842"/>
                      <a:pt x="274" y="830"/>
                    </a:cubicBezTo>
                    <a:lnTo>
                      <a:pt x="1119" y="282"/>
                    </a:lnTo>
                    <a:cubicBezTo>
                      <a:pt x="1179" y="235"/>
                      <a:pt x="1214" y="140"/>
                      <a:pt x="1155" y="68"/>
                    </a:cubicBezTo>
                    <a:cubicBezTo>
                      <a:pt x="1124" y="22"/>
                      <a:pt x="1074" y="1"/>
                      <a:pt x="10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10" name="Google Shape;1510;p31"/>
          <p:cNvGrpSpPr/>
          <p:nvPr/>
        </p:nvGrpSpPr>
        <p:grpSpPr>
          <a:xfrm>
            <a:off x="909600" y="1381125"/>
            <a:ext cx="1905000" cy="2694430"/>
            <a:chOff x="657225" y="1447800"/>
            <a:chExt cx="1905000" cy="2694430"/>
          </a:xfrm>
        </p:grpSpPr>
        <p:cxnSp>
          <p:nvCxnSpPr>
            <p:cNvPr id="1511" name="Google Shape;1511;p31"/>
            <p:cNvCxnSpPr>
              <a:endCxn id="1512" idx="2"/>
            </p:cNvCxnSpPr>
            <p:nvPr/>
          </p:nvCxnSpPr>
          <p:spPr>
            <a:xfrm>
              <a:off x="1605000" y="2238300"/>
              <a:ext cx="0" cy="138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oval"/>
              <a:tailEnd len="med" w="med" type="none"/>
            </a:ln>
          </p:spPr>
        </p:cxnSp>
        <p:sp>
          <p:nvSpPr>
            <p:cNvPr id="1513" name="Google Shape;1513;p31"/>
            <p:cNvSpPr/>
            <p:nvPr/>
          </p:nvSpPr>
          <p:spPr>
            <a:xfrm>
              <a:off x="952500" y="2705100"/>
              <a:ext cx="13050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2001 - 2010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12" name="Google Shape;1512;p31"/>
            <p:cNvSpPr/>
            <p:nvPr/>
          </p:nvSpPr>
          <p:spPr>
            <a:xfrm>
              <a:off x="952500" y="3390900"/>
              <a:ext cx="1305000" cy="22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1</a:t>
              </a:r>
              <a:endParaRPr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14" name="Google Shape;1514;p31"/>
            <p:cNvSpPr txBox="1"/>
            <p:nvPr/>
          </p:nvSpPr>
          <p:spPr>
            <a:xfrm>
              <a:off x="657225" y="1447800"/>
              <a:ext cx="1905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15" name="Google Shape;1515;p31"/>
            <p:cNvGrpSpPr/>
            <p:nvPr/>
          </p:nvGrpSpPr>
          <p:grpSpPr>
            <a:xfrm>
              <a:off x="1438801" y="3792159"/>
              <a:ext cx="332375" cy="350071"/>
              <a:chOff x="870939" y="1975821"/>
              <a:chExt cx="332375" cy="350071"/>
            </a:xfrm>
          </p:grpSpPr>
          <p:sp>
            <p:nvSpPr>
              <p:cNvPr id="1516" name="Google Shape;1516;p31"/>
              <p:cNvSpPr/>
              <p:nvPr/>
            </p:nvSpPr>
            <p:spPr>
              <a:xfrm>
                <a:off x="870939" y="1975821"/>
                <a:ext cx="332375" cy="350071"/>
              </a:xfrm>
              <a:custGeom>
                <a:rect b="b" l="l" r="r" t="t"/>
                <a:pathLst>
                  <a:path extrusionOk="0" h="10999" w="10443">
                    <a:moveTo>
                      <a:pt x="8049" y="334"/>
                    </a:moveTo>
                    <a:lnTo>
                      <a:pt x="5728" y="3573"/>
                    </a:lnTo>
                    <a:lnTo>
                      <a:pt x="5406" y="3120"/>
                    </a:lnTo>
                    <a:lnTo>
                      <a:pt x="7395" y="334"/>
                    </a:lnTo>
                    <a:close/>
                    <a:moveTo>
                      <a:pt x="9109" y="334"/>
                    </a:moveTo>
                    <a:lnTo>
                      <a:pt x="6263" y="4311"/>
                    </a:lnTo>
                    <a:lnTo>
                      <a:pt x="5942" y="3847"/>
                    </a:lnTo>
                    <a:lnTo>
                      <a:pt x="8454" y="334"/>
                    </a:lnTo>
                    <a:close/>
                    <a:moveTo>
                      <a:pt x="3025" y="334"/>
                    </a:moveTo>
                    <a:lnTo>
                      <a:pt x="6025" y="4525"/>
                    </a:lnTo>
                    <a:cubicBezTo>
                      <a:pt x="5998" y="4533"/>
                      <a:pt x="5970" y="4537"/>
                      <a:pt x="5942" y="4537"/>
                    </a:cubicBezTo>
                    <a:cubicBezTo>
                      <a:pt x="5849" y="4537"/>
                      <a:pt x="5759" y="4494"/>
                      <a:pt x="5704" y="4430"/>
                    </a:cubicBezTo>
                    <a:cubicBezTo>
                      <a:pt x="5561" y="4287"/>
                      <a:pt x="5382" y="4228"/>
                      <a:pt x="5228" y="4228"/>
                    </a:cubicBezTo>
                    <a:lnTo>
                      <a:pt x="2430" y="334"/>
                    </a:lnTo>
                    <a:close/>
                    <a:moveTo>
                      <a:pt x="2025" y="334"/>
                    </a:moveTo>
                    <a:lnTo>
                      <a:pt x="4882" y="4323"/>
                    </a:lnTo>
                    <a:cubicBezTo>
                      <a:pt x="4823" y="4347"/>
                      <a:pt x="4775" y="4394"/>
                      <a:pt x="4728" y="4442"/>
                    </a:cubicBezTo>
                    <a:cubicBezTo>
                      <a:pt x="4667" y="4503"/>
                      <a:pt x="4569" y="4544"/>
                      <a:pt x="4474" y="4544"/>
                    </a:cubicBezTo>
                    <a:cubicBezTo>
                      <a:pt x="4438" y="4544"/>
                      <a:pt x="4403" y="4538"/>
                      <a:pt x="4370" y="4525"/>
                    </a:cubicBezTo>
                    <a:lnTo>
                      <a:pt x="1370" y="334"/>
                    </a:lnTo>
                    <a:close/>
                    <a:moveTo>
                      <a:pt x="965" y="334"/>
                    </a:moveTo>
                    <a:lnTo>
                      <a:pt x="3942" y="4490"/>
                    </a:lnTo>
                    <a:cubicBezTo>
                      <a:pt x="3775" y="4525"/>
                      <a:pt x="3632" y="4621"/>
                      <a:pt x="3525" y="4763"/>
                    </a:cubicBezTo>
                    <a:lnTo>
                      <a:pt x="358" y="334"/>
                    </a:lnTo>
                    <a:close/>
                    <a:moveTo>
                      <a:pt x="10062" y="334"/>
                    </a:moveTo>
                    <a:lnTo>
                      <a:pt x="6894" y="4763"/>
                    </a:lnTo>
                    <a:cubicBezTo>
                      <a:pt x="6799" y="4632"/>
                      <a:pt x="6668" y="4549"/>
                      <a:pt x="6513" y="4501"/>
                    </a:cubicBezTo>
                    <a:lnTo>
                      <a:pt x="9514" y="334"/>
                    </a:lnTo>
                    <a:close/>
                    <a:moveTo>
                      <a:pt x="5192" y="4582"/>
                    </a:moveTo>
                    <a:cubicBezTo>
                      <a:pt x="5284" y="4582"/>
                      <a:pt x="5376" y="4615"/>
                      <a:pt x="5442" y="4680"/>
                    </a:cubicBezTo>
                    <a:cubicBezTo>
                      <a:pt x="5577" y="4807"/>
                      <a:pt x="5744" y="4876"/>
                      <a:pt x="5917" y="4876"/>
                    </a:cubicBezTo>
                    <a:cubicBezTo>
                      <a:pt x="6004" y="4876"/>
                      <a:pt x="6093" y="4859"/>
                      <a:pt x="6180" y="4823"/>
                    </a:cubicBezTo>
                    <a:cubicBezTo>
                      <a:pt x="6216" y="4808"/>
                      <a:pt x="6254" y="4801"/>
                      <a:pt x="6293" y="4801"/>
                    </a:cubicBezTo>
                    <a:cubicBezTo>
                      <a:pt x="6436" y="4801"/>
                      <a:pt x="6586" y="4897"/>
                      <a:pt x="6633" y="5037"/>
                    </a:cubicBezTo>
                    <a:cubicBezTo>
                      <a:pt x="6633" y="5049"/>
                      <a:pt x="6644" y="5061"/>
                      <a:pt x="6644" y="5061"/>
                    </a:cubicBezTo>
                    <a:cubicBezTo>
                      <a:pt x="6728" y="5263"/>
                      <a:pt x="6859" y="5335"/>
                      <a:pt x="6859" y="5335"/>
                    </a:cubicBezTo>
                    <a:cubicBezTo>
                      <a:pt x="6990" y="5406"/>
                      <a:pt x="7133" y="5454"/>
                      <a:pt x="7264" y="5466"/>
                    </a:cubicBezTo>
                    <a:cubicBezTo>
                      <a:pt x="7454" y="5478"/>
                      <a:pt x="7621" y="5644"/>
                      <a:pt x="7609" y="5859"/>
                    </a:cubicBezTo>
                    <a:cubicBezTo>
                      <a:pt x="7585" y="6121"/>
                      <a:pt x="7740" y="6371"/>
                      <a:pt x="7978" y="6490"/>
                    </a:cubicBezTo>
                    <a:cubicBezTo>
                      <a:pt x="8157" y="6585"/>
                      <a:pt x="8228" y="6811"/>
                      <a:pt x="8145" y="6990"/>
                    </a:cubicBezTo>
                    <a:cubicBezTo>
                      <a:pt x="8026" y="7228"/>
                      <a:pt x="8049" y="7526"/>
                      <a:pt x="8216" y="7728"/>
                    </a:cubicBezTo>
                    <a:cubicBezTo>
                      <a:pt x="8335" y="7883"/>
                      <a:pt x="8323" y="8121"/>
                      <a:pt x="8157" y="8240"/>
                    </a:cubicBezTo>
                    <a:cubicBezTo>
                      <a:pt x="7942" y="8395"/>
                      <a:pt x="7859" y="8681"/>
                      <a:pt x="7930" y="8931"/>
                    </a:cubicBezTo>
                    <a:cubicBezTo>
                      <a:pt x="7978" y="9133"/>
                      <a:pt x="7871" y="9323"/>
                      <a:pt x="7680" y="9383"/>
                    </a:cubicBezTo>
                    <a:cubicBezTo>
                      <a:pt x="7430" y="9454"/>
                      <a:pt x="7228" y="9669"/>
                      <a:pt x="7192" y="9931"/>
                    </a:cubicBezTo>
                    <a:cubicBezTo>
                      <a:pt x="7160" y="10101"/>
                      <a:pt x="7004" y="10234"/>
                      <a:pt x="6835" y="10234"/>
                    </a:cubicBezTo>
                    <a:cubicBezTo>
                      <a:pt x="6815" y="10234"/>
                      <a:pt x="6795" y="10232"/>
                      <a:pt x="6775" y="10228"/>
                    </a:cubicBezTo>
                    <a:cubicBezTo>
                      <a:pt x="6735" y="10221"/>
                      <a:pt x="6695" y="10218"/>
                      <a:pt x="6656" y="10218"/>
                    </a:cubicBezTo>
                    <a:cubicBezTo>
                      <a:pt x="6427" y="10218"/>
                      <a:pt x="6217" y="10333"/>
                      <a:pt x="6085" y="10526"/>
                    </a:cubicBezTo>
                    <a:cubicBezTo>
                      <a:pt x="6016" y="10633"/>
                      <a:pt x="5904" y="10690"/>
                      <a:pt x="5786" y="10690"/>
                    </a:cubicBezTo>
                    <a:cubicBezTo>
                      <a:pt x="5718" y="10690"/>
                      <a:pt x="5649" y="10672"/>
                      <a:pt x="5585" y="10633"/>
                    </a:cubicBezTo>
                    <a:cubicBezTo>
                      <a:pt x="5454" y="10562"/>
                      <a:pt x="5347" y="10526"/>
                      <a:pt x="5204" y="10526"/>
                    </a:cubicBezTo>
                    <a:cubicBezTo>
                      <a:pt x="5073" y="10526"/>
                      <a:pt x="4954" y="10562"/>
                      <a:pt x="4835" y="10633"/>
                    </a:cubicBezTo>
                    <a:cubicBezTo>
                      <a:pt x="4774" y="10672"/>
                      <a:pt x="4708" y="10690"/>
                      <a:pt x="4642" y="10690"/>
                    </a:cubicBezTo>
                    <a:cubicBezTo>
                      <a:pt x="4524" y="10690"/>
                      <a:pt x="4406" y="10633"/>
                      <a:pt x="4323" y="10526"/>
                    </a:cubicBezTo>
                    <a:cubicBezTo>
                      <a:pt x="4201" y="10333"/>
                      <a:pt x="3983" y="10218"/>
                      <a:pt x="3760" y="10218"/>
                    </a:cubicBezTo>
                    <a:cubicBezTo>
                      <a:pt x="3721" y="10218"/>
                      <a:pt x="3682" y="10221"/>
                      <a:pt x="3644" y="10228"/>
                    </a:cubicBezTo>
                    <a:cubicBezTo>
                      <a:pt x="3624" y="10232"/>
                      <a:pt x="3604" y="10234"/>
                      <a:pt x="3585" y="10234"/>
                    </a:cubicBezTo>
                    <a:cubicBezTo>
                      <a:pt x="3416" y="10234"/>
                      <a:pt x="3259" y="10101"/>
                      <a:pt x="3227" y="9931"/>
                    </a:cubicBezTo>
                    <a:cubicBezTo>
                      <a:pt x="3180" y="9669"/>
                      <a:pt x="2989" y="9454"/>
                      <a:pt x="2739" y="9383"/>
                    </a:cubicBezTo>
                    <a:cubicBezTo>
                      <a:pt x="2537" y="9323"/>
                      <a:pt x="2418" y="9133"/>
                      <a:pt x="2477" y="8931"/>
                    </a:cubicBezTo>
                    <a:cubicBezTo>
                      <a:pt x="2561" y="8681"/>
                      <a:pt x="2465" y="8395"/>
                      <a:pt x="2263" y="8240"/>
                    </a:cubicBezTo>
                    <a:cubicBezTo>
                      <a:pt x="2108" y="8121"/>
                      <a:pt x="2084" y="7883"/>
                      <a:pt x="2203" y="7728"/>
                    </a:cubicBezTo>
                    <a:cubicBezTo>
                      <a:pt x="2358" y="7526"/>
                      <a:pt x="2394" y="7228"/>
                      <a:pt x="2275" y="6990"/>
                    </a:cubicBezTo>
                    <a:cubicBezTo>
                      <a:pt x="2180" y="6811"/>
                      <a:pt x="2263" y="6585"/>
                      <a:pt x="2442" y="6490"/>
                    </a:cubicBezTo>
                    <a:cubicBezTo>
                      <a:pt x="2680" y="6371"/>
                      <a:pt x="2823" y="6121"/>
                      <a:pt x="2811" y="5859"/>
                    </a:cubicBezTo>
                    <a:cubicBezTo>
                      <a:pt x="2799" y="5656"/>
                      <a:pt x="2953" y="5478"/>
                      <a:pt x="3156" y="5466"/>
                    </a:cubicBezTo>
                    <a:cubicBezTo>
                      <a:pt x="3358" y="5454"/>
                      <a:pt x="3549" y="5347"/>
                      <a:pt x="3668" y="5180"/>
                    </a:cubicBezTo>
                    <a:lnTo>
                      <a:pt x="3668" y="5168"/>
                    </a:lnTo>
                    <a:cubicBezTo>
                      <a:pt x="3704" y="5121"/>
                      <a:pt x="3727" y="5085"/>
                      <a:pt x="3751" y="5037"/>
                    </a:cubicBezTo>
                    <a:cubicBezTo>
                      <a:pt x="3807" y="4897"/>
                      <a:pt x="3945" y="4801"/>
                      <a:pt x="4087" y="4801"/>
                    </a:cubicBezTo>
                    <a:cubicBezTo>
                      <a:pt x="4126" y="4801"/>
                      <a:pt x="4165" y="4808"/>
                      <a:pt x="4204" y="4823"/>
                    </a:cubicBezTo>
                    <a:cubicBezTo>
                      <a:pt x="4287" y="4853"/>
                      <a:pt x="4372" y="4868"/>
                      <a:pt x="4456" y="4868"/>
                    </a:cubicBezTo>
                    <a:cubicBezTo>
                      <a:pt x="4633" y="4868"/>
                      <a:pt x="4804" y="4802"/>
                      <a:pt x="4942" y="4680"/>
                    </a:cubicBezTo>
                    <a:cubicBezTo>
                      <a:pt x="5007" y="4615"/>
                      <a:pt x="5100" y="4582"/>
                      <a:pt x="5192" y="4582"/>
                    </a:cubicBezTo>
                    <a:close/>
                    <a:moveTo>
                      <a:pt x="286" y="1"/>
                    </a:moveTo>
                    <a:cubicBezTo>
                      <a:pt x="179" y="1"/>
                      <a:pt x="84" y="60"/>
                      <a:pt x="48" y="156"/>
                    </a:cubicBezTo>
                    <a:cubicBezTo>
                      <a:pt x="1" y="239"/>
                      <a:pt x="1" y="346"/>
                      <a:pt x="60" y="441"/>
                    </a:cubicBezTo>
                    <a:lnTo>
                      <a:pt x="3358" y="5049"/>
                    </a:lnTo>
                    <a:cubicBezTo>
                      <a:pt x="3299" y="5097"/>
                      <a:pt x="3227" y="5121"/>
                      <a:pt x="3156" y="5121"/>
                    </a:cubicBezTo>
                    <a:cubicBezTo>
                      <a:pt x="2787" y="5144"/>
                      <a:pt x="2489" y="5466"/>
                      <a:pt x="2513" y="5835"/>
                    </a:cubicBezTo>
                    <a:cubicBezTo>
                      <a:pt x="2513" y="5990"/>
                      <a:pt x="2442" y="6121"/>
                      <a:pt x="2322" y="6180"/>
                    </a:cubicBezTo>
                    <a:cubicBezTo>
                      <a:pt x="1989" y="6359"/>
                      <a:pt x="1858" y="6764"/>
                      <a:pt x="2025" y="7109"/>
                    </a:cubicBezTo>
                    <a:cubicBezTo>
                      <a:pt x="2084" y="7240"/>
                      <a:pt x="2072" y="7383"/>
                      <a:pt x="1977" y="7490"/>
                    </a:cubicBezTo>
                    <a:cubicBezTo>
                      <a:pt x="1739" y="7788"/>
                      <a:pt x="1787" y="8216"/>
                      <a:pt x="2084" y="8454"/>
                    </a:cubicBezTo>
                    <a:cubicBezTo>
                      <a:pt x="2180" y="8550"/>
                      <a:pt x="2239" y="8692"/>
                      <a:pt x="2203" y="8835"/>
                    </a:cubicBezTo>
                    <a:cubicBezTo>
                      <a:pt x="2108" y="9193"/>
                      <a:pt x="2322" y="9574"/>
                      <a:pt x="2680" y="9669"/>
                    </a:cubicBezTo>
                    <a:cubicBezTo>
                      <a:pt x="2811" y="9704"/>
                      <a:pt x="2918" y="9812"/>
                      <a:pt x="2942" y="9966"/>
                    </a:cubicBezTo>
                    <a:cubicBezTo>
                      <a:pt x="2995" y="10299"/>
                      <a:pt x="3290" y="10535"/>
                      <a:pt x="3609" y="10535"/>
                    </a:cubicBezTo>
                    <a:cubicBezTo>
                      <a:pt x="3645" y="10535"/>
                      <a:pt x="3680" y="10532"/>
                      <a:pt x="3715" y="10526"/>
                    </a:cubicBezTo>
                    <a:cubicBezTo>
                      <a:pt x="3726" y="10525"/>
                      <a:pt x="3738" y="10525"/>
                      <a:pt x="3749" y="10525"/>
                    </a:cubicBezTo>
                    <a:cubicBezTo>
                      <a:pt x="3872" y="10525"/>
                      <a:pt x="4007" y="10584"/>
                      <a:pt x="4073" y="10693"/>
                    </a:cubicBezTo>
                    <a:cubicBezTo>
                      <a:pt x="4208" y="10889"/>
                      <a:pt x="4425" y="10999"/>
                      <a:pt x="4645" y="10999"/>
                    </a:cubicBezTo>
                    <a:cubicBezTo>
                      <a:pt x="4772" y="10999"/>
                      <a:pt x="4900" y="10962"/>
                      <a:pt x="5013" y="10883"/>
                    </a:cubicBezTo>
                    <a:cubicBezTo>
                      <a:pt x="5073" y="10847"/>
                      <a:pt x="5141" y="10830"/>
                      <a:pt x="5208" y="10830"/>
                    </a:cubicBezTo>
                    <a:cubicBezTo>
                      <a:pt x="5275" y="10830"/>
                      <a:pt x="5341" y="10847"/>
                      <a:pt x="5394" y="10883"/>
                    </a:cubicBezTo>
                    <a:cubicBezTo>
                      <a:pt x="5513" y="10955"/>
                      <a:pt x="5632" y="10990"/>
                      <a:pt x="5775" y="10990"/>
                    </a:cubicBezTo>
                    <a:cubicBezTo>
                      <a:pt x="5990" y="10990"/>
                      <a:pt x="6216" y="10883"/>
                      <a:pt x="6347" y="10681"/>
                    </a:cubicBezTo>
                    <a:cubicBezTo>
                      <a:pt x="6423" y="10572"/>
                      <a:pt x="6549" y="10513"/>
                      <a:pt x="6671" y="10513"/>
                    </a:cubicBezTo>
                    <a:cubicBezTo>
                      <a:pt x="6682" y="10513"/>
                      <a:pt x="6693" y="10513"/>
                      <a:pt x="6704" y="10514"/>
                    </a:cubicBezTo>
                    <a:cubicBezTo>
                      <a:pt x="6742" y="10520"/>
                      <a:pt x="6779" y="10523"/>
                      <a:pt x="6816" y="10523"/>
                    </a:cubicBezTo>
                    <a:cubicBezTo>
                      <a:pt x="7150" y="10523"/>
                      <a:pt x="7435" y="10286"/>
                      <a:pt x="7478" y="9943"/>
                    </a:cubicBezTo>
                    <a:cubicBezTo>
                      <a:pt x="7514" y="9812"/>
                      <a:pt x="7597" y="9693"/>
                      <a:pt x="7752" y="9645"/>
                    </a:cubicBezTo>
                    <a:cubicBezTo>
                      <a:pt x="8109" y="9550"/>
                      <a:pt x="8335" y="9169"/>
                      <a:pt x="8228" y="8812"/>
                    </a:cubicBezTo>
                    <a:cubicBezTo>
                      <a:pt x="8192" y="8681"/>
                      <a:pt x="8240" y="8538"/>
                      <a:pt x="8347" y="8442"/>
                    </a:cubicBezTo>
                    <a:cubicBezTo>
                      <a:pt x="8645" y="8204"/>
                      <a:pt x="8692" y="7776"/>
                      <a:pt x="8454" y="7478"/>
                    </a:cubicBezTo>
                    <a:cubicBezTo>
                      <a:pt x="8359" y="7371"/>
                      <a:pt x="8347" y="7204"/>
                      <a:pt x="8407" y="7085"/>
                    </a:cubicBezTo>
                    <a:cubicBezTo>
                      <a:pt x="8573" y="6764"/>
                      <a:pt x="8430" y="6347"/>
                      <a:pt x="8109" y="6168"/>
                    </a:cubicBezTo>
                    <a:cubicBezTo>
                      <a:pt x="7990" y="6109"/>
                      <a:pt x="7895" y="5978"/>
                      <a:pt x="7918" y="5823"/>
                    </a:cubicBezTo>
                    <a:cubicBezTo>
                      <a:pt x="7930" y="5454"/>
                      <a:pt x="7645" y="5121"/>
                      <a:pt x="7275" y="5109"/>
                    </a:cubicBezTo>
                    <a:cubicBezTo>
                      <a:pt x="7204" y="5109"/>
                      <a:pt x="7121" y="5085"/>
                      <a:pt x="7061" y="5037"/>
                    </a:cubicBezTo>
                    <a:lnTo>
                      <a:pt x="10371" y="418"/>
                    </a:lnTo>
                    <a:cubicBezTo>
                      <a:pt x="10431" y="358"/>
                      <a:pt x="10443" y="263"/>
                      <a:pt x="10407" y="156"/>
                    </a:cubicBezTo>
                    <a:cubicBezTo>
                      <a:pt x="10359" y="60"/>
                      <a:pt x="10264" y="1"/>
                      <a:pt x="10169" y="1"/>
                    </a:cubicBezTo>
                    <a:lnTo>
                      <a:pt x="7383" y="1"/>
                    </a:lnTo>
                    <a:cubicBezTo>
                      <a:pt x="7287" y="1"/>
                      <a:pt x="7216" y="49"/>
                      <a:pt x="7156" y="120"/>
                    </a:cubicBezTo>
                    <a:lnTo>
                      <a:pt x="5228" y="2835"/>
                    </a:lnTo>
                    <a:lnTo>
                      <a:pt x="3287" y="120"/>
                    </a:lnTo>
                    <a:cubicBezTo>
                      <a:pt x="3239" y="49"/>
                      <a:pt x="3156" y="1"/>
                      <a:pt x="30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1"/>
              <p:cNvSpPr/>
              <p:nvPr/>
            </p:nvSpPr>
            <p:spPr>
              <a:xfrm>
                <a:off x="955059" y="2135755"/>
                <a:ext cx="164134" cy="75877"/>
              </a:xfrm>
              <a:custGeom>
                <a:rect b="b" l="l" r="r" t="t"/>
                <a:pathLst>
                  <a:path extrusionOk="0" h="2384" w="5157">
                    <a:moveTo>
                      <a:pt x="2573" y="0"/>
                    </a:moveTo>
                    <a:cubicBezTo>
                      <a:pt x="1954" y="0"/>
                      <a:pt x="1346" y="215"/>
                      <a:pt x="882" y="631"/>
                    </a:cubicBezTo>
                    <a:cubicBezTo>
                      <a:pt x="418" y="1036"/>
                      <a:pt x="108" y="1608"/>
                      <a:pt x="13" y="2203"/>
                    </a:cubicBezTo>
                    <a:cubicBezTo>
                      <a:pt x="1" y="2286"/>
                      <a:pt x="60" y="2358"/>
                      <a:pt x="156" y="2382"/>
                    </a:cubicBezTo>
                    <a:lnTo>
                      <a:pt x="180" y="2382"/>
                    </a:lnTo>
                    <a:cubicBezTo>
                      <a:pt x="251" y="2382"/>
                      <a:pt x="334" y="2322"/>
                      <a:pt x="346" y="2239"/>
                    </a:cubicBezTo>
                    <a:cubicBezTo>
                      <a:pt x="418" y="1703"/>
                      <a:pt x="703" y="1215"/>
                      <a:pt x="1108" y="870"/>
                    </a:cubicBezTo>
                    <a:cubicBezTo>
                      <a:pt x="1525" y="512"/>
                      <a:pt x="2037" y="322"/>
                      <a:pt x="2596" y="322"/>
                    </a:cubicBezTo>
                    <a:cubicBezTo>
                      <a:pt x="3144" y="322"/>
                      <a:pt x="3668" y="512"/>
                      <a:pt x="4085" y="870"/>
                    </a:cubicBezTo>
                    <a:cubicBezTo>
                      <a:pt x="4478" y="1227"/>
                      <a:pt x="4763" y="1727"/>
                      <a:pt x="4835" y="2239"/>
                    </a:cubicBezTo>
                    <a:cubicBezTo>
                      <a:pt x="4857" y="2326"/>
                      <a:pt x="4918" y="2383"/>
                      <a:pt x="4992" y="2383"/>
                    </a:cubicBezTo>
                    <a:cubicBezTo>
                      <a:pt x="4999" y="2383"/>
                      <a:pt x="5006" y="2383"/>
                      <a:pt x="5013" y="2382"/>
                    </a:cubicBezTo>
                    <a:cubicBezTo>
                      <a:pt x="5085" y="2382"/>
                      <a:pt x="5156" y="2286"/>
                      <a:pt x="5144" y="2203"/>
                    </a:cubicBezTo>
                    <a:cubicBezTo>
                      <a:pt x="5049" y="1584"/>
                      <a:pt x="4740" y="1036"/>
                      <a:pt x="4275" y="631"/>
                    </a:cubicBezTo>
                    <a:cubicBezTo>
                      <a:pt x="3799" y="238"/>
                      <a:pt x="3204" y="0"/>
                      <a:pt x="25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1"/>
              <p:cNvSpPr/>
              <p:nvPr/>
            </p:nvSpPr>
            <p:spPr>
              <a:xfrm>
                <a:off x="955059" y="2224999"/>
                <a:ext cx="164134" cy="75240"/>
              </a:xfrm>
              <a:custGeom>
                <a:rect b="b" l="l" r="r" t="t"/>
                <a:pathLst>
                  <a:path extrusionOk="0" h="2364" w="5157">
                    <a:moveTo>
                      <a:pt x="193" y="1"/>
                    </a:moveTo>
                    <a:cubicBezTo>
                      <a:pt x="181" y="1"/>
                      <a:pt x="168" y="3"/>
                      <a:pt x="156" y="6"/>
                    </a:cubicBezTo>
                    <a:cubicBezTo>
                      <a:pt x="60" y="18"/>
                      <a:pt x="1" y="90"/>
                      <a:pt x="25" y="185"/>
                    </a:cubicBezTo>
                    <a:cubicBezTo>
                      <a:pt x="108" y="792"/>
                      <a:pt x="418" y="1340"/>
                      <a:pt x="882" y="1745"/>
                    </a:cubicBezTo>
                    <a:cubicBezTo>
                      <a:pt x="1358" y="2149"/>
                      <a:pt x="1954" y="2364"/>
                      <a:pt x="2585" y="2364"/>
                    </a:cubicBezTo>
                    <a:cubicBezTo>
                      <a:pt x="3204" y="2364"/>
                      <a:pt x="3811" y="2149"/>
                      <a:pt x="4275" y="1733"/>
                    </a:cubicBezTo>
                    <a:cubicBezTo>
                      <a:pt x="4740" y="1328"/>
                      <a:pt x="5049" y="756"/>
                      <a:pt x="5144" y="161"/>
                    </a:cubicBezTo>
                    <a:cubicBezTo>
                      <a:pt x="5156" y="90"/>
                      <a:pt x="5085" y="18"/>
                      <a:pt x="5002" y="6"/>
                    </a:cubicBezTo>
                    <a:cubicBezTo>
                      <a:pt x="4990" y="3"/>
                      <a:pt x="4980" y="2"/>
                      <a:pt x="4969" y="2"/>
                    </a:cubicBezTo>
                    <a:cubicBezTo>
                      <a:pt x="4900" y="2"/>
                      <a:pt x="4844" y="65"/>
                      <a:pt x="4823" y="137"/>
                    </a:cubicBezTo>
                    <a:cubicBezTo>
                      <a:pt x="4752" y="673"/>
                      <a:pt x="4466" y="1161"/>
                      <a:pt x="4073" y="1506"/>
                    </a:cubicBezTo>
                    <a:cubicBezTo>
                      <a:pt x="3656" y="1864"/>
                      <a:pt x="3132" y="2054"/>
                      <a:pt x="2585" y="2054"/>
                    </a:cubicBezTo>
                    <a:cubicBezTo>
                      <a:pt x="2025" y="2054"/>
                      <a:pt x="1513" y="1864"/>
                      <a:pt x="1096" y="1506"/>
                    </a:cubicBezTo>
                    <a:cubicBezTo>
                      <a:pt x="691" y="1149"/>
                      <a:pt x="406" y="673"/>
                      <a:pt x="334" y="137"/>
                    </a:cubicBezTo>
                    <a:cubicBezTo>
                      <a:pt x="324" y="56"/>
                      <a:pt x="262" y="1"/>
                      <a:pt x="19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1"/>
              <p:cNvSpPr/>
              <p:nvPr/>
            </p:nvSpPr>
            <p:spPr>
              <a:xfrm>
                <a:off x="1021387" y="2183496"/>
                <a:ext cx="18969" cy="69766"/>
              </a:xfrm>
              <a:custGeom>
                <a:rect b="b" l="l" r="r" t="t"/>
                <a:pathLst>
                  <a:path extrusionOk="0" h="2192" w="596">
                    <a:moveTo>
                      <a:pt x="453" y="1"/>
                    </a:moveTo>
                    <a:cubicBezTo>
                      <a:pt x="417" y="1"/>
                      <a:pt x="393" y="12"/>
                      <a:pt x="382" y="24"/>
                    </a:cubicBezTo>
                    <a:lnTo>
                      <a:pt x="60" y="322"/>
                    </a:lnTo>
                    <a:cubicBezTo>
                      <a:pt x="24" y="358"/>
                      <a:pt x="1" y="405"/>
                      <a:pt x="1" y="441"/>
                    </a:cubicBezTo>
                    <a:cubicBezTo>
                      <a:pt x="1" y="501"/>
                      <a:pt x="48" y="584"/>
                      <a:pt x="108" y="584"/>
                    </a:cubicBezTo>
                    <a:cubicBezTo>
                      <a:pt x="120" y="584"/>
                      <a:pt x="155" y="560"/>
                      <a:pt x="167" y="548"/>
                    </a:cubicBezTo>
                    <a:lnTo>
                      <a:pt x="274" y="417"/>
                    </a:lnTo>
                    <a:lnTo>
                      <a:pt x="274" y="2084"/>
                    </a:lnTo>
                    <a:cubicBezTo>
                      <a:pt x="274" y="2156"/>
                      <a:pt x="346" y="2191"/>
                      <a:pt x="429" y="2191"/>
                    </a:cubicBezTo>
                    <a:cubicBezTo>
                      <a:pt x="512" y="2191"/>
                      <a:pt x="596" y="2156"/>
                      <a:pt x="596" y="2084"/>
                    </a:cubicBezTo>
                    <a:lnTo>
                      <a:pt x="596" y="108"/>
                    </a:lnTo>
                    <a:cubicBezTo>
                      <a:pt x="596" y="48"/>
                      <a:pt x="524" y="1"/>
                      <a:pt x="4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20" name="Google Shape;1520;p31"/>
          <p:cNvGrpSpPr/>
          <p:nvPr/>
        </p:nvGrpSpPr>
        <p:grpSpPr>
          <a:xfrm>
            <a:off x="3614700" y="1429093"/>
            <a:ext cx="1905000" cy="2819132"/>
            <a:chOff x="3619500" y="1495768"/>
            <a:chExt cx="1905000" cy="2819132"/>
          </a:xfrm>
        </p:grpSpPr>
        <p:cxnSp>
          <p:nvCxnSpPr>
            <p:cNvPr id="1521" name="Google Shape;1521;p31"/>
            <p:cNvCxnSpPr/>
            <p:nvPr/>
          </p:nvCxnSpPr>
          <p:spPr>
            <a:xfrm>
              <a:off x="4572000" y="2238300"/>
              <a:ext cx="0" cy="138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med" w="med" type="none"/>
              <a:tailEnd len="med" w="med" type="oval"/>
            </a:ln>
          </p:spPr>
        </p:cxnSp>
        <p:sp>
          <p:nvSpPr>
            <p:cNvPr id="1522" name="Google Shape;1522;p31"/>
            <p:cNvSpPr/>
            <p:nvPr/>
          </p:nvSpPr>
          <p:spPr>
            <a:xfrm>
              <a:off x="3919500" y="2705100"/>
              <a:ext cx="13050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2012 - 2014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23" name="Google Shape;1523;p31"/>
            <p:cNvSpPr/>
            <p:nvPr/>
          </p:nvSpPr>
          <p:spPr>
            <a:xfrm>
              <a:off x="3919500" y="2019300"/>
              <a:ext cx="1305000" cy="228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Institution 2</a:t>
              </a:r>
              <a:endParaRPr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24" name="Google Shape;1524;p31"/>
            <p:cNvSpPr txBox="1"/>
            <p:nvPr/>
          </p:nvSpPr>
          <p:spPr>
            <a:xfrm>
              <a:off x="3619500" y="3619500"/>
              <a:ext cx="1905000" cy="6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25" name="Google Shape;1525;p31"/>
            <p:cNvGrpSpPr/>
            <p:nvPr/>
          </p:nvGrpSpPr>
          <p:grpSpPr>
            <a:xfrm>
              <a:off x="4396279" y="1495768"/>
              <a:ext cx="351439" cy="345965"/>
              <a:chOff x="1754279" y="4286593"/>
              <a:chExt cx="351439" cy="345965"/>
            </a:xfrm>
          </p:grpSpPr>
          <p:sp>
            <p:nvSpPr>
              <p:cNvPr id="1526" name="Google Shape;1526;p31"/>
              <p:cNvSpPr/>
              <p:nvPr/>
            </p:nvSpPr>
            <p:spPr>
              <a:xfrm>
                <a:off x="1799379" y="4550857"/>
                <a:ext cx="28422" cy="27117"/>
              </a:xfrm>
              <a:custGeom>
                <a:rect b="b" l="l" r="r" t="t"/>
                <a:pathLst>
                  <a:path extrusionOk="0" h="852" w="893">
                    <a:moveTo>
                      <a:pt x="708" y="1"/>
                    </a:moveTo>
                    <a:cubicBezTo>
                      <a:pt x="667" y="1"/>
                      <a:pt x="625" y="16"/>
                      <a:pt x="595" y="45"/>
                    </a:cubicBezTo>
                    <a:lnTo>
                      <a:pt x="60" y="581"/>
                    </a:lnTo>
                    <a:cubicBezTo>
                      <a:pt x="0" y="641"/>
                      <a:pt x="0" y="748"/>
                      <a:pt x="60" y="807"/>
                    </a:cubicBezTo>
                    <a:cubicBezTo>
                      <a:pt x="89" y="837"/>
                      <a:pt x="131" y="852"/>
                      <a:pt x="173" y="852"/>
                    </a:cubicBezTo>
                    <a:cubicBezTo>
                      <a:pt x="214" y="852"/>
                      <a:pt x="256" y="837"/>
                      <a:pt x="286" y="807"/>
                    </a:cubicBezTo>
                    <a:lnTo>
                      <a:pt x="822" y="272"/>
                    </a:lnTo>
                    <a:cubicBezTo>
                      <a:pt x="893" y="212"/>
                      <a:pt x="893" y="117"/>
                      <a:pt x="822" y="45"/>
                    </a:cubicBezTo>
                    <a:cubicBezTo>
                      <a:pt x="792" y="16"/>
                      <a:pt x="750" y="1"/>
                      <a:pt x="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1"/>
              <p:cNvSpPr/>
              <p:nvPr/>
            </p:nvSpPr>
            <p:spPr>
              <a:xfrm>
                <a:off x="1833084" y="4584594"/>
                <a:ext cx="27690" cy="27117"/>
              </a:xfrm>
              <a:custGeom>
                <a:rect b="b" l="l" r="r" t="t"/>
                <a:pathLst>
                  <a:path extrusionOk="0" h="852" w="870">
                    <a:moveTo>
                      <a:pt x="699" y="0"/>
                    </a:moveTo>
                    <a:cubicBezTo>
                      <a:pt x="659" y="0"/>
                      <a:pt x="620" y="15"/>
                      <a:pt x="596" y="45"/>
                    </a:cubicBezTo>
                    <a:lnTo>
                      <a:pt x="48" y="581"/>
                    </a:lnTo>
                    <a:cubicBezTo>
                      <a:pt x="1" y="640"/>
                      <a:pt x="1" y="747"/>
                      <a:pt x="48" y="807"/>
                    </a:cubicBezTo>
                    <a:cubicBezTo>
                      <a:pt x="78" y="837"/>
                      <a:pt x="120" y="852"/>
                      <a:pt x="161" y="852"/>
                    </a:cubicBezTo>
                    <a:cubicBezTo>
                      <a:pt x="203" y="852"/>
                      <a:pt x="245" y="837"/>
                      <a:pt x="275" y="807"/>
                    </a:cubicBezTo>
                    <a:lnTo>
                      <a:pt x="810" y="271"/>
                    </a:lnTo>
                    <a:cubicBezTo>
                      <a:pt x="870" y="212"/>
                      <a:pt x="870" y="105"/>
                      <a:pt x="810" y="45"/>
                    </a:cubicBezTo>
                    <a:cubicBezTo>
                      <a:pt x="781" y="15"/>
                      <a:pt x="739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1"/>
              <p:cNvSpPr/>
              <p:nvPr/>
            </p:nvSpPr>
            <p:spPr>
              <a:xfrm>
                <a:off x="1816407" y="4567917"/>
                <a:ext cx="28072" cy="27117"/>
              </a:xfrm>
              <a:custGeom>
                <a:rect b="b" l="l" r="r" t="t"/>
                <a:pathLst>
                  <a:path extrusionOk="0" h="852" w="882">
                    <a:moveTo>
                      <a:pt x="709" y="0"/>
                    </a:moveTo>
                    <a:cubicBezTo>
                      <a:pt x="668" y="0"/>
                      <a:pt x="626" y="15"/>
                      <a:pt x="596" y="45"/>
                    </a:cubicBezTo>
                    <a:lnTo>
                      <a:pt x="60" y="581"/>
                    </a:lnTo>
                    <a:cubicBezTo>
                      <a:pt x="1" y="640"/>
                      <a:pt x="1" y="748"/>
                      <a:pt x="60" y="807"/>
                    </a:cubicBezTo>
                    <a:cubicBezTo>
                      <a:pt x="90" y="837"/>
                      <a:pt x="132" y="852"/>
                      <a:pt x="172" y="852"/>
                    </a:cubicBezTo>
                    <a:cubicBezTo>
                      <a:pt x="212" y="852"/>
                      <a:pt x="251" y="837"/>
                      <a:pt x="275" y="807"/>
                    </a:cubicBezTo>
                    <a:lnTo>
                      <a:pt x="822" y="271"/>
                    </a:lnTo>
                    <a:cubicBezTo>
                      <a:pt x="882" y="212"/>
                      <a:pt x="882" y="105"/>
                      <a:pt x="822" y="45"/>
                    </a:cubicBezTo>
                    <a:cubicBezTo>
                      <a:pt x="793" y="15"/>
                      <a:pt x="751" y="0"/>
                      <a:pt x="70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1"/>
              <p:cNvSpPr/>
              <p:nvPr/>
            </p:nvSpPr>
            <p:spPr>
              <a:xfrm>
                <a:off x="1754279" y="4286593"/>
                <a:ext cx="351439" cy="345965"/>
              </a:xfrm>
              <a:custGeom>
                <a:rect b="b" l="l" r="r" t="t"/>
                <a:pathLst>
                  <a:path extrusionOk="0" h="10870" w="11042">
                    <a:moveTo>
                      <a:pt x="10656" y="324"/>
                    </a:moveTo>
                    <a:lnTo>
                      <a:pt x="10216" y="1871"/>
                    </a:lnTo>
                    <a:lnTo>
                      <a:pt x="9108" y="776"/>
                    </a:lnTo>
                    <a:lnTo>
                      <a:pt x="10656" y="324"/>
                    </a:lnTo>
                    <a:close/>
                    <a:moveTo>
                      <a:pt x="4632" y="3586"/>
                    </a:moveTo>
                    <a:lnTo>
                      <a:pt x="2679" y="5538"/>
                    </a:lnTo>
                    <a:lnTo>
                      <a:pt x="465" y="5360"/>
                    </a:lnTo>
                    <a:cubicBezTo>
                      <a:pt x="429" y="5360"/>
                      <a:pt x="417" y="5324"/>
                      <a:pt x="441" y="5300"/>
                    </a:cubicBezTo>
                    <a:cubicBezTo>
                      <a:pt x="1393" y="4348"/>
                      <a:pt x="2667" y="3764"/>
                      <a:pt x="4001" y="3645"/>
                    </a:cubicBezTo>
                    <a:lnTo>
                      <a:pt x="4632" y="3586"/>
                    </a:lnTo>
                    <a:close/>
                    <a:moveTo>
                      <a:pt x="2727" y="5955"/>
                    </a:moveTo>
                    <a:lnTo>
                      <a:pt x="3584" y="6812"/>
                    </a:lnTo>
                    <a:lnTo>
                      <a:pt x="3263" y="7146"/>
                    </a:lnTo>
                    <a:lnTo>
                      <a:pt x="2393" y="6277"/>
                    </a:lnTo>
                    <a:lnTo>
                      <a:pt x="2727" y="5955"/>
                    </a:lnTo>
                    <a:close/>
                    <a:moveTo>
                      <a:pt x="2572" y="6920"/>
                    </a:moveTo>
                    <a:lnTo>
                      <a:pt x="3024" y="7360"/>
                    </a:lnTo>
                    <a:lnTo>
                      <a:pt x="2655" y="7753"/>
                    </a:lnTo>
                    <a:lnTo>
                      <a:pt x="2596" y="7813"/>
                    </a:lnTo>
                    <a:lnTo>
                      <a:pt x="2191" y="7408"/>
                    </a:lnTo>
                    <a:cubicBezTo>
                      <a:pt x="2155" y="7384"/>
                      <a:pt x="2155" y="7336"/>
                      <a:pt x="2191" y="7313"/>
                    </a:cubicBezTo>
                    <a:lnTo>
                      <a:pt x="2572" y="6920"/>
                    </a:lnTo>
                    <a:close/>
                    <a:moveTo>
                      <a:pt x="8775" y="895"/>
                    </a:moveTo>
                    <a:lnTo>
                      <a:pt x="10121" y="2229"/>
                    </a:lnTo>
                    <a:lnTo>
                      <a:pt x="9704" y="3598"/>
                    </a:lnTo>
                    <a:lnTo>
                      <a:pt x="5275" y="8039"/>
                    </a:lnTo>
                    <a:lnTo>
                      <a:pt x="4406" y="7170"/>
                    </a:lnTo>
                    <a:lnTo>
                      <a:pt x="6430" y="5146"/>
                    </a:lnTo>
                    <a:cubicBezTo>
                      <a:pt x="6584" y="5003"/>
                      <a:pt x="6608" y="4741"/>
                      <a:pt x="6418" y="4574"/>
                    </a:cubicBezTo>
                    <a:cubicBezTo>
                      <a:pt x="6334" y="4491"/>
                      <a:pt x="6230" y="4449"/>
                      <a:pt x="6127" y="4449"/>
                    </a:cubicBezTo>
                    <a:cubicBezTo>
                      <a:pt x="6025" y="4449"/>
                      <a:pt x="5924" y="4491"/>
                      <a:pt x="5846" y="4574"/>
                    </a:cubicBezTo>
                    <a:lnTo>
                      <a:pt x="3822" y="6598"/>
                    </a:lnTo>
                    <a:lnTo>
                      <a:pt x="2965" y="5729"/>
                    </a:lnTo>
                    <a:lnTo>
                      <a:pt x="7394" y="1300"/>
                    </a:lnTo>
                    <a:lnTo>
                      <a:pt x="8775" y="895"/>
                    </a:lnTo>
                    <a:close/>
                    <a:moveTo>
                      <a:pt x="6126" y="4785"/>
                    </a:moveTo>
                    <a:cubicBezTo>
                      <a:pt x="6153" y="4785"/>
                      <a:pt x="6180" y="4794"/>
                      <a:pt x="6191" y="4812"/>
                    </a:cubicBezTo>
                    <a:cubicBezTo>
                      <a:pt x="6227" y="4836"/>
                      <a:pt x="6239" y="4907"/>
                      <a:pt x="6191" y="4943"/>
                    </a:cubicBezTo>
                    <a:lnTo>
                      <a:pt x="4060" y="7074"/>
                    </a:lnTo>
                    <a:cubicBezTo>
                      <a:pt x="3941" y="7170"/>
                      <a:pt x="3108" y="8003"/>
                      <a:pt x="3024" y="8110"/>
                    </a:cubicBezTo>
                    <a:cubicBezTo>
                      <a:pt x="3005" y="8129"/>
                      <a:pt x="2976" y="8142"/>
                      <a:pt x="2949" y="8142"/>
                    </a:cubicBezTo>
                    <a:cubicBezTo>
                      <a:pt x="2926" y="8142"/>
                      <a:pt x="2904" y="8132"/>
                      <a:pt x="2893" y="8110"/>
                    </a:cubicBezTo>
                    <a:cubicBezTo>
                      <a:pt x="2858" y="8086"/>
                      <a:pt x="2858" y="8003"/>
                      <a:pt x="2893" y="7979"/>
                    </a:cubicBezTo>
                    <a:lnTo>
                      <a:pt x="6060" y="4812"/>
                    </a:lnTo>
                    <a:cubicBezTo>
                      <a:pt x="6072" y="4794"/>
                      <a:pt x="6099" y="4785"/>
                      <a:pt x="6126" y="4785"/>
                    </a:cubicBezTo>
                    <a:close/>
                    <a:moveTo>
                      <a:pt x="4179" y="7396"/>
                    </a:moveTo>
                    <a:lnTo>
                      <a:pt x="5048" y="8253"/>
                    </a:lnTo>
                    <a:lnTo>
                      <a:pt x="4739" y="8586"/>
                    </a:lnTo>
                    <a:lnTo>
                      <a:pt x="4715" y="8586"/>
                    </a:lnTo>
                    <a:lnTo>
                      <a:pt x="3858" y="7729"/>
                    </a:lnTo>
                    <a:lnTo>
                      <a:pt x="4179" y="7396"/>
                    </a:lnTo>
                    <a:close/>
                    <a:moveTo>
                      <a:pt x="3608" y="7944"/>
                    </a:moveTo>
                    <a:lnTo>
                      <a:pt x="4048" y="8396"/>
                    </a:lnTo>
                    <a:lnTo>
                      <a:pt x="3679" y="8801"/>
                    </a:lnTo>
                    <a:cubicBezTo>
                      <a:pt x="3667" y="8813"/>
                      <a:pt x="3632" y="8813"/>
                      <a:pt x="3620" y="8813"/>
                    </a:cubicBezTo>
                    <a:cubicBezTo>
                      <a:pt x="3608" y="8813"/>
                      <a:pt x="3584" y="8813"/>
                      <a:pt x="3560" y="8801"/>
                    </a:cubicBezTo>
                    <a:lnTo>
                      <a:pt x="3155" y="8396"/>
                    </a:lnTo>
                    <a:cubicBezTo>
                      <a:pt x="3191" y="8384"/>
                      <a:pt x="3203" y="8360"/>
                      <a:pt x="3215" y="8336"/>
                    </a:cubicBezTo>
                    <a:lnTo>
                      <a:pt x="3608" y="7944"/>
                    </a:lnTo>
                    <a:close/>
                    <a:moveTo>
                      <a:pt x="10687" y="1"/>
                    </a:moveTo>
                    <a:cubicBezTo>
                      <a:pt x="10658" y="1"/>
                      <a:pt x="10627" y="5"/>
                      <a:pt x="10597" y="14"/>
                    </a:cubicBezTo>
                    <a:cubicBezTo>
                      <a:pt x="9894" y="228"/>
                      <a:pt x="7918" y="800"/>
                      <a:pt x="7263" y="1002"/>
                    </a:cubicBezTo>
                    <a:cubicBezTo>
                      <a:pt x="7239" y="1014"/>
                      <a:pt x="7215" y="1014"/>
                      <a:pt x="7192" y="1038"/>
                    </a:cubicBezTo>
                    <a:lnTo>
                      <a:pt x="4953" y="3276"/>
                    </a:lnTo>
                    <a:lnTo>
                      <a:pt x="3965" y="3360"/>
                    </a:lnTo>
                    <a:cubicBezTo>
                      <a:pt x="2548" y="3479"/>
                      <a:pt x="1203" y="4110"/>
                      <a:pt x="215" y="5110"/>
                    </a:cubicBezTo>
                    <a:cubicBezTo>
                      <a:pt x="0" y="5312"/>
                      <a:pt x="131" y="5681"/>
                      <a:pt x="429" y="5705"/>
                    </a:cubicBezTo>
                    <a:lnTo>
                      <a:pt x="2370" y="5860"/>
                    </a:lnTo>
                    <a:lnTo>
                      <a:pt x="2179" y="6062"/>
                    </a:lnTo>
                    <a:cubicBezTo>
                      <a:pt x="2060" y="6181"/>
                      <a:pt x="2060" y="6384"/>
                      <a:pt x="2179" y="6503"/>
                    </a:cubicBezTo>
                    <a:lnTo>
                      <a:pt x="2370" y="6693"/>
                    </a:lnTo>
                    <a:lnTo>
                      <a:pt x="1977" y="7086"/>
                    </a:lnTo>
                    <a:cubicBezTo>
                      <a:pt x="1834" y="7229"/>
                      <a:pt x="1834" y="7491"/>
                      <a:pt x="1977" y="7634"/>
                    </a:cubicBezTo>
                    <a:lnTo>
                      <a:pt x="3370" y="9015"/>
                    </a:lnTo>
                    <a:cubicBezTo>
                      <a:pt x="3441" y="9092"/>
                      <a:pt x="3539" y="9131"/>
                      <a:pt x="3639" y="9131"/>
                    </a:cubicBezTo>
                    <a:cubicBezTo>
                      <a:pt x="3739" y="9131"/>
                      <a:pt x="3840" y="9092"/>
                      <a:pt x="3917" y="9015"/>
                    </a:cubicBezTo>
                    <a:lnTo>
                      <a:pt x="4298" y="8634"/>
                    </a:lnTo>
                    <a:lnTo>
                      <a:pt x="4477" y="8813"/>
                    </a:lnTo>
                    <a:cubicBezTo>
                      <a:pt x="4548" y="8878"/>
                      <a:pt x="4635" y="8911"/>
                      <a:pt x="4720" y="8911"/>
                    </a:cubicBezTo>
                    <a:cubicBezTo>
                      <a:pt x="4804" y="8911"/>
                      <a:pt x="4888" y="8878"/>
                      <a:pt x="4953" y="8813"/>
                    </a:cubicBezTo>
                    <a:lnTo>
                      <a:pt x="5156" y="8622"/>
                    </a:lnTo>
                    <a:lnTo>
                      <a:pt x="5310" y="10551"/>
                    </a:lnTo>
                    <a:cubicBezTo>
                      <a:pt x="5334" y="10682"/>
                      <a:pt x="5418" y="10801"/>
                      <a:pt x="5537" y="10849"/>
                    </a:cubicBezTo>
                    <a:cubicBezTo>
                      <a:pt x="5577" y="10863"/>
                      <a:pt x="5618" y="10870"/>
                      <a:pt x="5658" y="10870"/>
                    </a:cubicBezTo>
                    <a:cubicBezTo>
                      <a:pt x="5750" y="10870"/>
                      <a:pt x="5840" y="10835"/>
                      <a:pt x="5906" y="10777"/>
                    </a:cubicBezTo>
                    <a:cubicBezTo>
                      <a:pt x="6537" y="10146"/>
                      <a:pt x="7001" y="9420"/>
                      <a:pt x="7299" y="8598"/>
                    </a:cubicBezTo>
                    <a:cubicBezTo>
                      <a:pt x="7323" y="8515"/>
                      <a:pt x="7275" y="8420"/>
                      <a:pt x="7203" y="8396"/>
                    </a:cubicBezTo>
                    <a:cubicBezTo>
                      <a:pt x="7184" y="8388"/>
                      <a:pt x="7164" y="8384"/>
                      <a:pt x="7144" y="8384"/>
                    </a:cubicBezTo>
                    <a:cubicBezTo>
                      <a:pt x="7079" y="8384"/>
                      <a:pt x="7019" y="8425"/>
                      <a:pt x="7001" y="8479"/>
                    </a:cubicBezTo>
                    <a:cubicBezTo>
                      <a:pt x="6715" y="9253"/>
                      <a:pt x="6263" y="9956"/>
                      <a:pt x="5691" y="10539"/>
                    </a:cubicBezTo>
                    <a:cubicBezTo>
                      <a:pt x="5682" y="10544"/>
                      <a:pt x="5670" y="10547"/>
                      <a:pt x="5659" y="10547"/>
                    </a:cubicBezTo>
                    <a:cubicBezTo>
                      <a:pt x="5644" y="10547"/>
                      <a:pt x="5632" y="10541"/>
                      <a:pt x="5632" y="10527"/>
                    </a:cubicBezTo>
                    <a:lnTo>
                      <a:pt x="5429" y="8325"/>
                    </a:lnTo>
                    <a:lnTo>
                      <a:pt x="7382" y="6372"/>
                    </a:lnTo>
                    <a:lnTo>
                      <a:pt x="7382" y="6372"/>
                    </a:lnTo>
                    <a:cubicBezTo>
                      <a:pt x="7323" y="7158"/>
                      <a:pt x="7299" y="7372"/>
                      <a:pt x="7203" y="7765"/>
                    </a:cubicBezTo>
                    <a:cubicBezTo>
                      <a:pt x="7192" y="7860"/>
                      <a:pt x="7239" y="7944"/>
                      <a:pt x="7323" y="7967"/>
                    </a:cubicBezTo>
                    <a:cubicBezTo>
                      <a:pt x="7332" y="7969"/>
                      <a:pt x="7342" y="7969"/>
                      <a:pt x="7351" y="7969"/>
                    </a:cubicBezTo>
                    <a:cubicBezTo>
                      <a:pt x="7434" y="7969"/>
                      <a:pt x="7502" y="7923"/>
                      <a:pt x="7513" y="7848"/>
                    </a:cubicBezTo>
                    <a:cubicBezTo>
                      <a:pt x="7620" y="7348"/>
                      <a:pt x="7632" y="7134"/>
                      <a:pt x="7727" y="6027"/>
                    </a:cubicBezTo>
                    <a:lnTo>
                      <a:pt x="9954" y="3800"/>
                    </a:lnTo>
                    <a:cubicBezTo>
                      <a:pt x="9978" y="3776"/>
                      <a:pt x="9990" y="3753"/>
                      <a:pt x="10001" y="3717"/>
                    </a:cubicBezTo>
                    <a:lnTo>
                      <a:pt x="10454" y="2205"/>
                    </a:lnTo>
                    <a:lnTo>
                      <a:pt x="10990" y="383"/>
                    </a:lnTo>
                    <a:cubicBezTo>
                      <a:pt x="11042" y="196"/>
                      <a:pt x="10885" y="1"/>
                      <a:pt x="106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1"/>
              <p:cNvSpPr/>
              <p:nvPr/>
            </p:nvSpPr>
            <p:spPr>
              <a:xfrm>
                <a:off x="1951705" y="4367117"/>
                <a:ext cx="86062" cy="65437"/>
              </a:xfrm>
              <a:custGeom>
                <a:rect b="b" l="l" r="r" t="t"/>
                <a:pathLst>
                  <a:path extrusionOk="0" h="2056" w="2704">
                    <a:moveTo>
                      <a:pt x="905" y="1"/>
                    </a:moveTo>
                    <a:cubicBezTo>
                      <a:pt x="881" y="1"/>
                      <a:pt x="857" y="7"/>
                      <a:pt x="834" y="20"/>
                    </a:cubicBezTo>
                    <a:cubicBezTo>
                      <a:pt x="167" y="330"/>
                      <a:pt x="0" y="1211"/>
                      <a:pt x="524" y="1746"/>
                    </a:cubicBezTo>
                    <a:cubicBezTo>
                      <a:pt x="739" y="1949"/>
                      <a:pt x="1000" y="2056"/>
                      <a:pt x="1274" y="2056"/>
                    </a:cubicBezTo>
                    <a:cubicBezTo>
                      <a:pt x="2227" y="2056"/>
                      <a:pt x="2703" y="913"/>
                      <a:pt x="2024" y="234"/>
                    </a:cubicBezTo>
                    <a:cubicBezTo>
                      <a:pt x="1941" y="151"/>
                      <a:pt x="1834" y="80"/>
                      <a:pt x="1715" y="20"/>
                    </a:cubicBezTo>
                    <a:cubicBezTo>
                      <a:pt x="1696" y="10"/>
                      <a:pt x="1674" y="6"/>
                      <a:pt x="1652" y="6"/>
                    </a:cubicBezTo>
                    <a:cubicBezTo>
                      <a:pt x="1592" y="6"/>
                      <a:pt x="1530" y="39"/>
                      <a:pt x="1512" y="91"/>
                    </a:cubicBezTo>
                    <a:cubicBezTo>
                      <a:pt x="1477" y="163"/>
                      <a:pt x="1512" y="270"/>
                      <a:pt x="1584" y="294"/>
                    </a:cubicBezTo>
                    <a:cubicBezTo>
                      <a:pt x="2060" y="508"/>
                      <a:pt x="2167" y="1127"/>
                      <a:pt x="1810" y="1508"/>
                    </a:cubicBezTo>
                    <a:cubicBezTo>
                      <a:pt x="1667" y="1645"/>
                      <a:pt x="1477" y="1714"/>
                      <a:pt x="1285" y="1714"/>
                    </a:cubicBezTo>
                    <a:cubicBezTo>
                      <a:pt x="1093" y="1714"/>
                      <a:pt x="899" y="1645"/>
                      <a:pt x="750" y="1508"/>
                    </a:cubicBezTo>
                    <a:cubicBezTo>
                      <a:pt x="381" y="1127"/>
                      <a:pt x="500" y="520"/>
                      <a:pt x="977" y="294"/>
                    </a:cubicBezTo>
                    <a:cubicBezTo>
                      <a:pt x="1048" y="270"/>
                      <a:pt x="1096" y="163"/>
                      <a:pt x="1048" y="91"/>
                    </a:cubicBezTo>
                    <a:cubicBezTo>
                      <a:pt x="1022" y="40"/>
                      <a:pt x="966" y="1"/>
                      <a:pt x="9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32"/>
          <p:cNvSpPr/>
          <p:nvPr/>
        </p:nvSpPr>
        <p:spPr>
          <a:xfrm>
            <a:off x="3781425" y="1485900"/>
            <a:ext cx="4286400" cy="1524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2"/>
          <p:cNvSpPr/>
          <p:nvPr/>
        </p:nvSpPr>
        <p:spPr>
          <a:xfrm>
            <a:off x="3781500" y="1485900"/>
            <a:ext cx="3933600" cy="1524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7" name="Google Shape;1537;p32"/>
          <p:cNvGrpSpPr/>
          <p:nvPr/>
        </p:nvGrpSpPr>
        <p:grpSpPr>
          <a:xfrm>
            <a:off x="7270971" y="1316264"/>
            <a:ext cx="491685" cy="491685"/>
            <a:chOff x="4276800" y="2055600"/>
            <a:chExt cx="590400" cy="590400"/>
          </a:xfrm>
        </p:grpSpPr>
        <p:sp>
          <p:nvSpPr>
            <p:cNvPr id="1538" name="Google Shape;1538;p32"/>
            <p:cNvSpPr/>
            <p:nvPr/>
          </p:nvSpPr>
          <p:spPr>
            <a:xfrm>
              <a:off x="4276800" y="2055600"/>
              <a:ext cx="590400" cy="590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9" name="Google Shape;1539;p32"/>
            <p:cNvGrpSpPr/>
            <p:nvPr/>
          </p:nvGrpSpPr>
          <p:grpSpPr>
            <a:xfrm>
              <a:off x="4386552" y="2181924"/>
              <a:ext cx="370879" cy="337755"/>
              <a:chOff x="-40378075" y="3267450"/>
              <a:chExt cx="317425" cy="289075"/>
            </a:xfrm>
          </p:grpSpPr>
          <p:sp>
            <p:nvSpPr>
              <p:cNvPr id="1540" name="Google Shape;1540;p32"/>
              <p:cNvSpPr/>
              <p:nvPr/>
            </p:nvSpPr>
            <p:spPr>
              <a:xfrm>
                <a:off x="-40218975" y="3308400"/>
                <a:ext cx="158325" cy="248125"/>
              </a:xfrm>
              <a:custGeom>
                <a:rect b="b" l="l" r="r" t="t"/>
                <a:pathLst>
                  <a:path extrusionOk="0" h="9925" w="6333">
                    <a:moveTo>
                      <a:pt x="4694" y="1"/>
                    </a:moveTo>
                    <a:lnTo>
                      <a:pt x="4694" y="7877"/>
                    </a:lnTo>
                    <a:cubicBezTo>
                      <a:pt x="4694" y="8097"/>
                      <a:pt x="4474" y="8255"/>
                      <a:pt x="4253" y="8255"/>
                    </a:cubicBezTo>
                    <a:cubicBezTo>
                      <a:pt x="2993" y="8255"/>
                      <a:pt x="1638" y="8696"/>
                      <a:pt x="693" y="9452"/>
                    </a:cubicBezTo>
                    <a:cubicBezTo>
                      <a:pt x="536" y="9546"/>
                      <a:pt x="189" y="9925"/>
                      <a:pt x="0" y="9925"/>
                    </a:cubicBezTo>
                    <a:lnTo>
                      <a:pt x="5073" y="9925"/>
                    </a:lnTo>
                    <a:cubicBezTo>
                      <a:pt x="5734" y="9925"/>
                      <a:pt x="6333" y="9357"/>
                      <a:pt x="6333" y="8696"/>
                    </a:cubicBezTo>
                    <a:lnTo>
                      <a:pt x="6333" y="1229"/>
                    </a:lnTo>
                    <a:cubicBezTo>
                      <a:pt x="6333" y="536"/>
                      <a:pt x="5766" y="1"/>
                      <a:pt x="50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2"/>
              <p:cNvSpPr/>
              <p:nvPr/>
            </p:nvSpPr>
            <p:spPr>
              <a:xfrm>
                <a:off x="-40316650" y="3267450"/>
                <a:ext cx="86675" cy="257575"/>
              </a:xfrm>
              <a:custGeom>
                <a:rect b="b" l="l" r="r" t="t"/>
                <a:pathLst>
                  <a:path extrusionOk="0" h="10303" w="3467">
                    <a:moveTo>
                      <a:pt x="1" y="0"/>
                    </a:moveTo>
                    <a:lnTo>
                      <a:pt x="1" y="9105"/>
                    </a:lnTo>
                    <a:cubicBezTo>
                      <a:pt x="1166" y="9200"/>
                      <a:pt x="2489" y="9578"/>
                      <a:pt x="3466" y="10302"/>
                    </a:cubicBezTo>
                    <a:lnTo>
                      <a:pt x="3466" y="1197"/>
                    </a:lnTo>
                    <a:cubicBezTo>
                      <a:pt x="2489" y="473"/>
                      <a:pt x="1229" y="95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2"/>
              <p:cNvSpPr/>
              <p:nvPr/>
            </p:nvSpPr>
            <p:spPr>
              <a:xfrm>
                <a:off x="-40209525" y="3267450"/>
                <a:ext cx="86650" cy="257575"/>
              </a:xfrm>
              <a:custGeom>
                <a:rect b="b" l="l" r="r" t="t"/>
                <a:pathLst>
                  <a:path extrusionOk="0" h="10303" w="3466">
                    <a:moveTo>
                      <a:pt x="3466" y="0"/>
                    </a:moveTo>
                    <a:cubicBezTo>
                      <a:pt x="2300" y="95"/>
                      <a:pt x="977" y="473"/>
                      <a:pt x="0" y="1197"/>
                    </a:cubicBezTo>
                    <a:lnTo>
                      <a:pt x="0" y="10302"/>
                    </a:lnTo>
                    <a:cubicBezTo>
                      <a:pt x="977" y="9578"/>
                      <a:pt x="2237" y="9200"/>
                      <a:pt x="3466" y="9105"/>
                    </a:cubicBezTo>
                    <a:lnTo>
                      <a:pt x="346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2"/>
              <p:cNvSpPr/>
              <p:nvPr/>
            </p:nvSpPr>
            <p:spPr>
              <a:xfrm>
                <a:off x="-40378075" y="3308400"/>
                <a:ext cx="157550" cy="248125"/>
              </a:xfrm>
              <a:custGeom>
                <a:rect b="b" l="l" r="r" t="t"/>
                <a:pathLst>
                  <a:path extrusionOk="0" h="9925" w="6302">
                    <a:moveTo>
                      <a:pt x="1229" y="1"/>
                    </a:moveTo>
                    <a:cubicBezTo>
                      <a:pt x="567" y="1"/>
                      <a:pt x="0" y="536"/>
                      <a:pt x="0" y="1198"/>
                    </a:cubicBezTo>
                    <a:lnTo>
                      <a:pt x="0" y="8664"/>
                    </a:lnTo>
                    <a:cubicBezTo>
                      <a:pt x="32" y="9357"/>
                      <a:pt x="567" y="9925"/>
                      <a:pt x="1229" y="9925"/>
                    </a:cubicBezTo>
                    <a:lnTo>
                      <a:pt x="6301" y="9925"/>
                    </a:lnTo>
                    <a:cubicBezTo>
                      <a:pt x="6112" y="9925"/>
                      <a:pt x="5766" y="9609"/>
                      <a:pt x="5608" y="9452"/>
                    </a:cubicBezTo>
                    <a:cubicBezTo>
                      <a:pt x="4631" y="8664"/>
                      <a:pt x="3277" y="8255"/>
                      <a:pt x="2048" y="8255"/>
                    </a:cubicBezTo>
                    <a:cubicBezTo>
                      <a:pt x="1828" y="8255"/>
                      <a:pt x="1638" y="8066"/>
                      <a:pt x="1638" y="7877"/>
                    </a:cubicBezTo>
                    <a:lnTo>
                      <a:pt x="163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32"/>
          <p:cNvGrpSpPr/>
          <p:nvPr/>
        </p:nvGrpSpPr>
        <p:grpSpPr>
          <a:xfrm>
            <a:off x="457217" y="1200700"/>
            <a:ext cx="3067168" cy="722800"/>
            <a:chOff x="457200" y="1402550"/>
            <a:chExt cx="3257400" cy="722800"/>
          </a:xfrm>
        </p:grpSpPr>
        <p:sp>
          <p:nvSpPr>
            <p:cNvPr id="1545" name="Google Shape;1545;p32"/>
            <p:cNvSpPr txBox="1"/>
            <p:nvPr/>
          </p:nvSpPr>
          <p:spPr>
            <a:xfrm>
              <a:off x="457200" y="1608450"/>
              <a:ext cx="32574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 in the Solar System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6" name="Google Shape;1546;p32"/>
            <p:cNvSpPr txBox="1"/>
            <p:nvPr/>
          </p:nvSpPr>
          <p:spPr>
            <a:xfrm>
              <a:off x="457200" y="1402550"/>
              <a:ext cx="2973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Language</a:t>
              </a:r>
              <a:endParaRPr b="1" sz="17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47" name="Google Shape;1547;p32"/>
          <p:cNvSpPr/>
          <p:nvPr/>
        </p:nvSpPr>
        <p:spPr>
          <a:xfrm>
            <a:off x="3781425" y="2439742"/>
            <a:ext cx="4286400" cy="1524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2"/>
          <p:cNvSpPr/>
          <p:nvPr/>
        </p:nvSpPr>
        <p:spPr>
          <a:xfrm>
            <a:off x="3781500" y="2439742"/>
            <a:ext cx="3076500" cy="152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9" name="Google Shape;1549;p32"/>
          <p:cNvGrpSpPr/>
          <p:nvPr/>
        </p:nvGrpSpPr>
        <p:grpSpPr>
          <a:xfrm>
            <a:off x="6467797" y="2270095"/>
            <a:ext cx="491685" cy="491685"/>
            <a:chOff x="6657900" y="2220742"/>
            <a:chExt cx="590400" cy="590400"/>
          </a:xfrm>
        </p:grpSpPr>
        <p:sp>
          <p:nvSpPr>
            <p:cNvPr id="1550" name="Google Shape;1550;p32"/>
            <p:cNvSpPr/>
            <p:nvPr/>
          </p:nvSpPr>
          <p:spPr>
            <a:xfrm>
              <a:off x="6657900" y="2220742"/>
              <a:ext cx="590400" cy="59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1" name="Google Shape;1551;p32"/>
            <p:cNvGrpSpPr/>
            <p:nvPr/>
          </p:nvGrpSpPr>
          <p:grpSpPr>
            <a:xfrm>
              <a:off x="6773791" y="2325009"/>
              <a:ext cx="358640" cy="363226"/>
              <a:chOff x="-42617300" y="3587775"/>
              <a:chExt cx="306950" cy="310875"/>
            </a:xfrm>
          </p:grpSpPr>
          <p:sp>
            <p:nvSpPr>
              <p:cNvPr id="1552" name="Google Shape;1552;p32"/>
              <p:cNvSpPr/>
              <p:nvPr/>
            </p:nvSpPr>
            <p:spPr>
              <a:xfrm>
                <a:off x="-42617300" y="3587775"/>
                <a:ext cx="306950" cy="310875"/>
              </a:xfrm>
              <a:custGeom>
                <a:rect b="b" l="l" r="r" t="t"/>
                <a:pathLst>
                  <a:path extrusionOk="0" h="12435" w="12278">
                    <a:moveTo>
                      <a:pt x="5905" y="860"/>
                    </a:moveTo>
                    <a:cubicBezTo>
                      <a:pt x="6421" y="860"/>
                      <a:pt x="6926" y="1412"/>
                      <a:pt x="7341" y="2467"/>
                    </a:cubicBezTo>
                    <a:cubicBezTo>
                      <a:pt x="6837" y="2593"/>
                      <a:pt x="6365" y="2782"/>
                      <a:pt x="5892" y="3003"/>
                    </a:cubicBezTo>
                    <a:cubicBezTo>
                      <a:pt x="5419" y="2782"/>
                      <a:pt x="4947" y="2593"/>
                      <a:pt x="4443" y="2467"/>
                    </a:cubicBezTo>
                    <a:cubicBezTo>
                      <a:pt x="4893" y="1381"/>
                      <a:pt x="5404" y="860"/>
                      <a:pt x="5905" y="860"/>
                    </a:cubicBezTo>
                    <a:close/>
                    <a:moveTo>
                      <a:pt x="4191" y="3255"/>
                    </a:moveTo>
                    <a:cubicBezTo>
                      <a:pt x="4443" y="3349"/>
                      <a:pt x="4632" y="3381"/>
                      <a:pt x="4884" y="3475"/>
                    </a:cubicBezTo>
                    <a:cubicBezTo>
                      <a:pt x="4726" y="3538"/>
                      <a:pt x="4600" y="3601"/>
                      <a:pt x="4443" y="3696"/>
                    </a:cubicBezTo>
                    <a:cubicBezTo>
                      <a:pt x="4285" y="3790"/>
                      <a:pt x="4159" y="3853"/>
                      <a:pt x="4002" y="3948"/>
                    </a:cubicBezTo>
                    <a:cubicBezTo>
                      <a:pt x="4096" y="3727"/>
                      <a:pt x="4159" y="3507"/>
                      <a:pt x="4191" y="3255"/>
                    </a:cubicBezTo>
                    <a:close/>
                    <a:moveTo>
                      <a:pt x="7625" y="3318"/>
                    </a:moveTo>
                    <a:cubicBezTo>
                      <a:pt x="7688" y="3507"/>
                      <a:pt x="7751" y="3727"/>
                      <a:pt x="7782" y="3979"/>
                    </a:cubicBezTo>
                    <a:cubicBezTo>
                      <a:pt x="7499" y="3790"/>
                      <a:pt x="7247" y="3633"/>
                      <a:pt x="6963" y="3507"/>
                    </a:cubicBezTo>
                    <a:cubicBezTo>
                      <a:pt x="7184" y="3412"/>
                      <a:pt x="7404" y="3349"/>
                      <a:pt x="7625" y="3318"/>
                    </a:cubicBezTo>
                    <a:close/>
                    <a:moveTo>
                      <a:pt x="2611" y="3034"/>
                    </a:moveTo>
                    <a:cubicBezTo>
                      <a:pt x="2846" y="3034"/>
                      <a:pt x="3110" y="3054"/>
                      <a:pt x="3403" y="3097"/>
                    </a:cubicBezTo>
                    <a:cubicBezTo>
                      <a:pt x="3309" y="3570"/>
                      <a:pt x="3183" y="4042"/>
                      <a:pt x="3151" y="4609"/>
                    </a:cubicBezTo>
                    <a:cubicBezTo>
                      <a:pt x="2742" y="4924"/>
                      <a:pt x="2363" y="5240"/>
                      <a:pt x="1954" y="5586"/>
                    </a:cubicBezTo>
                    <a:cubicBezTo>
                      <a:pt x="712" y="4068"/>
                      <a:pt x="945" y="3034"/>
                      <a:pt x="2611" y="3034"/>
                    </a:cubicBezTo>
                    <a:close/>
                    <a:moveTo>
                      <a:pt x="9301" y="3075"/>
                    </a:moveTo>
                    <a:cubicBezTo>
                      <a:pt x="10879" y="3075"/>
                      <a:pt x="11079" y="4102"/>
                      <a:pt x="9862" y="5618"/>
                    </a:cubicBezTo>
                    <a:cubicBezTo>
                      <a:pt x="9515" y="5271"/>
                      <a:pt x="9137" y="4924"/>
                      <a:pt x="8696" y="4641"/>
                    </a:cubicBezTo>
                    <a:cubicBezTo>
                      <a:pt x="8601" y="4137"/>
                      <a:pt x="8538" y="3601"/>
                      <a:pt x="8412" y="3160"/>
                    </a:cubicBezTo>
                    <a:cubicBezTo>
                      <a:pt x="8746" y="3102"/>
                      <a:pt x="9042" y="3075"/>
                      <a:pt x="9301" y="3075"/>
                    </a:cubicBezTo>
                    <a:close/>
                    <a:moveTo>
                      <a:pt x="8822" y="5744"/>
                    </a:moveTo>
                    <a:cubicBezTo>
                      <a:pt x="9011" y="5901"/>
                      <a:pt x="9169" y="6059"/>
                      <a:pt x="9326" y="6216"/>
                    </a:cubicBezTo>
                    <a:cubicBezTo>
                      <a:pt x="9169" y="6374"/>
                      <a:pt x="8980" y="6531"/>
                      <a:pt x="8822" y="6689"/>
                    </a:cubicBezTo>
                    <a:lnTo>
                      <a:pt x="8822" y="5744"/>
                    </a:lnTo>
                    <a:close/>
                    <a:moveTo>
                      <a:pt x="3025" y="5775"/>
                    </a:moveTo>
                    <a:lnTo>
                      <a:pt x="3025" y="6720"/>
                    </a:lnTo>
                    <a:cubicBezTo>
                      <a:pt x="2836" y="6563"/>
                      <a:pt x="2679" y="6405"/>
                      <a:pt x="2521" y="6248"/>
                    </a:cubicBezTo>
                    <a:cubicBezTo>
                      <a:pt x="2679" y="6090"/>
                      <a:pt x="2868" y="5933"/>
                      <a:pt x="3025" y="5775"/>
                    </a:cubicBezTo>
                    <a:close/>
                    <a:moveTo>
                      <a:pt x="5892" y="3885"/>
                    </a:moveTo>
                    <a:cubicBezTo>
                      <a:pt x="6617" y="4200"/>
                      <a:pt x="7278" y="4609"/>
                      <a:pt x="7908" y="5082"/>
                    </a:cubicBezTo>
                    <a:cubicBezTo>
                      <a:pt x="8003" y="5838"/>
                      <a:pt x="8003" y="6626"/>
                      <a:pt x="7908" y="7413"/>
                    </a:cubicBezTo>
                    <a:cubicBezTo>
                      <a:pt x="7278" y="7823"/>
                      <a:pt x="6585" y="8232"/>
                      <a:pt x="5892" y="8579"/>
                    </a:cubicBezTo>
                    <a:cubicBezTo>
                      <a:pt x="5545" y="8421"/>
                      <a:pt x="5230" y="8232"/>
                      <a:pt x="4884" y="8043"/>
                    </a:cubicBezTo>
                    <a:cubicBezTo>
                      <a:pt x="4537" y="7823"/>
                      <a:pt x="4191" y="7634"/>
                      <a:pt x="3876" y="7413"/>
                    </a:cubicBezTo>
                    <a:cubicBezTo>
                      <a:pt x="3844" y="6657"/>
                      <a:pt x="3844" y="5870"/>
                      <a:pt x="3876" y="5082"/>
                    </a:cubicBezTo>
                    <a:cubicBezTo>
                      <a:pt x="4191" y="4830"/>
                      <a:pt x="4537" y="4641"/>
                      <a:pt x="4884" y="4452"/>
                    </a:cubicBezTo>
                    <a:cubicBezTo>
                      <a:pt x="5230" y="4263"/>
                      <a:pt x="5577" y="4042"/>
                      <a:pt x="5892" y="3885"/>
                    </a:cubicBezTo>
                    <a:close/>
                    <a:moveTo>
                      <a:pt x="4033" y="8516"/>
                    </a:moveTo>
                    <a:cubicBezTo>
                      <a:pt x="4159" y="8579"/>
                      <a:pt x="4317" y="8674"/>
                      <a:pt x="4474" y="8737"/>
                    </a:cubicBezTo>
                    <a:cubicBezTo>
                      <a:pt x="4632" y="8831"/>
                      <a:pt x="4758" y="8894"/>
                      <a:pt x="4915" y="8989"/>
                    </a:cubicBezTo>
                    <a:cubicBezTo>
                      <a:pt x="4663" y="9052"/>
                      <a:pt x="4474" y="9146"/>
                      <a:pt x="4254" y="9178"/>
                    </a:cubicBezTo>
                    <a:cubicBezTo>
                      <a:pt x="4159" y="8926"/>
                      <a:pt x="4096" y="8737"/>
                      <a:pt x="4033" y="8516"/>
                    </a:cubicBezTo>
                    <a:close/>
                    <a:moveTo>
                      <a:pt x="7782" y="8516"/>
                    </a:moveTo>
                    <a:cubicBezTo>
                      <a:pt x="7751" y="8737"/>
                      <a:pt x="7688" y="8989"/>
                      <a:pt x="7625" y="9178"/>
                    </a:cubicBezTo>
                    <a:cubicBezTo>
                      <a:pt x="7404" y="9083"/>
                      <a:pt x="7184" y="9052"/>
                      <a:pt x="6963" y="8989"/>
                    </a:cubicBezTo>
                    <a:cubicBezTo>
                      <a:pt x="7278" y="8831"/>
                      <a:pt x="7499" y="8674"/>
                      <a:pt x="7782" y="8516"/>
                    </a:cubicBezTo>
                    <a:close/>
                    <a:moveTo>
                      <a:pt x="1954" y="6846"/>
                    </a:moveTo>
                    <a:cubicBezTo>
                      <a:pt x="2300" y="7193"/>
                      <a:pt x="2710" y="7571"/>
                      <a:pt x="3151" y="7823"/>
                    </a:cubicBezTo>
                    <a:cubicBezTo>
                      <a:pt x="3214" y="8358"/>
                      <a:pt x="3309" y="8863"/>
                      <a:pt x="3403" y="9335"/>
                    </a:cubicBezTo>
                    <a:cubicBezTo>
                      <a:pt x="3090" y="9388"/>
                      <a:pt x="2806" y="9414"/>
                      <a:pt x="2555" y="9414"/>
                    </a:cubicBezTo>
                    <a:cubicBezTo>
                      <a:pt x="1015" y="9414"/>
                      <a:pt x="681" y="8445"/>
                      <a:pt x="1954" y="6846"/>
                    </a:cubicBezTo>
                    <a:close/>
                    <a:moveTo>
                      <a:pt x="9925" y="6846"/>
                    </a:moveTo>
                    <a:lnTo>
                      <a:pt x="9925" y="6846"/>
                    </a:lnTo>
                    <a:cubicBezTo>
                      <a:pt x="11167" y="8392"/>
                      <a:pt x="10934" y="9430"/>
                      <a:pt x="9267" y="9430"/>
                    </a:cubicBezTo>
                    <a:cubicBezTo>
                      <a:pt x="9032" y="9430"/>
                      <a:pt x="8768" y="9410"/>
                      <a:pt x="8475" y="9367"/>
                    </a:cubicBezTo>
                    <a:cubicBezTo>
                      <a:pt x="8538" y="8894"/>
                      <a:pt x="8664" y="8390"/>
                      <a:pt x="8727" y="7823"/>
                    </a:cubicBezTo>
                    <a:cubicBezTo>
                      <a:pt x="9137" y="7508"/>
                      <a:pt x="9515" y="7193"/>
                      <a:pt x="9925" y="6846"/>
                    </a:cubicBezTo>
                    <a:close/>
                    <a:moveTo>
                      <a:pt x="5924" y="9461"/>
                    </a:moveTo>
                    <a:cubicBezTo>
                      <a:pt x="6396" y="9650"/>
                      <a:pt x="6869" y="9839"/>
                      <a:pt x="7404" y="9965"/>
                    </a:cubicBezTo>
                    <a:cubicBezTo>
                      <a:pt x="6962" y="11056"/>
                      <a:pt x="6440" y="11607"/>
                      <a:pt x="5922" y="11607"/>
                    </a:cubicBezTo>
                    <a:cubicBezTo>
                      <a:pt x="5408" y="11607"/>
                      <a:pt x="4898" y="11064"/>
                      <a:pt x="4474" y="9965"/>
                    </a:cubicBezTo>
                    <a:cubicBezTo>
                      <a:pt x="4978" y="9839"/>
                      <a:pt x="5451" y="9650"/>
                      <a:pt x="5924" y="9461"/>
                    </a:cubicBezTo>
                    <a:close/>
                    <a:moveTo>
                      <a:pt x="5931" y="1"/>
                    </a:moveTo>
                    <a:cubicBezTo>
                      <a:pt x="5817" y="1"/>
                      <a:pt x="5699" y="14"/>
                      <a:pt x="5577" y="41"/>
                    </a:cubicBezTo>
                    <a:cubicBezTo>
                      <a:pt x="4632" y="262"/>
                      <a:pt x="4002" y="1333"/>
                      <a:pt x="3655" y="2278"/>
                    </a:cubicBezTo>
                    <a:cubicBezTo>
                      <a:pt x="3326" y="2223"/>
                      <a:pt x="2973" y="2187"/>
                      <a:pt x="2624" y="2187"/>
                    </a:cubicBezTo>
                    <a:cubicBezTo>
                      <a:pt x="1770" y="2187"/>
                      <a:pt x="939" y="2404"/>
                      <a:pt x="536" y="3097"/>
                    </a:cubicBezTo>
                    <a:cubicBezTo>
                      <a:pt x="1" y="4074"/>
                      <a:pt x="662" y="5334"/>
                      <a:pt x="1387" y="6216"/>
                    </a:cubicBezTo>
                    <a:cubicBezTo>
                      <a:pt x="788" y="6972"/>
                      <a:pt x="158" y="8043"/>
                      <a:pt x="379" y="8926"/>
                    </a:cubicBezTo>
                    <a:cubicBezTo>
                      <a:pt x="599" y="9650"/>
                      <a:pt x="1166" y="10028"/>
                      <a:pt x="1922" y="10186"/>
                    </a:cubicBezTo>
                    <a:cubicBezTo>
                      <a:pt x="2157" y="10241"/>
                      <a:pt x="2410" y="10266"/>
                      <a:pt x="2668" y="10266"/>
                    </a:cubicBezTo>
                    <a:cubicBezTo>
                      <a:pt x="2998" y="10266"/>
                      <a:pt x="3337" y="10225"/>
                      <a:pt x="3655" y="10154"/>
                    </a:cubicBezTo>
                    <a:cubicBezTo>
                      <a:pt x="4221" y="11678"/>
                      <a:pt x="5076" y="12434"/>
                      <a:pt x="5929" y="12434"/>
                    </a:cubicBezTo>
                    <a:cubicBezTo>
                      <a:pt x="6786" y="12434"/>
                      <a:pt x="7639" y="11670"/>
                      <a:pt x="8192" y="10154"/>
                    </a:cubicBezTo>
                    <a:cubicBezTo>
                      <a:pt x="8550" y="10215"/>
                      <a:pt x="8882" y="10243"/>
                      <a:pt x="9186" y="10243"/>
                    </a:cubicBezTo>
                    <a:cubicBezTo>
                      <a:pt x="11589" y="10243"/>
                      <a:pt x="12278" y="8453"/>
                      <a:pt x="10460" y="6216"/>
                    </a:cubicBezTo>
                    <a:cubicBezTo>
                      <a:pt x="12272" y="4014"/>
                      <a:pt x="11618" y="2182"/>
                      <a:pt x="9217" y="2182"/>
                    </a:cubicBezTo>
                    <a:cubicBezTo>
                      <a:pt x="8904" y="2182"/>
                      <a:pt x="8562" y="2213"/>
                      <a:pt x="8192" y="2278"/>
                    </a:cubicBezTo>
                    <a:cubicBezTo>
                      <a:pt x="7765" y="1139"/>
                      <a:pt x="7004" y="1"/>
                      <a:pt x="59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2"/>
              <p:cNvSpPr/>
              <p:nvPr/>
            </p:nvSpPr>
            <p:spPr>
              <a:xfrm>
                <a:off x="-42500725" y="3712425"/>
                <a:ext cx="63025" cy="62275"/>
              </a:xfrm>
              <a:custGeom>
                <a:rect b="b" l="l" r="r" t="t"/>
                <a:pathLst>
                  <a:path extrusionOk="0" h="2491" w="2521">
                    <a:moveTo>
                      <a:pt x="1313" y="0"/>
                    </a:moveTo>
                    <a:cubicBezTo>
                      <a:pt x="1295" y="0"/>
                      <a:pt x="1278" y="1"/>
                      <a:pt x="1261" y="1"/>
                    </a:cubicBezTo>
                    <a:cubicBezTo>
                      <a:pt x="599" y="1"/>
                      <a:pt x="0" y="569"/>
                      <a:pt x="63" y="1230"/>
                    </a:cubicBezTo>
                    <a:cubicBezTo>
                      <a:pt x="0" y="1955"/>
                      <a:pt x="567" y="2490"/>
                      <a:pt x="1261" y="2490"/>
                    </a:cubicBezTo>
                    <a:cubicBezTo>
                      <a:pt x="1954" y="2490"/>
                      <a:pt x="2521" y="1955"/>
                      <a:pt x="2489" y="1230"/>
                    </a:cubicBezTo>
                    <a:cubicBezTo>
                      <a:pt x="2489" y="585"/>
                      <a:pt x="1980" y="0"/>
                      <a:pt x="13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4" name="Google Shape;1554;p32"/>
          <p:cNvGrpSpPr/>
          <p:nvPr/>
        </p:nvGrpSpPr>
        <p:grpSpPr>
          <a:xfrm>
            <a:off x="457217" y="2154542"/>
            <a:ext cx="3067168" cy="722800"/>
            <a:chOff x="457200" y="1402550"/>
            <a:chExt cx="3257400" cy="722800"/>
          </a:xfrm>
        </p:grpSpPr>
        <p:sp>
          <p:nvSpPr>
            <p:cNvPr id="1555" name="Google Shape;1555;p32"/>
            <p:cNvSpPr txBox="1"/>
            <p:nvPr/>
          </p:nvSpPr>
          <p:spPr>
            <a:xfrm>
              <a:off x="457200" y="1608450"/>
              <a:ext cx="32574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 and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6" name="Google Shape;1556;p32"/>
            <p:cNvSpPr txBox="1"/>
            <p:nvPr/>
          </p:nvSpPr>
          <p:spPr>
            <a:xfrm>
              <a:off x="457200" y="1402550"/>
              <a:ext cx="2973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sz="1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5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Physics</a:t>
              </a:r>
              <a:endParaRPr b="1" sz="1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57" name="Google Shape;1557;p32"/>
          <p:cNvSpPr/>
          <p:nvPr/>
        </p:nvSpPr>
        <p:spPr>
          <a:xfrm>
            <a:off x="3781425" y="3393583"/>
            <a:ext cx="4286400" cy="1524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2"/>
          <p:cNvSpPr/>
          <p:nvPr/>
        </p:nvSpPr>
        <p:spPr>
          <a:xfrm>
            <a:off x="3781500" y="3393583"/>
            <a:ext cx="2181000" cy="1524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9" name="Google Shape;1559;p32"/>
          <p:cNvGrpSpPr/>
          <p:nvPr/>
        </p:nvGrpSpPr>
        <p:grpSpPr>
          <a:xfrm>
            <a:off x="5593795" y="3223942"/>
            <a:ext cx="491685" cy="491685"/>
            <a:chOff x="5677050" y="3174583"/>
            <a:chExt cx="590400" cy="590400"/>
          </a:xfrm>
        </p:grpSpPr>
        <p:sp>
          <p:nvSpPr>
            <p:cNvPr id="1560" name="Google Shape;1560;p32"/>
            <p:cNvSpPr/>
            <p:nvPr/>
          </p:nvSpPr>
          <p:spPr>
            <a:xfrm>
              <a:off x="5677050" y="3174583"/>
              <a:ext cx="590400" cy="590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1" name="Google Shape;1561;p32"/>
            <p:cNvGrpSpPr/>
            <p:nvPr/>
          </p:nvGrpSpPr>
          <p:grpSpPr>
            <a:xfrm>
              <a:off x="5864118" y="3302563"/>
              <a:ext cx="216271" cy="371814"/>
              <a:chOff x="-39082953" y="3220175"/>
              <a:chExt cx="185100" cy="318225"/>
            </a:xfrm>
          </p:grpSpPr>
          <p:sp>
            <p:nvSpPr>
              <p:cNvPr id="1562" name="Google Shape;1562;p32"/>
              <p:cNvSpPr/>
              <p:nvPr/>
            </p:nvSpPr>
            <p:spPr>
              <a:xfrm>
                <a:off x="-39082953" y="3220175"/>
                <a:ext cx="185100" cy="111875"/>
              </a:xfrm>
              <a:custGeom>
                <a:rect b="b" l="l" r="r" t="t"/>
                <a:pathLst>
                  <a:path extrusionOk="0" h="4475" w="7404">
                    <a:moveTo>
                      <a:pt x="1229" y="1"/>
                    </a:moveTo>
                    <a:cubicBezTo>
                      <a:pt x="567" y="1"/>
                      <a:pt x="0" y="568"/>
                      <a:pt x="0" y="1261"/>
                    </a:cubicBezTo>
                    <a:cubicBezTo>
                      <a:pt x="0" y="1797"/>
                      <a:pt x="315" y="2269"/>
                      <a:pt x="819" y="2458"/>
                    </a:cubicBezTo>
                    <a:lnTo>
                      <a:pt x="819" y="4475"/>
                    </a:lnTo>
                    <a:lnTo>
                      <a:pt x="6616" y="4475"/>
                    </a:lnTo>
                    <a:lnTo>
                      <a:pt x="6616" y="2458"/>
                    </a:lnTo>
                    <a:lnTo>
                      <a:pt x="6585" y="2458"/>
                    </a:lnTo>
                    <a:cubicBezTo>
                      <a:pt x="7057" y="2301"/>
                      <a:pt x="7404" y="1828"/>
                      <a:pt x="7404" y="1261"/>
                    </a:cubicBezTo>
                    <a:cubicBezTo>
                      <a:pt x="7404" y="600"/>
                      <a:pt x="6868" y="64"/>
                      <a:pt x="61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2"/>
              <p:cNvSpPr/>
              <p:nvPr/>
            </p:nvSpPr>
            <p:spPr>
              <a:xfrm>
                <a:off x="-39062478" y="3353300"/>
                <a:ext cx="144950" cy="185100"/>
              </a:xfrm>
              <a:custGeom>
                <a:rect b="b" l="l" r="r" t="t"/>
                <a:pathLst>
                  <a:path extrusionOk="0" h="7404" w="5798">
                    <a:moveTo>
                      <a:pt x="0" y="0"/>
                    </a:moveTo>
                    <a:lnTo>
                      <a:pt x="0" y="819"/>
                    </a:lnTo>
                    <a:lnTo>
                      <a:pt x="2111" y="819"/>
                    </a:lnTo>
                    <a:cubicBezTo>
                      <a:pt x="2332" y="819"/>
                      <a:pt x="2489" y="1040"/>
                      <a:pt x="2489" y="1260"/>
                    </a:cubicBezTo>
                    <a:cubicBezTo>
                      <a:pt x="2489" y="1513"/>
                      <a:pt x="2300" y="1702"/>
                      <a:pt x="2111" y="1702"/>
                    </a:cubicBezTo>
                    <a:lnTo>
                      <a:pt x="0" y="1702"/>
                    </a:lnTo>
                    <a:lnTo>
                      <a:pt x="0" y="2521"/>
                    </a:lnTo>
                    <a:lnTo>
                      <a:pt x="2111" y="2521"/>
                    </a:lnTo>
                    <a:cubicBezTo>
                      <a:pt x="2332" y="2521"/>
                      <a:pt x="2489" y="2710"/>
                      <a:pt x="2489" y="2930"/>
                    </a:cubicBezTo>
                    <a:cubicBezTo>
                      <a:pt x="2489" y="3151"/>
                      <a:pt x="2300" y="3340"/>
                      <a:pt x="2111" y="3340"/>
                    </a:cubicBezTo>
                    <a:lnTo>
                      <a:pt x="0" y="3340"/>
                    </a:lnTo>
                    <a:lnTo>
                      <a:pt x="0" y="4190"/>
                    </a:lnTo>
                    <a:lnTo>
                      <a:pt x="2111" y="4190"/>
                    </a:lnTo>
                    <a:cubicBezTo>
                      <a:pt x="2332" y="4190"/>
                      <a:pt x="2489" y="4379"/>
                      <a:pt x="2489" y="4600"/>
                    </a:cubicBezTo>
                    <a:cubicBezTo>
                      <a:pt x="2458" y="4726"/>
                      <a:pt x="2300" y="4915"/>
                      <a:pt x="2048" y="4915"/>
                    </a:cubicBezTo>
                    <a:lnTo>
                      <a:pt x="63" y="4915"/>
                    </a:lnTo>
                    <a:cubicBezTo>
                      <a:pt x="252" y="6427"/>
                      <a:pt x="1512" y="7404"/>
                      <a:pt x="2899" y="7404"/>
                    </a:cubicBezTo>
                    <a:cubicBezTo>
                      <a:pt x="4474" y="7404"/>
                      <a:pt x="5797" y="6112"/>
                      <a:pt x="5797" y="4537"/>
                    </a:cubicBezTo>
                    <a:lnTo>
                      <a:pt x="57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4" name="Google Shape;1564;p32"/>
          <p:cNvGrpSpPr/>
          <p:nvPr/>
        </p:nvGrpSpPr>
        <p:grpSpPr>
          <a:xfrm>
            <a:off x="457217" y="3108383"/>
            <a:ext cx="3067168" cy="722800"/>
            <a:chOff x="457200" y="1402550"/>
            <a:chExt cx="3257400" cy="722800"/>
          </a:xfrm>
        </p:grpSpPr>
        <p:sp>
          <p:nvSpPr>
            <p:cNvPr id="1565" name="Google Shape;1565;p32"/>
            <p:cNvSpPr txBox="1"/>
            <p:nvPr/>
          </p:nvSpPr>
          <p:spPr>
            <a:xfrm>
              <a:off x="457200" y="1608450"/>
              <a:ext cx="32574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called the red planet and is actually a cold place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66" name="Google Shape;1566;p32"/>
            <p:cNvSpPr txBox="1"/>
            <p:nvPr/>
          </p:nvSpPr>
          <p:spPr>
            <a:xfrm>
              <a:off x="457200" y="1402550"/>
              <a:ext cx="2973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Chemistry</a:t>
              </a:r>
              <a:endParaRPr b="1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67" name="Google Shape;1567;p32"/>
          <p:cNvSpPr/>
          <p:nvPr/>
        </p:nvSpPr>
        <p:spPr>
          <a:xfrm>
            <a:off x="3781425" y="4347425"/>
            <a:ext cx="4286400" cy="1524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2"/>
          <p:cNvSpPr/>
          <p:nvPr/>
        </p:nvSpPr>
        <p:spPr>
          <a:xfrm>
            <a:off x="3781500" y="4347425"/>
            <a:ext cx="1409700" cy="1524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9" name="Google Shape;1569;p32"/>
          <p:cNvGrpSpPr/>
          <p:nvPr/>
        </p:nvGrpSpPr>
        <p:grpSpPr>
          <a:xfrm>
            <a:off x="4781410" y="4177751"/>
            <a:ext cx="491685" cy="491685"/>
            <a:chOff x="4781625" y="4128425"/>
            <a:chExt cx="590400" cy="590400"/>
          </a:xfrm>
        </p:grpSpPr>
        <p:sp>
          <p:nvSpPr>
            <p:cNvPr id="1570" name="Google Shape;1570;p32"/>
            <p:cNvSpPr/>
            <p:nvPr/>
          </p:nvSpPr>
          <p:spPr>
            <a:xfrm>
              <a:off x="4781625" y="4128425"/>
              <a:ext cx="590400" cy="590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71" name="Google Shape;1571;p32"/>
            <p:cNvGrpSpPr/>
            <p:nvPr/>
          </p:nvGrpSpPr>
          <p:grpSpPr>
            <a:xfrm>
              <a:off x="4966827" y="4238172"/>
              <a:ext cx="219981" cy="369974"/>
              <a:chOff x="-38109725" y="3955025"/>
              <a:chExt cx="188275" cy="316650"/>
            </a:xfrm>
          </p:grpSpPr>
          <p:sp>
            <p:nvSpPr>
              <p:cNvPr id="1572" name="Google Shape;1572;p32"/>
              <p:cNvSpPr/>
              <p:nvPr/>
            </p:nvSpPr>
            <p:spPr>
              <a:xfrm>
                <a:off x="-38109725" y="3955025"/>
                <a:ext cx="188275" cy="220575"/>
              </a:xfrm>
              <a:custGeom>
                <a:rect b="b" l="l" r="r" t="t"/>
                <a:pathLst>
                  <a:path extrusionOk="0" h="8823" w="7531">
                    <a:moveTo>
                      <a:pt x="3372" y="1"/>
                    </a:moveTo>
                    <a:lnTo>
                      <a:pt x="95" y="5703"/>
                    </a:lnTo>
                    <a:cubicBezTo>
                      <a:pt x="1" y="5829"/>
                      <a:pt x="1" y="5987"/>
                      <a:pt x="95" y="6113"/>
                    </a:cubicBezTo>
                    <a:lnTo>
                      <a:pt x="1418" y="8822"/>
                    </a:lnTo>
                    <a:lnTo>
                      <a:pt x="6081" y="8822"/>
                    </a:lnTo>
                    <a:lnTo>
                      <a:pt x="7467" y="6113"/>
                    </a:lnTo>
                    <a:cubicBezTo>
                      <a:pt x="7530" y="5987"/>
                      <a:pt x="7499" y="5829"/>
                      <a:pt x="7467" y="5703"/>
                    </a:cubicBezTo>
                    <a:lnTo>
                      <a:pt x="4191" y="1"/>
                    </a:lnTo>
                    <a:lnTo>
                      <a:pt x="4191" y="4727"/>
                    </a:lnTo>
                    <a:cubicBezTo>
                      <a:pt x="4663" y="4884"/>
                      <a:pt x="5010" y="5357"/>
                      <a:pt x="5010" y="5892"/>
                    </a:cubicBezTo>
                    <a:cubicBezTo>
                      <a:pt x="5010" y="6585"/>
                      <a:pt x="4474" y="7121"/>
                      <a:pt x="3750" y="7121"/>
                    </a:cubicBezTo>
                    <a:cubicBezTo>
                      <a:pt x="3088" y="7121"/>
                      <a:pt x="2521" y="6585"/>
                      <a:pt x="2521" y="5892"/>
                    </a:cubicBezTo>
                    <a:cubicBezTo>
                      <a:pt x="2521" y="5357"/>
                      <a:pt x="2899" y="4916"/>
                      <a:pt x="3372" y="4727"/>
                    </a:cubicBezTo>
                    <a:lnTo>
                      <a:pt x="33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2"/>
              <p:cNvSpPr/>
              <p:nvPr/>
            </p:nvSpPr>
            <p:spPr>
              <a:xfrm>
                <a:off x="-38067200" y="4196050"/>
                <a:ext cx="104775" cy="75625"/>
              </a:xfrm>
              <a:custGeom>
                <a:rect b="b" l="l" r="r" t="t"/>
                <a:pathLst>
                  <a:path extrusionOk="0" h="3025" w="4191">
                    <a:moveTo>
                      <a:pt x="32" y="0"/>
                    </a:moveTo>
                    <a:lnTo>
                      <a:pt x="32" y="2615"/>
                    </a:lnTo>
                    <a:cubicBezTo>
                      <a:pt x="1" y="2836"/>
                      <a:pt x="190" y="3025"/>
                      <a:pt x="442" y="3025"/>
                    </a:cubicBezTo>
                    <a:lnTo>
                      <a:pt x="3750" y="3025"/>
                    </a:lnTo>
                    <a:cubicBezTo>
                      <a:pt x="3970" y="3025"/>
                      <a:pt x="4191" y="2836"/>
                      <a:pt x="4191" y="2615"/>
                    </a:cubicBezTo>
                    <a:lnTo>
                      <a:pt x="41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74" name="Google Shape;1574;p32"/>
          <p:cNvGrpSpPr/>
          <p:nvPr/>
        </p:nvGrpSpPr>
        <p:grpSpPr>
          <a:xfrm>
            <a:off x="457217" y="4062225"/>
            <a:ext cx="3067168" cy="722800"/>
            <a:chOff x="457200" y="1402550"/>
            <a:chExt cx="3257400" cy="722800"/>
          </a:xfrm>
        </p:grpSpPr>
        <p:sp>
          <p:nvSpPr>
            <p:cNvPr id="1575" name="Google Shape;1575;p32"/>
            <p:cNvSpPr txBox="1"/>
            <p:nvPr/>
          </p:nvSpPr>
          <p:spPr>
            <a:xfrm>
              <a:off x="457200" y="1608450"/>
              <a:ext cx="3257400" cy="5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76" name="Google Shape;1576;p32"/>
            <p:cNvSpPr txBox="1"/>
            <p:nvPr/>
          </p:nvSpPr>
          <p:spPr>
            <a:xfrm>
              <a:off x="457200" y="1402550"/>
              <a:ext cx="29733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Writing</a:t>
              </a:r>
              <a:endParaRPr b="1" sz="17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77" name="Google Shape;1577;p32"/>
          <p:cNvSpPr txBox="1"/>
          <p:nvPr/>
        </p:nvSpPr>
        <p:spPr>
          <a:xfrm>
            <a:off x="7982025" y="1404900"/>
            <a:ext cx="98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95%</a:t>
            </a:r>
            <a:endParaRPr b="1" sz="19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78" name="Google Shape;1578;p32"/>
          <p:cNvSpPr txBox="1"/>
          <p:nvPr/>
        </p:nvSpPr>
        <p:spPr>
          <a:xfrm>
            <a:off x="7982025" y="2358738"/>
            <a:ext cx="98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79" name="Google Shape;1579;p32"/>
          <p:cNvSpPr txBox="1"/>
          <p:nvPr/>
        </p:nvSpPr>
        <p:spPr>
          <a:xfrm>
            <a:off x="7982025" y="3312575"/>
            <a:ext cx="98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</a:t>
            </a: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0" name="Google Shape;1580;p32"/>
          <p:cNvSpPr txBox="1"/>
          <p:nvPr/>
        </p:nvSpPr>
        <p:spPr>
          <a:xfrm>
            <a:off x="7982025" y="4266400"/>
            <a:ext cx="981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33"/>
          <p:cNvSpPr/>
          <p:nvPr/>
        </p:nvSpPr>
        <p:spPr>
          <a:xfrm>
            <a:off x="916800" y="3177225"/>
            <a:ext cx="1981200" cy="82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3"/>
          <p:cNvSpPr/>
          <p:nvPr/>
        </p:nvSpPr>
        <p:spPr>
          <a:xfrm>
            <a:off x="3559650" y="3177225"/>
            <a:ext cx="1981200" cy="82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3"/>
          <p:cNvSpPr/>
          <p:nvPr/>
        </p:nvSpPr>
        <p:spPr>
          <a:xfrm>
            <a:off x="6246000" y="3177225"/>
            <a:ext cx="1981200" cy="828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3"/>
          <p:cNvSpPr txBox="1"/>
          <p:nvPr/>
        </p:nvSpPr>
        <p:spPr>
          <a:xfrm>
            <a:off x="969138" y="1952775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JAVA</a:t>
            </a:r>
            <a:endParaRPr b="1" sz="23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9" name="Google Shape;1589;p33"/>
          <p:cNvSpPr txBox="1"/>
          <p:nvPr/>
        </p:nvSpPr>
        <p:spPr>
          <a:xfrm>
            <a:off x="1021488" y="3222975"/>
            <a:ext cx="1771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0" name="Google Shape;1590;p33"/>
          <p:cNvSpPr txBox="1"/>
          <p:nvPr/>
        </p:nvSpPr>
        <p:spPr>
          <a:xfrm>
            <a:off x="6298338" y="1952775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HTML</a:t>
            </a:r>
            <a:endParaRPr b="1" sz="23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1" name="Google Shape;1591;p33"/>
          <p:cNvSpPr txBox="1"/>
          <p:nvPr/>
        </p:nvSpPr>
        <p:spPr>
          <a:xfrm>
            <a:off x="6350688" y="3222975"/>
            <a:ext cx="1771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called the red planet and is actually a cold place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2" name="Google Shape;1592;p33"/>
          <p:cNvSpPr txBox="1"/>
          <p:nvPr/>
        </p:nvSpPr>
        <p:spPr>
          <a:xfrm>
            <a:off x="3633738" y="1952775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PHP</a:t>
            </a:r>
            <a:endParaRPr b="1" sz="23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3" name="Google Shape;1593;p33"/>
          <p:cNvSpPr txBox="1"/>
          <p:nvPr/>
        </p:nvSpPr>
        <p:spPr>
          <a:xfrm>
            <a:off x="3686088" y="3222975"/>
            <a:ext cx="1771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Solar System 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594" name="Google Shape;1594;p33"/>
          <p:cNvCxnSpPr/>
          <p:nvPr/>
        </p:nvCxnSpPr>
        <p:spPr>
          <a:xfrm>
            <a:off x="723900" y="2695575"/>
            <a:ext cx="780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oval"/>
            <a:tailEnd len="med" w="med" type="oval"/>
          </a:ln>
        </p:spPr>
      </p:cxnSp>
      <p:sp>
        <p:nvSpPr>
          <p:cNvPr id="1595" name="Google Shape;1595;p33"/>
          <p:cNvSpPr/>
          <p:nvPr/>
        </p:nvSpPr>
        <p:spPr>
          <a:xfrm>
            <a:off x="1777950" y="2587875"/>
            <a:ext cx="215400" cy="215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33"/>
          <p:cNvSpPr/>
          <p:nvPr/>
        </p:nvSpPr>
        <p:spPr>
          <a:xfrm>
            <a:off x="4356150" y="2479875"/>
            <a:ext cx="431700" cy="43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3"/>
          <p:cNvSpPr/>
          <p:nvPr/>
        </p:nvSpPr>
        <p:spPr>
          <a:xfrm>
            <a:off x="6915150" y="2396175"/>
            <a:ext cx="599400" cy="59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3"/>
          <p:cNvSpPr txBox="1"/>
          <p:nvPr/>
        </p:nvSpPr>
        <p:spPr>
          <a:xfrm>
            <a:off x="969138" y="1606650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10%</a:t>
            </a:r>
            <a:endParaRPr b="1" sz="29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99" name="Google Shape;1599;p33"/>
          <p:cNvSpPr txBox="1"/>
          <p:nvPr/>
        </p:nvSpPr>
        <p:spPr>
          <a:xfrm>
            <a:off x="6298338" y="1606650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</a:t>
            </a:r>
            <a:endParaRPr b="1" sz="2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00" name="Google Shape;1600;p33"/>
          <p:cNvSpPr txBox="1"/>
          <p:nvPr/>
        </p:nvSpPr>
        <p:spPr>
          <a:xfrm>
            <a:off x="3633738" y="1606650"/>
            <a:ext cx="183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20%</a:t>
            </a:r>
            <a:endParaRPr b="1" sz="2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34"/>
          <p:cNvSpPr/>
          <p:nvPr/>
        </p:nvSpPr>
        <p:spPr>
          <a:xfrm>
            <a:off x="4649627" y="1478045"/>
            <a:ext cx="1320738" cy="1602176"/>
          </a:xfrm>
          <a:custGeom>
            <a:rect b="b" l="l" r="r" t="t"/>
            <a:pathLst>
              <a:path extrusionOk="0" h="10652" w="8781">
                <a:moveTo>
                  <a:pt x="23" y="1"/>
                </a:moveTo>
                <a:lnTo>
                  <a:pt x="1435" y="2583"/>
                </a:lnTo>
                <a:lnTo>
                  <a:pt x="0" y="5246"/>
                </a:lnTo>
                <a:cubicBezTo>
                  <a:pt x="1997" y="5498"/>
                  <a:pt x="3512" y="7186"/>
                  <a:pt x="3547" y="9217"/>
                </a:cubicBezTo>
                <a:lnTo>
                  <a:pt x="6187" y="10652"/>
                </a:lnTo>
                <a:lnTo>
                  <a:pt x="8780" y="9217"/>
                </a:lnTo>
                <a:cubicBezTo>
                  <a:pt x="8746" y="4305"/>
                  <a:pt x="4913" y="276"/>
                  <a:pt x="2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34"/>
          <p:cNvSpPr/>
          <p:nvPr/>
        </p:nvSpPr>
        <p:spPr>
          <a:xfrm>
            <a:off x="3177097" y="1476391"/>
            <a:ext cx="1602153" cy="1322412"/>
          </a:xfrm>
          <a:custGeom>
            <a:rect b="b" l="l" r="r" t="t"/>
            <a:pathLst>
              <a:path extrusionOk="0" h="8792" w="10652">
                <a:moveTo>
                  <a:pt x="9216" y="0"/>
                </a:moveTo>
                <a:cubicBezTo>
                  <a:pt x="4304" y="35"/>
                  <a:pt x="276" y="3868"/>
                  <a:pt x="0" y="8769"/>
                </a:cubicBezTo>
                <a:lnTo>
                  <a:pt x="2583" y="7346"/>
                </a:lnTo>
                <a:lnTo>
                  <a:pt x="5245" y="8792"/>
                </a:lnTo>
                <a:cubicBezTo>
                  <a:pt x="5498" y="6783"/>
                  <a:pt x="7185" y="5268"/>
                  <a:pt x="9216" y="5234"/>
                </a:cubicBezTo>
                <a:lnTo>
                  <a:pt x="10651" y="2594"/>
                </a:lnTo>
                <a:lnTo>
                  <a:pt x="921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4"/>
          <p:cNvSpPr/>
          <p:nvPr/>
        </p:nvSpPr>
        <p:spPr>
          <a:xfrm>
            <a:off x="4370032" y="2950597"/>
            <a:ext cx="1600348" cy="1322562"/>
          </a:xfrm>
          <a:custGeom>
            <a:rect b="b" l="l" r="r" t="t"/>
            <a:pathLst>
              <a:path extrusionOk="0" h="8793" w="10640">
                <a:moveTo>
                  <a:pt x="5395" y="1"/>
                </a:moveTo>
                <a:cubicBezTo>
                  <a:pt x="5142" y="1998"/>
                  <a:pt x="3455" y="3513"/>
                  <a:pt x="1435" y="3559"/>
                </a:cubicBezTo>
                <a:lnTo>
                  <a:pt x="0" y="6187"/>
                </a:lnTo>
                <a:lnTo>
                  <a:pt x="1424" y="8792"/>
                </a:lnTo>
                <a:cubicBezTo>
                  <a:pt x="6324" y="8758"/>
                  <a:pt x="10364" y="4913"/>
                  <a:pt x="10640" y="24"/>
                </a:cubicBezTo>
                <a:lnTo>
                  <a:pt x="10640" y="24"/>
                </a:lnTo>
                <a:lnTo>
                  <a:pt x="8058" y="1436"/>
                </a:lnTo>
                <a:lnTo>
                  <a:pt x="539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34"/>
          <p:cNvSpPr/>
          <p:nvPr/>
        </p:nvSpPr>
        <p:spPr>
          <a:xfrm>
            <a:off x="3173637" y="2669323"/>
            <a:ext cx="1324198" cy="1600371"/>
          </a:xfrm>
          <a:custGeom>
            <a:rect b="b" l="l" r="r" t="t"/>
            <a:pathLst>
              <a:path extrusionOk="0" h="10640" w="8804">
                <a:moveTo>
                  <a:pt x="2606" y="0"/>
                </a:moveTo>
                <a:lnTo>
                  <a:pt x="0" y="1435"/>
                </a:lnTo>
                <a:cubicBezTo>
                  <a:pt x="46" y="6335"/>
                  <a:pt x="3880" y="10364"/>
                  <a:pt x="8769" y="10639"/>
                </a:cubicBezTo>
                <a:lnTo>
                  <a:pt x="7357" y="8057"/>
                </a:lnTo>
                <a:lnTo>
                  <a:pt x="8803" y="5394"/>
                </a:lnTo>
                <a:cubicBezTo>
                  <a:pt x="6795" y="5142"/>
                  <a:pt x="5280" y="3455"/>
                  <a:pt x="5245" y="1435"/>
                </a:cubicBezTo>
                <a:lnTo>
                  <a:pt x="26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4"/>
          <p:cNvSpPr/>
          <p:nvPr/>
        </p:nvSpPr>
        <p:spPr>
          <a:xfrm>
            <a:off x="3586508" y="3264225"/>
            <a:ext cx="385429" cy="384814"/>
          </a:xfrm>
          <a:custGeom>
            <a:rect b="b" l="l" r="r" t="t"/>
            <a:pathLst>
              <a:path extrusionOk="0" h="11270" w="11288">
                <a:moveTo>
                  <a:pt x="6049" y="351"/>
                </a:moveTo>
                <a:lnTo>
                  <a:pt x="6049" y="1149"/>
                </a:lnTo>
                <a:lnTo>
                  <a:pt x="5239" y="1149"/>
                </a:lnTo>
                <a:lnTo>
                  <a:pt x="5239" y="351"/>
                </a:lnTo>
                <a:close/>
                <a:moveTo>
                  <a:pt x="1167" y="5828"/>
                </a:moveTo>
                <a:lnTo>
                  <a:pt x="1167" y="6650"/>
                </a:lnTo>
                <a:lnTo>
                  <a:pt x="345" y="6650"/>
                </a:lnTo>
                <a:lnTo>
                  <a:pt x="345" y="5828"/>
                </a:lnTo>
                <a:close/>
                <a:moveTo>
                  <a:pt x="10954" y="5828"/>
                </a:moveTo>
                <a:lnTo>
                  <a:pt x="10954" y="6650"/>
                </a:lnTo>
                <a:lnTo>
                  <a:pt x="10132" y="6650"/>
                </a:lnTo>
                <a:lnTo>
                  <a:pt x="10132" y="5828"/>
                </a:lnTo>
                <a:close/>
                <a:moveTo>
                  <a:pt x="1442" y="0"/>
                </a:moveTo>
                <a:cubicBezTo>
                  <a:pt x="1273" y="0"/>
                  <a:pt x="1100" y="58"/>
                  <a:pt x="953" y="185"/>
                </a:cubicBezTo>
                <a:cubicBezTo>
                  <a:pt x="726" y="375"/>
                  <a:pt x="643" y="709"/>
                  <a:pt x="726" y="971"/>
                </a:cubicBezTo>
                <a:cubicBezTo>
                  <a:pt x="755" y="1047"/>
                  <a:pt x="814" y="1085"/>
                  <a:pt x="885" y="1085"/>
                </a:cubicBezTo>
                <a:cubicBezTo>
                  <a:pt x="903" y="1085"/>
                  <a:pt x="922" y="1082"/>
                  <a:pt x="941" y="1078"/>
                </a:cubicBezTo>
                <a:cubicBezTo>
                  <a:pt x="1024" y="1042"/>
                  <a:pt x="1072" y="959"/>
                  <a:pt x="1036" y="863"/>
                </a:cubicBezTo>
                <a:cubicBezTo>
                  <a:pt x="953" y="601"/>
                  <a:pt x="1143" y="328"/>
                  <a:pt x="1429" y="328"/>
                </a:cubicBezTo>
                <a:cubicBezTo>
                  <a:pt x="1798" y="328"/>
                  <a:pt x="1977" y="792"/>
                  <a:pt x="1691" y="1042"/>
                </a:cubicBezTo>
                <a:cubicBezTo>
                  <a:pt x="1631" y="1112"/>
                  <a:pt x="1545" y="1140"/>
                  <a:pt x="1463" y="1140"/>
                </a:cubicBezTo>
                <a:cubicBezTo>
                  <a:pt x="1447" y="1140"/>
                  <a:pt x="1432" y="1139"/>
                  <a:pt x="1417" y="1137"/>
                </a:cubicBezTo>
                <a:cubicBezTo>
                  <a:pt x="1322" y="1137"/>
                  <a:pt x="1238" y="1197"/>
                  <a:pt x="1238" y="1280"/>
                </a:cubicBezTo>
                <a:cubicBezTo>
                  <a:pt x="1238" y="1375"/>
                  <a:pt x="1298" y="1459"/>
                  <a:pt x="1381" y="1459"/>
                </a:cubicBezTo>
                <a:cubicBezTo>
                  <a:pt x="1409" y="1462"/>
                  <a:pt x="1436" y="1464"/>
                  <a:pt x="1463" y="1464"/>
                </a:cubicBezTo>
                <a:cubicBezTo>
                  <a:pt x="1628" y="1464"/>
                  <a:pt x="1795" y="1403"/>
                  <a:pt x="1917" y="1280"/>
                </a:cubicBezTo>
                <a:cubicBezTo>
                  <a:pt x="2036" y="1185"/>
                  <a:pt x="2131" y="1042"/>
                  <a:pt x="2155" y="899"/>
                </a:cubicBezTo>
                <a:lnTo>
                  <a:pt x="3822" y="899"/>
                </a:lnTo>
                <a:cubicBezTo>
                  <a:pt x="3167" y="1149"/>
                  <a:pt x="2572" y="1542"/>
                  <a:pt x="2072" y="2042"/>
                </a:cubicBezTo>
                <a:cubicBezTo>
                  <a:pt x="1143" y="2971"/>
                  <a:pt x="619" y="4173"/>
                  <a:pt x="595" y="5471"/>
                </a:cubicBezTo>
                <a:lnTo>
                  <a:pt x="167" y="5471"/>
                </a:lnTo>
                <a:cubicBezTo>
                  <a:pt x="72" y="5471"/>
                  <a:pt x="0" y="5543"/>
                  <a:pt x="0" y="5626"/>
                </a:cubicBezTo>
                <a:lnTo>
                  <a:pt x="0" y="6793"/>
                </a:lnTo>
                <a:cubicBezTo>
                  <a:pt x="0" y="6876"/>
                  <a:pt x="72" y="6959"/>
                  <a:pt x="167" y="6959"/>
                </a:cubicBezTo>
                <a:lnTo>
                  <a:pt x="1322" y="6959"/>
                </a:lnTo>
                <a:cubicBezTo>
                  <a:pt x="1417" y="6959"/>
                  <a:pt x="1488" y="6876"/>
                  <a:pt x="1488" y="6793"/>
                </a:cubicBezTo>
                <a:lnTo>
                  <a:pt x="1488" y="5626"/>
                </a:lnTo>
                <a:cubicBezTo>
                  <a:pt x="1488" y="5543"/>
                  <a:pt x="1417" y="5471"/>
                  <a:pt x="1322" y="5471"/>
                </a:cubicBezTo>
                <a:lnTo>
                  <a:pt x="941" y="5471"/>
                </a:lnTo>
                <a:cubicBezTo>
                  <a:pt x="1012" y="3185"/>
                  <a:pt x="2703" y="1304"/>
                  <a:pt x="4906" y="959"/>
                </a:cubicBezTo>
                <a:lnTo>
                  <a:pt x="4906" y="1304"/>
                </a:lnTo>
                <a:cubicBezTo>
                  <a:pt x="4906" y="1387"/>
                  <a:pt x="4989" y="1459"/>
                  <a:pt x="5072" y="1459"/>
                </a:cubicBezTo>
                <a:lnTo>
                  <a:pt x="5406" y="1459"/>
                </a:lnTo>
                <a:cubicBezTo>
                  <a:pt x="5227" y="1518"/>
                  <a:pt x="5072" y="1661"/>
                  <a:pt x="5001" y="1852"/>
                </a:cubicBezTo>
                <a:lnTo>
                  <a:pt x="3513" y="5269"/>
                </a:lnTo>
                <a:cubicBezTo>
                  <a:pt x="3382" y="5566"/>
                  <a:pt x="3322" y="5888"/>
                  <a:pt x="3322" y="6197"/>
                </a:cubicBezTo>
                <a:cubicBezTo>
                  <a:pt x="3322" y="6793"/>
                  <a:pt x="3548" y="7340"/>
                  <a:pt x="3941" y="7793"/>
                </a:cubicBezTo>
                <a:cubicBezTo>
                  <a:pt x="3977" y="7817"/>
                  <a:pt x="4001" y="7852"/>
                  <a:pt x="4036" y="7900"/>
                </a:cubicBezTo>
                <a:lnTo>
                  <a:pt x="3643" y="7900"/>
                </a:lnTo>
                <a:cubicBezTo>
                  <a:pt x="3429" y="7900"/>
                  <a:pt x="3215" y="8031"/>
                  <a:pt x="3132" y="8233"/>
                </a:cubicBezTo>
                <a:cubicBezTo>
                  <a:pt x="3096" y="8329"/>
                  <a:pt x="3132" y="8412"/>
                  <a:pt x="3215" y="8460"/>
                </a:cubicBezTo>
                <a:cubicBezTo>
                  <a:pt x="3240" y="8469"/>
                  <a:pt x="3264" y="8473"/>
                  <a:pt x="3287" y="8473"/>
                </a:cubicBezTo>
                <a:cubicBezTo>
                  <a:pt x="3351" y="8473"/>
                  <a:pt x="3406" y="8438"/>
                  <a:pt x="3441" y="8376"/>
                </a:cubicBezTo>
                <a:cubicBezTo>
                  <a:pt x="3465" y="8281"/>
                  <a:pt x="3560" y="8221"/>
                  <a:pt x="3667" y="8221"/>
                </a:cubicBezTo>
                <a:lnTo>
                  <a:pt x="7632" y="8221"/>
                </a:lnTo>
                <a:cubicBezTo>
                  <a:pt x="7775" y="8221"/>
                  <a:pt x="7870" y="8329"/>
                  <a:pt x="7870" y="8460"/>
                </a:cubicBezTo>
                <a:lnTo>
                  <a:pt x="7870" y="9043"/>
                </a:lnTo>
                <a:cubicBezTo>
                  <a:pt x="7870" y="9174"/>
                  <a:pt x="7775" y="9281"/>
                  <a:pt x="7632" y="9281"/>
                </a:cubicBezTo>
                <a:lnTo>
                  <a:pt x="3632" y="9281"/>
                </a:lnTo>
                <a:cubicBezTo>
                  <a:pt x="3501" y="9281"/>
                  <a:pt x="3393" y="9174"/>
                  <a:pt x="3393" y="9043"/>
                </a:cubicBezTo>
                <a:lnTo>
                  <a:pt x="3393" y="8972"/>
                </a:lnTo>
                <a:cubicBezTo>
                  <a:pt x="3393" y="8876"/>
                  <a:pt x="3322" y="8805"/>
                  <a:pt x="3227" y="8805"/>
                </a:cubicBezTo>
                <a:cubicBezTo>
                  <a:pt x="3143" y="8805"/>
                  <a:pt x="3072" y="8876"/>
                  <a:pt x="3072" y="8972"/>
                </a:cubicBezTo>
                <a:lnTo>
                  <a:pt x="3072" y="9043"/>
                </a:lnTo>
                <a:cubicBezTo>
                  <a:pt x="3072" y="9353"/>
                  <a:pt x="3322" y="9603"/>
                  <a:pt x="3632" y="9603"/>
                </a:cubicBezTo>
                <a:lnTo>
                  <a:pt x="3691" y="9603"/>
                </a:lnTo>
                <a:lnTo>
                  <a:pt x="3691" y="11103"/>
                </a:lnTo>
                <a:cubicBezTo>
                  <a:pt x="3691" y="11198"/>
                  <a:pt x="3763" y="11269"/>
                  <a:pt x="3858" y="11269"/>
                </a:cubicBezTo>
                <a:lnTo>
                  <a:pt x="7382" y="11269"/>
                </a:lnTo>
                <a:cubicBezTo>
                  <a:pt x="7477" y="11269"/>
                  <a:pt x="7549" y="11198"/>
                  <a:pt x="7549" y="11103"/>
                </a:cubicBezTo>
                <a:lnTo>
                  <a:pt x="7549" y="10710"/>
                </a:lnTo>
                <a:cubicBezTo>
                  <a:pt x="7549" y="10615"/>
                  <a:pt x="7477" y="10543"/>
                  <a:pt x="7382" y="10543"/>
                </a:cubicBezTo>
                <a:cubicBezTo>
                  <a:pt x="7299" y="10543"/>
                  <a:pt x="7215" y="10615"/>
                  <a:pt x="7215" y="10710"/>
                </a:cubicBezTo>
                <a:lnTo>
                  <a:pt x="7215" y="10948"/>
                </a:lnTo>
                <a:lnTo>
                  <a:pt x="4024" y="10948"/>
                </a:lnTo>
                <a:lnTo>
                  <a:pt x="4024" y="9603"/>
                </a:lnTo>
                <a:lnTo>
                  <a:pt x="7215" y="9603"/>
                </a:lnTo>
                <a:lnTo>
                  <a:pt x="7215" y="10031"/>
                </a:lnTo>
                <a:cubicBezTo>
                  <a:pt x="7215" y="10126"/>
                  <a:pt x="7299" y="10198"/>
                  <a:pt x="7382" y="10198"/>
                </a:cubicBezTo>
                <a:cubicBezTo>
                  <a:pt x="7477" y="10198"/>
                  <a:pt x="7549" y="10126"/>
                  <a:pt x="7549" y="10031"/>
                </a:cubicBezTo>
                <a:lnTo>
                  <a:pt x="7549" y="9603"/>
                </a:lnTo>
                <a:lnTo>
                  <a:pt x="7608" y="9603"/>
                </a:lnTo>
                <a:cubicBezTo>
                  <a:pt x="7918" y="9603"/>
                  <a:pt x="8168" y="9353"/>
                  <a:pt x="8168" y="9043"/>
                </a:cubicBezTo>
                <a:lnTo>
                  <a:pt x="8168" y="8460"/>
                </a:lnTo>
                <a:cubicBezTo>
                  <a:pt x="8168" y="8150"/>
                  <a:pt x="7918" y="7900"/>
                  <a:pt x="7608" y="7900"/>
                </a:cubicBezTo>
                <a:lnTo>
                  <a:pt x="7239" y="7900"/>
                </a:lnTo>
                <a:cubicBezTo>
                  <a:pt x="7453" y="7686"/>
                  <a:pt x="7632" y="7436"/>
                  <a:pt x="7751" y="7150"/>
                </a:cubicBezTo>
                <a:cubicBezTo>
                  <a:pt x="7799" y="7067"/>
                  <a:pt x="7751" y="6971"/>
                  <a:pt x="7668" y="6924"/>
                </a:cubicBezTo>
                <a:cubicBezTo>
                  <a:pt x="7643" y="6915"/>
                  <a:pt x="7620" y="6910"/>
                  <a:pt x="7598" y="6910"/>
                </a:cubicBezTo>
                <a:cubicBezTo>
                  <a:pt x="7532" y="6910"/>
                  <a:pt x="7477" y="6948"/>
                  <a:pt x="7442" y="7019"/>
                </a:cubicBezTo>
                <a:cubicBezTo>
                  <a:pt x="7275" y="7388"/>
                  <a:pt x="7013" y="7686"/>
                  <a:pt x="6680" y="7900"/>
                </a:cubicBezTo>
                <a:lnTo>
                  <a:pt x="4572" y="7900"/>
                </a:lnTo>
                <a:cubicBezTo>
                  <a:pt x="4001" y="7555"/>
                  <a:pt x="3632" y="6912"/>
                  <a:pt x="3632" y="6209"/>
                </a:cubicBezTo>
                <a:cubicBezTo>
                  <a:pt x="3632" y="5947"/>
                  <a:pt x="3691" y="5674"/>
                  <a:pt x="3798" y="5423"/>
                </a:cubicBezTo>
                <a:lnTo>
                  <a:pt x="5287" y="2006"/>
                </a:lnTo>
                <a:cubicBezTo>
                  <a:pt x="5310" y="1911"/>
                  <a:pt x="5370" y="1852"/>
                  <a:pt x="5453" y="1828"/>
                </a:cubicBezTo>
                <a:lnTo>
                  <a:pt x="5453" y="5114"/>
                </a:lnTo>
                <a:cubicBezTo>
                  <a:pt x="5072" y="5173"/>
                  <a:pt x="4775" y="5423"/>
                  <a:pt x="4656" y="5781"/>
                </a:cubicBezTo>
                <a:cubicBezTo>
                  <a:pt x="4632" y="5876"/>
                  <a:pt x="4679" y="5959"/>
                  <a:pt x="4763" y="5995"/>
                </a:cubicBezTo>
                <a:cubicBezTo>
                  <a:pt x="4779" y="5999"/>
                  <a:pt x="4795" y="6001"/>
                  <a:pt x="4811" y="6001"/>
                </a:cubicBezTo>
                <a:cubicBezTo>
                  <a:pt x="4886" y="6001"/>
                  <a:pt x="4947" y="5957"/>
                  <a:pt x="4977" y="5888"/>
                </a:cubicBezTo>
                <a:cubicBezTo>
                  <a:pt x="5085" y="5573"/>
                  <a:pt x="5349" y="5427"/>
                  <a:pt x="5614" y="5427"/>
                </a:cubicBezTo>
                <a:cubicBezTo>
                  <a:pt x="5930" y="5427"/>
                  <a:pt x="6247" y="5636"/>
                  <a:pt x="6299" y="6019"/>
                </a:cubicBezTo>
                <a:lnTo>
                  <a:pt x="6299" y="6114"/>
                </a:lnTo>
                <a:cubicBezTo>
                  <a:pt x="6299" y="6537"/>
                  <a:pt x="5951" y="6795"/>
                  <a:pt x="5605" y="6795"/>
                </a:cubicBezTo>
                <a:cubicBezTo>
                  <a:pt x="5356" y="6795"/>
                  <a:pt x="5108" y="6662"/>
                  <a:pt x="4989" y="6364"/>
                </a:cubicBezTo>
                <a:cubicBezTo>
                  <a:pt x="4962" y="6293"/>
                  <a:pt x="4903" y="6255"/>
                  <a:pt x="4835" y="6255"/>
                </a:cubicBezTo>
                <a:cubicBezTo>
                  <a:pt x="4811" y="6255"/>
                  <a:pt x="4787" y="6260"/>
                  <a:pt x="4763" y="6269"/>
                </a:cubicBezTo>
                <a:cubicBezTo>
                  <a:pt x="4679" y="6305"/>
                  <a:pt x="4632" y="6412"/>
                  <a:pt x="4679" y="6495"/>
                </a:cubicBezTo>
                <a:cubicBezTo>
                  <a:pt x="4810" y="6805"/>
                  <a:pt x="5072" y="7043"/>
                  <a:pt x="5418" y="7126"/>
                </a:cubicBezTo>
                <a:cubicBezTo>
                  <a:pt x="5483" y="7138"/>
                  <a:pt x="5548" y="7144"/>
                  <a:pt x="5612" y="7144"/>
                </a:cubicBezTo>
                <a:cubicBezTo>
                  <a:pt x="6166" y="7144"/>
                  <a:pt x="6644" y="6702"/>
                  <a:pt x="6644" y="6126"/>
                </a:cubicBezTo>
                <a:cubicBezTo>
                  <a:pt x="6644" y="5590"/>
                  <a:pt x="6239" y="5197"/>
                  <a:pt x="5787" y="5126"/>
                </a:cubicBezTo>
                <a:lnTo>
                  <a:pt x="5787" y="1840"/>
                </a:lnTo>
                <a:cubicBezTo>
                  <a:pt x="5870" y="1864"/>
                  <a:pt x="5929" y="1947"/>
                  <a:pt x="5953" y="2018"/>
                </a:cubicBezTo>
                <a:lnTo>
                  <a:pt x="7442" y="5459"/>
                </a:lnTo>
                <a:cubicBezTo>
                  <a:pt x="7573" y="5769"/>
                  <a:pt x="7632" y="6114"/>
                  <a:pt x="7596" y="6447"/>
                </a:cubicBezTo>
                <a:cubicBezTo>
                  <a:pt x="7573" y="6543"/>
                  <a:pt x="7656" y="6626"/>
                  <a:pt x="7739" y="6626"/>
                </a:cubicBezTo>
                <a:cubicBezTo>
                  <a:pt x="7750" y="6629"/>
                  <a:pt x="7762" y="6630"/>
                  <a:pt x="7772" y="6630"/>
                </a:cubicBezTo>
                <a:cubicBezTo>
                  <a:pt x="7853" y="6630"/>
                  <a:pt x="7918" y="6557"/>
                  <a:pt x="7918" y="6483"/>
                </a:cubicBezTo>
                <a:cubicBezTo>
                  <a:pt x="7965" y="6090"/>
                  <a:pt x="7906" y="5697"/>
                  <a:pt x="7739" y="5316"/>
                </a:cubicBezTo>
                <a:lnTo>
                  <a:pt x="6251" y="1887"/>
                </a:lnTo>
                <a:cubicBezTo>
                  <a:pt x="6180" y="1709"/>
                  <a:pt x="6025" y="1566"/>
                  <a:pt x="5846" y="1494"/>
                </a:cubicBezTo>
                <a:lnTo>
                  <a:pt x="6180" y="1494"/>
                </a:lnTo>
                <a:cubicBezTo>
                  <a:pt x="6263" y="1494"/>
                  <a:pt x="6346" y="1423"/>
                  <a:pt x="6346" y="1328"/>
                </a:cubicBezTo>
                <a:lnTo>
                  <a:pt x="6346" y="994"/>
                </a:lnTo>
                <a:cubicBezTo>
                  <a:pt x="8549" y="1328"/>
                  <a:pt x="10240" y="3221"/>
                  <a:pt x="10311" y="5495"/>
                </a:cubicBezTo>
                <a:lnTo>
                  <a:pt x="9930" y="5495"/>
                </a:lnTo>
                <a:cubicBezTo>
                  <a:pt x="9835" y="5495"/>
                  <a:pt x="9763" y="5578"/>
                  <a:pt x="9763" y="5662"/>
                </a:cubicBezTo>
                <a:lnTo>
                  <a:pt x="9763" y="6828"/>
                </a:lnTo>
                <a:cubicBezTo>
                  <a:pt x="9763" y="6912"/>
                  <a:pt x="9835" y="6983"/>
                  <a:pt x="9930" y="6983"/>
                </a:cubicBezTo>
                <a:lnTo>
                  <a:pt x="11085" y="6983"/>
                </a:lnTo>
                <a:cubicBezTo>
                  <a:pt x="11180" y="6983"/>
                  <a:pt x="11252" y="6912"/>
                  <a:pt x="11252" y="6828"/>
                </a:cubicBezTo>
                <a:lnTo>
                  <a:pt x="11252" y="5662"/>
                </a:lnTo>
                <a:cubicBezTo>
                  <a:pt x="11287" y="5554"/>
                  <a:pt x="11204" y="5483"/>
                  <a:pt x="11121" y="5483"/>
                </a:cubicBezTo>
                <a:lnTo>
                  <a:pt x="10692" y="5483"/>
                </a:lnTo>
                <a:cubicBezTo>
                  <a:pt x="10656" y="4185"/>
                  <a:pt x="10132" y="2983"/>
                  <a:pt x="9216" y="2054"/>
                </a:cubicBezTo>
                <a:cubicBezTo>
                  <a:pt x="8704" y="1554"/>
                  <a:pt x="8108" y="1161"/>
                  <a:pt x="7453" y="911"/>
                </a:cubicBezTo>
                <a:lnTo>
                  <a:pt x="9120" y="911"/>
                </a:lnTo>
                <a:cubicBezTo>
                  <a:pt x="9204" y="1244"/>
                  <a:pt x="9501" y="1483"/>
                  <a:pt x="9835" y="1483"/>
                </a:cubicBezTo>
                <a:cubicBezTo>
                  <a:pt x="10240" y="1483"/>
                  <a:pt x="10585" y="1149"/>
                  <a:pt x="10585" y="732"/>
                </a:cubicBezTo>
                <a:cubicBezTo>
                  <a:pt x="10585" y="447"/>
                  <a:pt x="10418" y="197"/>
                  <a:pt x="10180" y="78"/>
                </a:cubicBezTo>
                <a:cubicBezTo>
                  <a:pt x="10155" y="63"/>
                  <a:pt x="10128" y="56"/>
                  <a:pt x="10102" y="56"/>
                </a:cubicBezTo>
                <a:cubicBezTo>
                  <a:pt x="10043" y="56"/>
                  <a:pt x="9987" y="91"/>
                  <a:pt x="9954" y="149"/>
                </a:cubicBezTo>
                <a:cubicBezTo>
                  <a:pt x="9918" y="244"/>
                  <a:pt x="9942" y="328"/>
                  <a:pt x="10037" y="375"/>
                </a:cubicBezTo>
                <a:cubicBezTo>
                  <a:pt x="10168" y="447"/>
                  <a:pt x="10251" y="590"/>
                  <a:pt x="10251" y="732"/>
                </a:cubicBezTo>
                <a:cubicBezTo>
                  <a:pt x="10251" y="959"/>
                  <a:pt x="10073" y="1137"/>
                  <a:pt x="9859" y="1137"/>
                </a:cubicBezTo>
                <a:cubicBezTo>
                  <a:pt x="9632" y="1137"/>
                  <a:pt x="9454" y="959"/>
                  <a:pt x="9454" y="732"/>
                </a:cubicBezTo>
                <a:cubicBezTo>
                  <a:pt x="9454" y="613"/>
                  <a:pt x="9489" y="506"/>
                  <a:pt x="9585" y="435"/>
                </a:cubicBezTo>
                <a:cubicBezTo>
                  <a:pt x="9656" y="375"/>
                  <a:pt x="9656" y="268"/>
                  <a:pt x="9597" y="197"/>
                </a:cubicBezTo>
                <a:cubicBezTo>
                  <a:pt x="9565" y="159"/>
                  <a:pt x="9521" y="141"/>
                  <a:pt x="9476" y="141"/>
                </a:cubicBezTo>
                <a:cubicBezTo>
                  <a:pt x="9435" y="141"/>
                  <a:pt x="9393" y="156"/>
                  <a:pt x="9358" y="185"/>
                </a:cubicBezTo>
                <a:cubicBezTo>
                  <a:pt x="9239" y="292"/>
                  <a:pt x="9168" y="423"/>
                  <a:pt x="9120" y="566"/>
                </a:cubicBezTo>
                <a:lnTo>
                  <a:pt x="6370" y="566"/>
                </a:lnTo>
                <a:lnTo>
                  <a:pt x="6370" y="173"/>
                </a:lnTo>
                <a:cubicBezTo>
                  <a:pt x="6370" y="78"/>
                  <a:pt x="6299" y="6"/>
                  <a:pt x="6203" y="6"/>
                </a:cubicBezTo>
                <a:lnTo>
                  <a:pt x="5072" y="6"/>
                </a:lnTo>
                <a:cubicBezTo>
                  <a:pt x="4989" y="6"/>
                  <a:pt x="4906" y="78"/>
                  <a:pt x="4906" y="173"/>
                </a:cubicBezTo>
                <a:lnTo>
                  <a:pt x="4906" y="566"/>
                </a:lnTo>
                <a:lnTo>
                  <a:pt x="2155" y="566"/>
                </a:lnTo>
                <a:cubicBezTo>
                  <a:pt x="2077" y="214"/>
                  <a:pt x="1767" y="0"/>
                  <a:pt x="14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0" name="Google Shape;1610;p34"/>
          <p:cNvGrpSpPr/>
          <p:nvPr/>
        </p:nvGrpSpPr>
        <p:grpSpPr>
          <a:xfrm>
            <a:off x="5128005" y="2106719"/>
            <a:ext cx="391514" cy="317117"/>
            <a:chOff x="3967437" y="3837102"/>
            <a:chExt cx="364708" cy="295405"/>
          </a:xfrm>
        </p:grpSpPr>
        <p:sp>
          <p:nvSpPr>
            <p:cNvPr id="1611" name="Google Shape;1611;p34"/>
            <p:cNvSpPr/>
            <p:nvPr/>
          </p:nvSpPr>
          <p:spPr>
            <a:xfrm>
              <a:off x="4178750" y="3868334"/>
              <a:ext cx="153396" cy="264172"/>
            </a:xfrm>
            <a:custGeom>
              <a:rect b="b" l="l" r="r" t="t"/>
              <a:pathLst>
                <a:path extrusionOk="0" h="8306" w="4823">
                  <a:moveTo>
                    <a:pt x="4273" y="1"/>
                  </a:moveTo>
                  <a:cubicBezTo>
                    <a:pt x="4217" y="1"/>
                    <a:pt x="4158" y="32"/>
                    <a:pt x="4120" y="78"/>
                  </a:cubicBezTo>
                  <a:cubicBezTo>
                    <a:pt x="4060" y="150"/>
                    <a:pt x="4096" y="257"/>
                    <a:pt x="4167" y="316"/>
                  </a:cubicBezTo>
                  <a:cubicBezTo>
                    <a:pt x="4370" y="471"/>
                    <a:pt x="4489" y="685"/>
                    <a:pt x="4489" y="947"/>
                  </a:cubicBezTo>
                  <a:lnTo>
                    <a:pt x="4489" y="7210"/>
                  </a:lnTo>
                  <a:cubicBezTo>
                    <a:pt x="4489" y="7627"/>
                    <a:pt x="4156" y="7984"/>
                    <a:pt x="3715" y="7984"/>
                  </a:cubicBezTo>
                  <a:lnTo>
                    <a:pt x="167" y="7984"/>
                  </a:lnTo>
                  <a:cubicBezTo>
                    <a:pt x="72" y="7984"/>
                    <a:pt x="0" y="8055"/>
                    <a:pt x="0" y="8151"/>
                  </a:cubicBezTo>
                  <a:cubicBezTo>
                    <a:pt x="0" y="8234"/>
                    <a:pt x="72" y="8305"/>
                    <a:pt x="167" y="8305"/>
                  </a:cubicBezTo>
                  <a:lnTo>
                    <a:pt x="3715" y="8305"/>
                  </a:lnTo>
                  <a:cubicBezTo>
                    <a:pt x="4334" y="8305"/>
                    <a:pt x="4822" y="7817"/>
                    <a:pt x="4822" y="7210"/>
                  </a:cubicBezTo>
                  <a:lnTo>
                    <a:pt x="4822" y="947"/>
                  </a:lnTo>
                  <a:cubicBezTo>
                    <a:pt x="4822" y="590"/>
                    <a:pt x="4644" y="245"/>
                    <a:pt x="4358" y="31"/>
                  </a:cubicBezTo>
                  <a:cubicBezTo>
                    <a:pt x="4333" y="10"/>
                    <a:pt x="4303" y="1"/>
                    <a:pt x="42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969346" y="3937447"/>
              <a:ext cx="198431" cy="194678"/>
            </a:xfrm>
            <a:custGeom>
              <a:rect b="b" l="l" r="r" t="t"/>
              <a:pathLst>
                <a:path extrusionOk="0" h="6121" w="6239">
                  <a:moveTo>
                    <a:pt x="167" y="1"/>
                  </a:moveTo>
                  <a:cubicBezTo>
                    <a:pt x="83" y="1"/>
                    <a:pt x="0" y="72"/>
                    <a:pt x="0" y="167"/>
                  </a:cubicBezTo>
                  <a:lnTo>
                    <a:pt x="0" y="5025"/>
                  </a:lnTo>
                  <a:cubicBezTo>
                    <a:pt x="0" y="5632"/>
                    <a:pt x="488" y="6121"/>
                    <a:pt x="1107" y="6121"/>
                  </a:cubicBezTo>
                  <a:lnTo>
                    <a:pt x="6060" y="6121"/>
                  </a:lnTo>
                  <a:cubicBezTo>
                    <a:pt x="6144" y="6121"/>
                    <a:pt x="6227" y="6049"/>
                    <a:pt x="6227" y="5954"/>
                  </a:cubicBezTo>
                  <a:cubicBezTo>
                    <a:pt x="6239" y="5870"/>
                    <a:pt x="6168" y="5799"/>
                    <a:pt x="6060" y="5799"/>
                  </a:cubicBezTo>
                  <a:lnTo>
                    <a:pt x="1107" y="5799"/>
                  </a:lnTo>
                  <a:cubicBezTo>
                    <a:pt x="691" y="5799"/>
                    <a:pt x="333" y="5454"/>
                    <a:pt x="333" y="5025"/>
                  </a:cubicBezTo>
                  <a:lnTo>
                    <a:pt x="333" y="167"/>
                  </a:lnTo>
                  <a:cubicBezTo>
                    <a:pt x="333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3967437" y="3837102"/>
              <a:ext cx="331376" cy="89786"/>
            </a:xfrm>
            <a:custGeom>
              <a:rect b="b" l="l" r="r" t="t"/>
              <a:pathLst>
                <a:path extrusionOk="0" h="2823" w="10419">
                  <a:moveTo>
                    <a:pt x="2739" y="334"/>
                  </a:moveTo>
                  <a:cubicBezTo>
                    <a:pt x="2822" y="334"/>
                    <a:pt x="2894" y="393"/>
                    <a:pt x="2894" y="477"/>
                  </a:cubicBezTo>
                  <a:lnTo>
                    <a:pt x="2894" y="1453"/>
                  </a:lnTo>
                  <a:cubicBezTo>
                    <a:pt x="2894" y="1525"/>
                    <a:pt x="2834" y="1596"/>
                    <a:pt x="2739" y="1596"/>
                  </a:cubicBezTo>
                  <a:cubicBezTo>
                    <a:pt x="2668" y="1596"/>
                    <a:pt x="2596" y="1536"/>
                    <a:pt x="2596" y="1453"/>
                  </a:cubicBezTo>
                  <a:lnTo>
                    <a:pt x="2596" y="477"/>
                  </a:lnTo>
                  <a:cubicBezTo>
                    <a:pt x="2596" y="405"/>
                    <a:pt x="2656" y="334"/>
                    <a:pt x="2739" y="334"/>
                  </a:cubicBezTo>
                  <a:close/>
                  <a:moveTo>
                    <a:pt x="4751" y="334"/>
                  </a:moveTo>
                  <a:cubicBezTo>
                    <a:pt x="4823" y="334"/>
                    <a:pt x="4906" y="393"/>
                    <a:pt x="4906" y="477"/>
                  </a:cubicBezTo>
                  <a:lnTo>
                    <a:pt x="4906" y="1453"/>
                  </a:lnTo>
                  <a:cubicBezTo>
                    <a:pt x="4906" y="1525"/>
                    <a:pt x="4846" y="1596"/>
                    <a:pt x="4751" y="1596"/>
                  </a:cubicBezTo>
                  <a:cubicBezTo>
                    <a:pt x="4680" y="1596"/>
                    <a:pt x="4608" y="1536"/>
                    <a:pt x="4608" y="1453"/>
                  </a:cubicBezTo>
                  <a:lnTo>
                    <a:pt x="4608" y="477"/>
                  </a:lnTo>
                  <a:cubicBezTo>
                    <a:pt x="4608" y="405"/>
                    <a:pt x="4668" y="334"/>
                    <a:pt x="4751" y="334"/>
                  </a:cubicBezTo>
                  <a:close/>
                  <a:moveTo>
                    <a:pt x="6763" y="334"/>
                  </a:moveTo>
                  <a:cubicBezTo>
                    <a:pt x="6835" y="334"/>
                    <a:pt x="6906" y="393"/>
                    <a:pt x="6906" y="477"/>
                  </a:cubicBezTo>
                  <a:lnTo>
                    <a:pt x="6906" y="1453"/>
                  </a:lnTo>
                  <a:cubicBezTo>
                    <a:pt x="6906" y="1525"/>
                    <a:pt x="6847" y="1596"/>
                    <a:pt x="6763" y="1596"/>
                  </a:cubicBezTo>
                  <a:cubicBezTo>
                    <a:pt x="6692" y="1596"/>
                    <a:pt x="6609" y="1536"/>
                    <a:pt x="6609" y="1453"/>
                  </a:cubicBezTo>
                  <a:lnTo>
                    <a:pt x="6609" y="477"/>
                  </a:lnTo>
                  <a:cubicBezTo>
                    <a:pt x="6609" y="405"/>
                    <a:pt x="6668" y="334"/>
                    <a:pt x="6763" y="334"/>
                  </a:cubicBezTo>
                  <a:close/>
                  <a:moveTo>
                    <a:pt x="8775" y="334"/>
                  </a:moveTo>
                  <a:cubicBezTo>
                    <a:pt x="8847" y="334"/>
                    <a:pt x="8918" y="393"/>
                    <a:pt x="8918" y="477"/>
                  </a:cubicBezTo>
                  <a:lnTo>
                    <a:pt x="8918" y="1453"/>
                  </a:lnTo>
                  <a:cubicBezTo>
                    <a:pt x="8918" y="1525"/>
                    <a:pt x="8859" y="1596"/>
                    <a:pt x="8775" y="1596"/>
                  </a:cubicBezTo>
                  <a:cubicBezTo>
                    <a:pt x="8692" y="1596"/>
                    <a:pt x="8621" y="1536"/>
                    <a:pt x="8621" y="1453"/>
                  </a:cubicBezTo>
                  <a:lnTo>
                    <a:pt x="8621" y="1155"/>
                  </a:lnTo>
                  <a:lnTo>
                    <a:pt x="8621" y="810"/>
                  </a:lnTo>
                  <a:lnTo>
                    <a:pt x="8621" y="477"/>
                  </a:lnTo>
                  <a:cubicBezTo>
                    <a:pt x="8621" y="405"/>
                    <a:pt x="8680" y="334"/>
                    <a:pt x="8775" y="334"/>
                  </a:cubicBezTo>
                  <a:close/>
                  <a:moveTo>
                    <a:pt x="2703" y="1"/>
                  </a:moveTo>
                  <a:cubicBezTo>
                    <a:pt x="2429" y="1"/>
                    <a:pt x="2203" y="227"/>
                    <a:pt x="2203" y="501"/>
                  </a:cubicBezTo>
                  <a:lnTo>
                    <a:pt x="2203" y="822"/>
                  </a:lnTo>
                  <a:lnTo>
                    <a:pt x="1108" y="822"/>
                  </a:lnTo>
                  <a:cubicBezTo>
                    <a:pt x="501" y="822"/>
                    <a:pt x="1" y="1310"/>
                    <a:pt x="1" y="1929"/>
                  </a:cubicBezTo>
                  <a:lnTo>
                    <a:pt x="1" y="2656"/>
                  </a:lnTo>
                  <a:cubicBezTo>
                    <a:pt x="1" y="2739"/>
                    <a:pt x="84" y="2822"/>
                    <a:pt x="167" y="2822"/>
                  </a:cubicBezTo>
                  <a:cubicBezTo>
                    <a:pt x="262" y="2822"/>
                    <a:pt x="334" y="2739"/>
                    <a:pt x="334" y="2656"/>
                  </a:cubicBezTo>
                  <a:lnTo>
                    <a:pt x="334" y="1929"/>
                  </a:lnTo>
                  <a:cubicBezTo>
                    <a:pt x="334" y="1513"/>
                    <a:pt x="679" y="1144"/>
                    <a:pt x="1108" y="1144"/>
                  </a:cubicBezTo>
                  <a:lnTo>
                    <a:pt x="2203" y="1144"/>
                  </a:lnTo>
                  <a:lnTo>
                    <a:pt x="2203" y="1441"/>
                  </a:lnTo>
                  <a:cubicBezTo>
                    <a:pt x="2203" y="1715"/>
                    <a:pt x="2429" y="1941"/>
                    <a:pt x="2703" y="1941"/>
                  </a:cubicBezTo>
                  <a:cubicBezTo>
                    <a:pt x="2965" y="1941"/>
                    <a:pt x="3191" y="1715"/>
                    <a:pt x="3191" y="1441"/>
                  </a:cubicBezTo>
                  <a:lnTo>
                    <a:pt x="3191" y="1144"/>
                  </a:lnTo>
                  <a:lnTo>
                    <a:pt x="4227" y="1144"/>
                  </a:lnTo>
                  <a:lnTo>
                    <a:pt x="4227" y="1441"/>
                  </a:lnTo>
                  <a:cubicBezTo>
                    <a:pt x="4227" y="1715"/>
                    <a:pt x="4453" y="1941"/>
                    <a:pt x="4727" y="1941"/>
                  </a:cubicBezTo>
                  <a:cubicBezTo>
                    <a:pt x="4989" y="1941"/>
                    <a:pt x="5215" y="1715"/>
                    <a:pt x="5215" y="1441"/>
                  </a:cubicBezTo>
                  <a:lnTo>
                    <a:pt x="5215" y="1144"/>
                  </a:lnTo>
                  <a:lnTo>
                    <a:pt x="6251" y="1144"/>
                  </a:lnTo>
                  <a:lnTo>
                    <a:pt x="6251" y="1441"/>
                  </a:lnTo>
                  <a:cubicBezTo>
                    <a:pt x="6251" y="1715"/>
                    <a:pt x="6478" y="1941"/>
                    <a:pt x="6751" y="1941"/>
                  </a:cubicBezTo>
                  <a:cubicBezTo>
                    <a:pt x="7013" y="1941"/>
                    <a:pt x="7240" y="1715"/>
                    <a:pt x="7240" y="1441"/>
                  </a:cubicBezTo>
                  <a:lnTo>
                    <a:pt x="7240" y="1144"/>
                  </a:lnTo>
                  <a:lnTo>
                    <a:pt x="8275" y="1144"/>
                  </a:lnTo>
                  <a:lnTo>
                    <a:pt x="8275" y="1441"/>
                  </a:lnTo>
                  <a:cubicBezTo>
                    <a:pt x="8275" y="1715"/>
                    <a:pt x="8502" y="1941"/>
                    <a:pt x="8775" y="1941"/>
                  </a:cubicBezTo>
                  <a:cubicBezTo>
                    <a:pt x="9037" y="1941"/>
                    <a:pt x="9264" y="1715"/>
                    <a:pt x="9264" y="1441"/>
                  </a:cubicBezTo>
                  <a:lnTo>
                    <a:pt x="9264" y="1144"/>
                  </a:lnTo>
                  <a:lnTo>
                    <a:pt x="10264" y="1144"/>
                  </a:lnTo>
                  <a:cubicBezTo>
                    <a:pt x="10347" y="1144"/>
                    <a:pt x="10419" y="1072"/>
                    <a:pt x="10419" y="989"/>
                  </a:cubicBezTo>
                  <a:cubicBezTo>
                    <a:pt x="10419" y="894"/>
                    <a:pt x="10347" y="822"/>
                    <a:pt x="10264" y="822"/>
                  </a:cubicBezTo>
                  <a:lnTo>
                    <a:pt x="9264" y="822"/>
                  </a:lnTo>
                  <a:lnTo>
                    <a:pt x="9264" y="501"/>
                  </a:lnTo>
                  <a:cubicBezTo>
                    <a:pt x="9264" y="227"/>
                    <a:pt x="9037" y="1"/>
                    <a:pt x="8775" y="1"/>
                  </a:cubicBezTo>
                  <a:cubicBezTo>
                    <a:pt x="8502" y="1"/>
                    <a:pt x="8275" y="227"/>
                    <a:pt x="8275" y="501"/>
                  </a:cubicBezTo>
                  <a:lnTo>
                    <a:pt x="8275" y="822"/>
                  </a:lnTo>
                  <a:lnTo>
                    <a:pt x="7240" y="822"/>
                  </a:lnTo>
                  <a:lnTo>
                    <a:pt x="7240" y="501"/>
                  </a:lnTo>
                  <a:cubicBezTo>
                    <a:pt x="7240" y="227"/>
                    <a:pt x="7013" y="1"/>
                    <a:pt x="6751" y="1"/>
                  </a:cubicBezTo>
                  <a:cubicBezTo>
                    <a:pt x="6478" y="1"/>
                    <a:pt x="6251" y="227"/>
                    <a:pt x="6251" y="501"/>
                  </a:cubicBezTo>
                  <a:lnTo>
                    <a:pt x="6251" y="822"/>
                  </a:lnTo>
                  <a:lnTo>
                    <a:pt x="5215" y="822"/>
                  </a:lnTo>
                  <a:lnTo>
                    <a:pt x="5215" y="501"/>
                  </a:lnTo>
                  <a:cubicBezTo>
                    <a:pt x="5215" y="227"/>
                    <a:pt x="4989" y="1"/>
                    <a:pt x="4727" y="1"/>
                  </a:cubicBezTo>
                  <a:cubicBezTo>
                    <a:pt x="4453" y="1"/>
                    <a:pt x="4227" y="227"/>
                    <a:pt x="4227" y="501"/>
                  </a:cubicBezTo>
                  <a:lnTo>
                    <a:pt x="4227" y="822"/>
                  </a:lnTo>
                  <a:lnTo>
                    <a:pt x="3191" y="822"/>
                  </a:lnTo>
                  <a:lnTo>
                    <a:pt x="3191" y="501"/>
                  </a:lnTo>
                  <a:cubicBezTo>
                    <a:pt x="3191" y="227"/>
                    <a:pt x="2965" y="1"/>
                    <a:pt x="2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3994694" y="3917378"/>
              <a:ext cx="158325" cy="156067"/>
            </a:xfrm>
            <a:custGeom>
              <a:rect b="b" l="l" r="r" t="t"/>
              <a:pathLst>
                <a:path extrusionOk="0" h="4907" w="4978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lnTo>
                    <a:pt x="1" y="1251"/>
                  </a:lnTo>
                  <a:cubicBezTo>
                    <a:pt x="1" y="2049"/>
                    <a:pt x="656" y="2703"/>
                    <a:pt x="1453" y="2703"/>
                  </a:cubicBezTo>
                  <a:lnTo>
                    <a:pt x="2049" y="2703"/>
                  </a:lnTo>
                  <a:cubicBezTo>
                    <a:pt x="2573" y="2703"/>
                    <a:pt x="2989" y="3120"/>
                    <a:pt x="2989" y="3644"/>
                  </a:cubicBezTo>
                  <a:cubicBezTo>
                    <a:pt x="2989" y="4346"/>
                    <a:pt x="3549" y="4906"/>
                    <a:pt x="4251" y="4906"/>
                  </a:cubicBezTo>
                  <a:lnTo>
                    <a:pt x="4811" y="4906"/>
                  </a:lnTo>
                  <a:cubicBezTo>
                    <a:pt x="4906" y="4906"/>
                    <a:pt x="4978" y="4835"/>
                    <a:pt x="4978" y="4739"/>
                  </a:cubicBezTo>
                  <a:cubicBezTo>
                    <a:pt x="4978" y="4644"/>
                    <a:pt x="4906" y="4561"/>
                    <a:pt x="4799" y="4561"/>
                  </a:cubicBezTo>
                  <a:lnTo>
                    <a:pt x="4239" y="4561"/>
                  </a:lnTo>
                  <a:cubicBezTo>
                    <a:pt x="3716" y="4561"/>
                    <a:pt x="3299" y="4144"/>
                    <a:pt x="3299" y="3632"/>
                  </a:cubicBezTo>
                  <a:cubicBezTo>
                    <a:pt x="3299" y="2930"/>
                    <a:pt x="2739" y="2358"/>
                    <a:pt x="2037" y="2358"/>
                  </a:cubicBezTo>
                  <a:lnTo>
                    <a:pt x="1441" y="2358"/>
                  </a:lnTo>
                  <a:cubicBezTo>
                    <a:pt x="834" y="2358"/>
                    <a:pt x="322" y="1858"/>
                    <a:pt x="322" y="1251"/>
                  </a:cubicBezTo>
                  <a:lnTo>
                    <a:pt x="322" y="155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160812" y="3927174"/>
              <a:ext cx="155813" cy="149992"/>
            </a:xfrm>
            <a:custGeom>
              <a:rect b="b" l="l" r="r" t="t"/>
              <a:pathLst>
                <a:path extrusionOk="0" h="4716" w="4899">
                  <a:moveTo>
                    <a:pt x="3231" y="645"/>
                  </a:moveTo>
                  <a:lnTo>
                    <a:pt x="4124" y="1538"/>
                  </a:lnTo>
                  <a:lnTo>
                    <a:pt x="3838" y="1812"/>
                  </a:lnTo>
                  <a:lnTo>
                    <a:pt x="2945" y="919"/>
                  </a:lnTo>
                  <a:lnTo>
                    <a:pt x="3231" y="645"/>
                  </a:lnTo>
                  <a:close/>
                  <a:moveTo>
                    <a:pt x="2707" y="1157"/>
                  </a:moveTo>
                  <a:lnTo>
                    <a:pt x="3029" y="1491"/>
                  </a:lnTo>
                  <a:lnTo>
                    <a:pt x="1302" y="3217"/>
                  </a:lnTo>
                  <a:lnTo>
                    <a:pt x="981" y="2884"/>
                  </a:lnTo>
                  <a:lnTo>
                    <a:pt x="2707" y="1157"/>
                  </a:lnTo>
                  <a:close/>
                  <a:moveTo>
                    <a:pt x="814" y="3205"/>
                  </a:moveTo>
                  <a:lnTo>
                    <a:pt x="1564" y="3943"/>
                  </a:lnTo>
                  <a:lnTo>
                    <a:pt x="1064" y="4098"/>
                  </a:lnTo>
                  <a:cubicBezTo>
                    <a:pt x="993" y="3919"/>
                    <a:pt x="862" y="3765"/>
                    <a:pt x="671" y="3693"/>
                  </a:cubicBezTo>
                  <a:lnTo>
                    <a:pt x="814" y="3205"/>
                  </a:lnTo>
                  <a:close/>
                  <a:moveTo>
                    <a:pt x="552" y="4015"/>
                  </a:moveTo>
                  <a:cubicBezTo>
                    <a:pt x="624" y="4050"/>
                    <a:pt x="695" y="4122"/>
                    <a:pt x="731" y="4193"/>
                  </a:cubicBezTo>
                  <a:lnTo>
                    <a:pt x="469" y="4288"/>
                  </a:lnTo>
                  <a:lnTo>
                    <a:pt x="469" y="4288"/>
                  </a:lnTo>
                  <a:lnTo>
                    <a:pt x="552" y="4015"/>
                  </a:lnTo>
                  <a:close/>
                  <a:moveTo>
                    <a:pt x="3648" y="1"/>
                  </a:moveTo>
                  <a:cubicBezTo>
                    <a:pt x="3640" y="1"/>
                    <a:pt x="3632" y="1"/>
                    <a:pt x="3624" y="2"/>
                  </a:cubicBezTo>
                  <a:cubicBezTo>
                    <a:pt x="3148" y="86"/>
                    <a:pt x="3005" y="419"/>
                    <a:pt x="2588" y="788"/>
                  </a:cubicBezTo>
                  <a:cubicBezTo>
                    <a:pt x="2588" y="788"/>
                    <a:pt x="707" y="2669"/>
                    <a:pt x="683" y="2705"/>
                  </a:cubicBezTo>
                  <a:cubicBezTo>
                    <a:pt x="517" y="2812"/>
                    <a:pt x="445" y="3276"/>
                    <a:pt x="40" y="4491"/>
                  </a:cubicBezTo>
                  <a:cubicBezTo>
                    <a:pt x="0" y="4612"/>
                    <a:pt x="79" y="4716"/>
                    <a:pt x="191" y="4716"/>
                  </a:cubicBezTo>
                  <a:cubicBezTo>
                    <a:pt x="212" y="4716"/>
                    <a:pt x="233" y="4712"/>
                    <a:pt x="255" y="4705"/>
                  </a:cubicBezTo>
                  <a:lnTo>
                    <a:pt x="1743" y="4241"/>
                  </a:lnTo>
                  <a:cubicBezTo>
                    <a:pt x="2017" y="4158"/>
                    <a:pt x="2124" y="3979"/>
                    <a:pt x="2231" y="3896"/>
                  </a:cubicBezTo>
                  <a:cubicBezTo>
                    <a:pt x="2291" y="3836"/>
                    <a:pt x="2291" y="3717"/>
                    <a:pt x="2231" y="3657"/>
                  </a:cubicBezTo>
                  <a:cubicBezTo>
                    <a:pt x="2201" y="3628"/>
                    <a:pt x="2157" y="3613"/>
                    <a:pt x="2112" y="3613"/>
                  </a:cubicBezTo>
                  <a:cubicBezTo>
                    <a:pt x="2067" y="3613"/>
                    <a:pt x="2023" y="3628"/>
                    <a:pt x="1993" y="3657"/>
                  </a:cubicBezTo>
                  <a:lnTo>
                    <a:pt x="1874" y="3777"/>
                  </a:lnTo>
                  <a:lnTo>
                    <a:pt x="1541" y="3455"/>
                  </a:lnTo>
                  <a:lnTo>
                    <a:pt x="3267" y="1729"/>
                  </a:lnTo>
                  <a:lnTo>
                    <a:pt x="3600" y="2050"/>
                  </a:lnTo>
                  <a:lnTo>
                    <a:pt x="2469" y="3181"/>
                  </a:lnTo>
                  <a:cubicBezTo>
                    <a:pt x="2362" y="3288"/>
                    <a:pt x="2434" y="3467"/>
                    <a:pt x="2588" y="3467"/>
                  </a:cubicBezTo>
                  <a:cubicBezTo>
                    <a:pt x="2719" y="3467"/>
                    <a:pt x="2672" y="3419"/>
                    <a:pt x="3946" y="2169"/>
                  </a:cubicBezTo>
                  <a:lnTo>
                    <a:pt x="4458" y="1657"/>
                  </a:lnTo>
                  <a:cubicBezTo>
                    <a:pt x="4898" y="1240"/>
                    <a:pt x="4862" y="562"/>
                    <a:pt x="4398" y="193"/>
                  </a:cubicBezTo>
                  <a:cubicBezTo>
                    <a:pt x="4368" y="168"/>
                    <a:pt x="4332" y="156"/>
                    <a:pt x="4296" y="156"/>
                  </a:cubicBezTo>
                  <a:cubicBezTo>
                    <a:pt x="4246" y="156"/>
                    <a:pt x="4195" y="180"/>
                    <a:pt x="4160" y="228"/>
                  </a:cubicBezTo>
                  <a:cubicBezTo>
                    <a:pt x="4100" y="300"/>
                    <a:pt x="4124" y="407"/>
                    <a:pt x="4196" y="467"/>
                  </a:cubicBezTo>
                  <a:cubicBezTo>
                    <a:pt x="4339" y="586"/>
                    <a:pt x="4434" y="764"/>
                    <a:pt x="4434" y="955"/>
                  </a:cubicBezTo>
                  <a:cubicBezTo>
                    <a:pt x="4434" y="1074"/>
                    <a:pt x="4398" y="1181"/>
                    <a:pt x="4339" y="1264"/>
                  </a:cubicBezTo>
                  <a:lnTo>
                    <a:pt x="3481" y="407"/>
                  </a:lnTo>
                  <a:cubicBezTo>
                    <a:pt x="3541" y="371"/>
                    <a:pt x="3612" y="348"/>
                    <a:pt x="3684" y="324"/>
                  </a:cubicBezTo>
                  <a:cubicBezTo>
                    <a:pt x="3779" y="312"/>
                    <a:pt x="3838" y="228"/>
                    <a:pt x="3827" y="133"/>
                  </a:cubicBezTo>
                  <a:cubicBezTo>
                    <a:pt x="3805" y="57"/>
                    <a:pt x="3733" y="1"/>
                    <a:pt x="3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6" name="Google Shape;1616;p34"/>
          <p:cNvGrpSpPr/>
          <p:nvPr/>
        </p:nvGrpSpPr>
        <p:grpSpPr>
          <a:xfrm>
            <a:off x="3719724" y="1932370"/>
            <a:ext cx="325093" cy="325064"/>
            <a:chOff x="1305327" y="2894211"/>
            <a:chExt cx="357520" cy="357488"/>
          </a:xfrm>
        </p:grpSpPr>
        <p:sp>
          <p:nvSpPr>
            <p:cNvPr id="1617" name="Google Shape;1617;p34"/>
            <p:cNvSpPr/>
            <p:nvPr/>
          </p:nvSpPr>
          <p:spPr>
            <a:xfrm>
              <a:off x="1305709" y="2975600"/>
              <a:ext cx="281379" cy="275336"/>
            </a:xfrm>
            <a:custGeom>
              <a:rect b="b" l="l" r="r" t="t"/>
              <a:pathLst>
                <a:path extrusionOk="0" h="8657" w="8847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8085"/>
                  </a:lnTo>
                  <a:cubicBezTo>
                    <a:pt x="1" y="8395"/>
                    <a:pt x="262" y="8657"/>
                    <a:pt x="572" y="8657"/>
                  </a:cubicBezTo>
                  <a:lnTo>
                    <a:pt x="8680" y="8657"/>
                  </a:lnTo>
                  <a:cubicBezTo>
                    <a:pt x="8775" y="8657"/>
                    <a:pt x="8847" y="8573"/>
                    <a:pt x="8847" y="8490"/>
                  </a:cubicBezTo>
                  <a:cubicBezTo>
                    <a:pt x="8835" y="8395"/>
                    <a:pt x="8764" y="8323"/>
                    <a:pt x="8668" y="8323"/>
                  </a:cubicBezTo>
                  <a:lnTo>
                    <a:pt x="560" y="8323"/>
                  </a:lnTo>
                  <a:cubicBezTo>
                    <a:pt x="429" y="8323"/>
                    <a:pt x="334" y="8216"/>
                    <a:pt x="334" y="8097"/>
                  </a:cubicBezTo>
                  <a:lnTo>
                    <a:pt x="334" y="168"/>
                  </a:lnTo>
                  <a:cubicBezTo>
                    <a:pt x="334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1305327" y="2894211"/>
              <a:ext cx="357520" cy="357488"/>
            </a:xfrm>
            <a:custGeom>
              <a:rect b="b" l="l" r="r" t="t"/>
              <a:pathLst>
                <a:path extrusionOk="0" h="11240" w="11241">
                  <a:moveTo>
                    <a:pt x="572" y="0"/>
                  </a:moveTo>
                  <a:cubicBezTo>
                    <a:pt x="251" y="0"/>
                    <a:pt x="1" y="262"/>
                    <a:pt x="1" y="572"/>
                  </a:cubicBezTo>
                  <a:lnTo>
                    <a:pt x="1" y="2060"/>
                  </a:lnTo>
                  <a:cubicBezTo>
                    <a:pt x="1" y="2143"/>
                    <a:pt x="72" y="2215"/>
                    <a:pt x="167" y="2215"/>
                  </a:cubicBezTo>
                  <a:cubicBezTo>
                    <a:pt x="263" y="2215"/>
                    <a:pt x="334" y="2143"/>
                    <a:pt x="334" y="2060"/>
                  </a:cubicBezTo>
                  <a:lnTo>
                    <a:pt x="334" y="572"/>
                  </a:lnTo>
                  <a:cubicBezTo>
                    <a:pt x="334" y="417"/>
                    <a:pt x="453" y="333"/>
                    <a:pt x="572" y="333"/>
                  </a:cubicBezTo>
                  <a:cubicBezTo>
                    <a:pt x="620" y="333"/>
                    <a:pt x="679" y="345"/>
                    <a:pt x="739" y="405"/>
                  </a:cubicBezTo>
                  <a:lnTo>
                    <a:pt x="1048" y="714"/>
                  </a:lnTo>
                  <a:lnTo>
                    <a:pt x="596" y="1167"/>
                  </a:lnTo>
                  <a:cubicBezTo>
                    <a:pt x="501" y="1262"/>
                    <a:pt x="572" y="1441"/>
                    <a:pt x="715" y="1441"/>
                  </a:cubicBezTo>
                  <a:cubicBezTo>
                    <a:pt x="834" y="1441"/>
                    <a:pt x="858" y="1357"/>
                    <a:pt x="1286" y="953"/>
                  </a:cubicBezTo>
                  <a:lnTo>
                    <a:pt x="1822" y="1488"/>
                  </a:lnTo>
                  <a:lnTo>
                    <a:pt x="1644" y="1667"/>
                  </a:lnTo>
                  <a:cubicBezTo>
                    <a:pt x="1584" y="1726"/>
                    <a:pt x="1584" y="1834"/>
                    <a:pt x="1644" y="1905"/>
                  </a:cubicBezTo>
                  <a:cubicBezTo>
                    <a:pt x="1673" y="1935"/>
                    <a:pt x="1715" y="1950"/>
                    <a:pt x="1758" y="1950"/>
                  </a:cubicBezTo>
                  <a:cubicBezTo>
                    <a:pt x="1801" y="1950"/>
                    <a:pt x="1846" y="1935"/>
                    <a:pt x="1882" y="1905"/>
                  </a:cubicBezTo>
                  <a:lnTo>
                    <a:pt x="2060" y="1726"/>
                  </a:lnTo>
                  <a:lnTo>
                    <a:pt x="2596" y="2262"/>
                  </a:lnTo>
                  <a:lnTo>
                    <a:pt x="2144" y="2715"/>
                  </a:lnTo>
                  <a:cubicBezTo>
                    <a:pt x="2084" y="2774"/>
                    <a:pt x="2084" y="2881"/>
                    <a:pt x="2144" y="2953"/>
                  </a:cubicBezTo>
                  <a:cubicBezTo>
                    <a:pt x="2173" y="2983"/>
                    <a:pt x="2215" y="2997"/>
                    <a:pt x="2258" y="2997"/>
                  </a:cubicBezTo>
                  <a:cubicBezTo>
                    <a:pt x="2301" y="2997"/>
                    <a:pt x="2346" y="2983"/>
                    <a:pt x="2382" y="2953"/>
                  </a:cubicBezTo>
                  <a:lnTo>
                    <a:pt x="2834" y="2500"/>
                  </a:lnTo>
                  <a:lnTo>
                    <a:pt x="3370" y="3036"/>
                  </a:lnTo>
                  <a:lnTo>
                    <a:pt x="3191" y="3215"/>
                  </a:lnTo>
                  <a:cubicBezTo>
                    <a:pt x="3132" y="3274"/>
                    <a:pt x="3132" y="3381"/>
                    <a:pt x="3191" y="3453"/>
                  </a:cubicBezTo>
                  <a:cubicBezTo>
                    <a:pt x="3221" y="3483"/>
                    <a:pt x="3263" y="3498"/>
                    <a:pt x="3306" y="3498"/>
                  </a:cubicBezTo>
                  <a:cubicBezTo>
                    <a:pt x="3349" y="3498"/>
                    <a:pt x="3394" y="3483"/>
                    <a:pt x="3430" y="3453"/>
                  </a:cubicBezTo>
                  <a:lnTo>
                    <a:pt x="3608" y="3274"/>
                  </a:lnTo>
                  <a:lnTo>
                    <a:pt x="4144" y="3810"/>
                  </a:lnTo>
                  <a:lnTo>
                    <a:pt x="3692" y="4262"/>
                  </a:lnTo>
                  <a:cubicBezTo>
                    <a:pt x="3632" y="4322"/>
                    <a:pt x="3632" y="4429"/>
                    <a:pt x="3692" y="4501"/>
                  </a:cubicBezTo>
                  <a:cubicBezTo>
                    <a:pt x="3721" y="4530"/>
                    <a:pt x="3763" y="4545"/>
                    <a:pt x="3806" y="4545"/>
                  </a:cubicBezTo>
                  <a:cubicBezTo>
                    <a:pt x="3849" y="4545"/>
                    <a:pt x="3894" y="4530"/>
                    <a:pt x="3930" y="4501"/>
                  </a:cubicBezTo>
                  <a:lnTo>
                    <a:pt x="4382" y="4048"/>
                  </a:lnTo>
                  <a:lnTo>
                    <a:pt x="4918" y="4584"/>
                  </a:lnTo>
                  <a:lnTo>
                    <a:pt x="4739" y="4763"/>
                  </a:lnTo>
                  <a:cubicBezTo>
                    <a:pt x="4680" y="4822"/>
                    <a:pt x="4680" y="4929"/>
                    <a:pt x="4739" y="5001"/>
                  </a:cubicBezTo>
                  <a:cubicBezTo>
                    <a:pt x="4769" y="5030"/>
                    <a:pt x="4811" y="5045"/>
                    <a:pt x="4854" y="5045"/>
                  </a:cubicBezTo>
                  <a:cubicBezTo>
                    <a:pt x="4897" y="5045"/>
                    <a:pt x="4942" y="5030"/>
                    <a:pt x="4977" y="5001"/>
                  </a:cubicBezTo>
                  <a:lnTo>
                    <a:pt x="5156" y="4822"/>
                  </a:lnTo>
                  <a:lnTo>
                    <a:pt x="5692" y="5358"/>
                  </a:lnTo>
                  <a:lnTo>
                    <a:pt x="5239" y="5810"/>
                  </a:lnTo>
                  <a:cubicBezTo>
                    <a:pt x="5180" y="5870"/>
                    <a:pt x="5180" y="5977"/>
                    <a:pt x="5239" y="6048"/>
                  </a:cubicBezTo>
                  <a:cubicBezTo>
                    <a:pt x="5269" y="6078"/>
                    <a:pt x="5311" y="6093"/>
                    <a:pt x="5354" y="6093"/>
                  </a:cubicBezTo>
                  <a:cubicBezTo>
                    <a:pt x="5397" y="6093"/>
                    <a:pt x="5442" y="6078"/>
                    <a:pt x="5477" y="6048"/>
                  </a:cubicBezTo>
                  <a:lnTo>
                    <a:pt x="5930" y="5596"/>
                  </a:lnTo>
                  <a:lnTo>
                    <a:pt x="6466" y="6132"/>
                  </a:lnTo>
                  <a:lnTo>
                    <a:pt x="6287" y="6310"/>
                  </a:lnTo>
                  <a:cubicBezTo>
                    <a:pt x="6228" y="6370"/>
                    <a:pt x="6228" y="6477"/>
                    <a:pt x="6287" y="6548"/>
                  </a:cubicBezTo>
                  <a:cubicBezTo>
                    <a:pt x="6317" y="6578"/>
                    <a:pt x="6359" y="6593"/>
                    <a:pt x="6402" y="6593"/>
                  </a:cubicBezTo>
                  <a:cubicBezTo>
                    <a:pt x="6445" y="6593"/>
                    <a:pt x="6490" y="6578"/>
                    <a:pt x="6525" y="6548"/>
                  </a:cubicBezTo>
                  <a:lnTo>
                    <a:pt x="6704" y="6370"/>
                  </a:lnTo>
                  <a:lnTo>
                    <a:pt x="7240" y="6906"/>
                  </a:lnTo>
                  <a:lnTo>
                    <a:pt x="6787" y="7358"/>
                  </a:lnTo>
                  <a:cubicBezTo>
                    <a:pt x="6728" y="7418"/>
                    <a:pt x="6728" y="7525"/>
                    <a:pt x="6787" y="7596"/>
                  </a:cubicBezTo>
                  <a:cubicBezTo>
                    <a:pt x="6817" y="7626"/>
                    <a:pt x="6859" y="7641"/>
                    <a:pt x="6902" y="7641"/>
                  </a:cubicBezTo>
                  <a:cubicBezTo>
                    <a:pt x="6945" y="7641"/>
                    <a:pt x="6990" y="7626"/>
                    <a:pt x="7025" y="7596"/>
                  </a:cubicBezTo>
                  <a:lnTo>
                    <a:pt x="7478" y="7144"/>
                  </a:lnTo>
                  <a:lnTo>
                    <a:pt x="8014" y="7680"/>
                  </a:lnTo>
                  <a:lnTo>
                    <a:pt x="7763" y="7787"/>
                  </a:lnTo>
                  <a:cubicBezTo>
                    <a:pt x="7704" y="7846"/>
                    <a:pt x="7704" y="7953"/>
                    <a:pt x="7763" y="8025"/>
                  </a:cubicBezTo>
                  <a:cubicBezTo>
                    <a:pt x="7787" y="8055"/>
                    <a:pt x="7826" y="8069"/>
                    <a:pt x="7869" y="8069"/>
                  </a:cubicBezTo>
                  <a:cubicBezTo>
                    <a:pt x="7912" y="8069"/>
                    <a:pt x="7960" y="8055"/>
                    <a:pt x="8002" y="8025"/>
                  </a:cubicBezTo>
                  <a:lnTo>
                    <a:pt x="8180" y="7846"/>
                  </a:lnTo>
                  <a:lnTo>
                    <a:pt x="8716" y="8382"/>
                  </a:lnTo>
                  <a:lnTo>
                    <a:pt x="8264" y="8834"/>
                  </a:lnTo>
                  <a:cubicBezTo>
                    <a:pt x="8204" y="8894"/>
                    <a:pt x="8204" y="8989"/>
                    <a:pt x="8264" y="9073"/>
                  </a:cubicBezTo>
                  <a:cubicBezTo>
                    <a:pt x="8293" y="9102"/>
                    <a:pt x="8335" y="9117"/>
                    <a:pt x="8378" y="9117"/>
                  </a:cubicBezTo>
                  <a:cubicBezTo>
                    <a:pt x="8421" y="9117"/>
                    <a:pt x="8466" y="9102"/>
                    <a:pt x="8502" y="9073"/>
                  </a:cubicBezTo>
                  <a:lnTo>
                    <a:pt x="8954" y="8620"/>
                  </a:lnTo>
                  <a:lnTo>
                    <a:pt x="9490" y="9156"/>
                  </a:lnTo>
                  <a:lnTo>
                    <a:pt x="9311" y="9335"/>
                  </a:lnTo>
                  <a:cubicBezTo>
                    <a:pt x="9252" y="9394"/>
                    <a:pt x="9252" y="9501"/>
                    <a:pt x="9311" y="9573"/>
                  </a:cubicBezTo>
                  <a:cubicBezTo>
                    <a:pt x="9335" y="9608"/>
                    <a:pt x="9383" y="9620"/>
                    <a:pt x="9430" y="9620"/>
                  </a:cubicBezTo>
                  <a:cubicBezTo>
                    <a:pt x="9466" y="9620"/>
                    <a:pt x="9514" y="9608"/>
                    <a:pt x="9549" y="9573"/>
                  </a:cubicBezTo>
                  <a:lnTo>
                    <a:pt x="9728" y="9394"/>
                  </a:lnTo>
                  <a:lnTo>
                    <a:pt x="10264" y="9930"/>
                  </a:lnTo>
                  <a:lnTo>
                    <a:pt x="9811" y="10382"/>
                  </a:lnTo>
                  <a:cubicBezTo>
                    <a:pt x="9752" y="10442"/>
                    <a:pt x="9752" y="10537"/>
                    <a:pt x="9811" y="10620"/>
                  </a:cubicBezTo>
                  <a:cubicBezTo>
                    <a:pt x="9847" y="10644"/>
                    <a:pt x="9883" y="10656"/>
                    <a:pt x="9930" y="10656"/>
                  </a:cubicBezTo>
                  <a:cubicBezTo>
                    <a:pt x="9978" y="10656"/>
                    <a:pt x="10026" y="10644"/>
                    <a:pt x="10049" y="10620"/>
                  </a:cubicBezTo>
                  <a:lnTo>
                    <a:pt x="10502" y="10168"/>
                  </a:lnTo>
                  <a:lnTo>
                    <a:pt x="10835" y="10513"/>
                  </a:lnTo>
                  <a:cubicBezTo>
                    <a:pt x="10895" y="10573"/>
                    <a:pt x="10919" y="10632"/>
                    <a:pt x="10919" y="10680"/>
                  </a:cubicBezTo>
                  <a:cubicBezTo>
                    <a:pt x="10919" y="10799"/>
                    <a:pt x="10823" y="10918"/>
                    <a:pt x="10681" y="10918"/>
                  </a:cubicBezTo>
                  <a:lnTo>
                    <a:pt x="9395" y="10918"/>
                  </a:lnTo>
                  <a:cubicBezTo>
                    <a:pt x="9311" y="10918"/>
                    <a:pt x="9228" y="10989"/>
                    <a:pt x="9228" y="11073"/>
                  </a:cubicBezTo>
                  <a:cubicBezTo>
                    <a:pt x="9228" y="11168"/>
                    <a:pt x="9311" y="11240"/>
                    <a:pt x="9395" y="11240"/>
                  </a:cubicBezTo>
                  <a:lnTo>
                    <a:pt x="10681" y="11240"/>
                  </a:lnTo>
                  <a:cubicBezTo>
                    <a:pt x="10990" y="11240"/>
                    <a:pt x="11240" y="10989"/>
                    <a:pt x="11240" y="10680"/>
                  </a:cubicBezTo>
                  <a:cubicBezTo>
                    <a:pt x="11192" y="10501"/>
                    <a:pt x="11133" y="10358"/>
                    <a:pt x="11038" y="10239"/>
                  </a:cubicBezTo>
                  <a:lnTo>
                    <a:pt x="965" y="167"/>
                  </a:lnTo>
                  <a:cubicBezTo>
                    <a:pt x="870" y="60"/>
                    <a:pt x="715" y="0"/>
                    <a:pt x="5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1366679" y="3029191"/>
              <a:ext cx="57981" cy="70289"/>
            </a:xfrm>
            <a:custGeom>
              <a:rect b="b" l="l" r="r" t="t"/>
              <a:pathLst>
                <a:path extrusionOk="0" h="2210" w="1823">
                  <a:moveTo>
                    <a:pt x="164" y="1"/>
                  </a:moveTo>
                  <a:cubicBezTo>
                    <a:pt x="140" y="1"/>
                    <a:pt x="116" y="6"/>
                    <a:pt x="96" y="18"/>
                  </a:cubicBezTo>
                  <a:cubicBezTo>
                    <a:pt x="36" y="42"/>
                    <a:pt x="0" y="102"/>
                    <a:pt x="0" y="161"/>
                  </a:cubicBezTo>
                  <a:lnTo>
                    <a:pt x="0" y="2043"/>
                  </a:lnTo>
                  <a:cubicBezTo>
                    <a:pt x="0" y="2126"/>
                    <a:pt x="72" y="2209"/>
                    <a:pt x="155" y="2209"/>
                  </a:cubicBezTo>
                  <a:cubicBezTo>
                    <a:pt x="250" y="2209"/>
                    <a:pt x="322" y="2126"/>
                    <a:pt x="322" y="2043"/>
                  </a:cubicBezTo>
                  <a:lnTo>
                    <a:pt x="322" y="566"/>
                  </a:lnTo>
                  <a:lnTo>
                    <a:pt x="1513" y="1757"/>
                  </a:lnTo>
                  <a:cubicBezTo>
                    <a:pt x="1542" y="1787"/>
                    <a:pt x="1584" y="1801"/>
                    <a:pt x="1627" y="1801"/>
                  </a:cubicBezTo>
                  <a:cubicBezTo>
                    <a:pt x="1670" y="1801"/>
                    <a:pt x="1715" y="1787"/>
                    <a:pt x="1751" y="1757"/>
                  </a:cubicBezTo>
                  <a:cubicBezTo>
                    <a:pt x="1822" y="1697"/>
                    <a:pt x="1810" y="1590"/>
                    <a:pt x="1751" y="1519"/>
                  </a:cubicBezTo>
                  <a:lnTo>
                    <a:pt x="274" y="42"/>
                  </a:lnTo>
                  <a:cubicBezTo>
                    <a:pt x="251" y="19"/>
                    <a:pt x="208" y="1"/>
                    <a:pt x="1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1428031" y="3091211"/>
              <a:ext cx="100377" cy="99518"/>
            </a:xfrm>
            <a:custGeom>
              <a:rect b="b" l="l" r="r" t="t"/>
              <a:pathLst>
                <a:path extrusionOk="0" h="3129" w="3156">
                  <a:moveTo>
                    <a:pt x="183" y="0"/>
                  </a:moveTo>
                  <a:cubicBezTo>
                    <a:pt x="140" y="0"/>
                    <a:pt x="95" y="15"/>
                    <a:pt x="60" y="45"/>
                  </a:cubicBezTo>
                  <a:cubicBezTo>
                    <a:pt x="0" y="104"/>
                    <a:pt x="0" y="212"/>
                    <a:pt x="60" y="283"/>
                  </a:cubicBezTo>
                  <a:lnTo>
                    <a:pt x="2572" y="2795"/>
                  </a:lnTo>
                  <a:lnTo>
                    <a:pt x="655" y="2795"/>
                  </a:lnTo>
                  <a:cubicBezTo>
                    <a:pt x="560" y="2795"/>
                    <a:pt x="488" y="2879"/>
                    <a:pt x="488" y="2962"/>
                  </a:cubicBezTo>
                  <a:cubicBezTo>
                    <a:pt x="488" y="3057"/>
                    <a:pt x="560" y="3129"/>
                    <a:pt x="655" y="3129"/>
                  </a:cubicBezTo>
                  <a:lnTo>
                    <a:pt x="2977" y="3129"/>
                  </a:lnTo>
                  <a:cubicBezTo>
                    <a:pt x="3048" y="3129"/>
                    <a:pt x="3108" y="3081"/>
                    <a:pt x="3132" y="3021"/>
                  </a:cubicBezTo>
                  <a:cubicBezTo>
                    <a:pt x="3155" y="2962"/>
                    <a:pt x="3143" y="2902"/>
                    <a:pt x="3096" y="2843"/>
                  </a:cubicBezTo>
                  <a:lnTo>
                    <a:pt x="298" y="45"/>
                  </a:lnTo>
                  <a:cubicBezTo>
                    <a:pt x="268" y="15"/>
                    <a:pt x="226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1366297" y="3110040"/>
              <a:ext cx="66663" cy="80689"/>
            </a:xfrm>
            <a:custGeom>
              <a:rect b="b" l="l" r="r" t="t"/>
              <a:pathLst>
                <a:path extrusionOk="0" h="2537" w="2096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2370"/>
                  </a:lnTo>
                  <a:cubicBezTo>
                    <a:pt x="1" y="2418"/>
                    <a:pt x="24" y="2453"/>
                    <a:pt x="48" y="2489"/>
                  </a:cubicBezTo>
                  <a:cubicBezTo>
                    <a:pt x="84" y="2513"/>
                    <a:pt x="120" y="2537"/>
                    <a:pt x="167" y="2537"/>
                  </a:cubicBezTo>
                  <a:lnTo>
                    <a:pt x="1929" y="2537"/>
                  </a:lnTo>
                  <a:cubicBezTo>
                    <a:pt x="2013" y="2537"/>
                    <a:pt x="2096" y="2453"/>
                    <a:pt x="2096" y="2370"/>
                  </a:cubicBezTo>
                  <a:cubicBezTo>
                    <a:pt x="2096" y="2287"/>
                    <a:pt x="2013" y="2203"/>
                    <a:pt x="1929" y="2203"/>
                  </a:cubicBezTo>
                  <a:lnTo>
                    <a:pt x="334" y="2203"/>
                  </a:ln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</p:grpSp>
      <p:grpSp>
        <p:nvGrpSpPr>
          <p:cNvPr id="1622" name="Google Shape;1622;p34"/>
          <p:cNvGrpSpPr/>
          <p:nvPr/>
        </p:nvGrpSpPr>
        <p:grpSpPr>
          <a:xfrm>
            <a:off x="5061322" y="3493730"/>
            <a:ext cx="324023" cy="324399"/>
            <a:chOff x="1323901" y="3807173"/>
            <a:chExt cx="356343" cy="356757"/>
          </a:xfrm>
        </p:grpSpPr>
        <p:sp>
          <p:nvSpPr>
            <p:cNvPr id="1623" name="Google Shape;1623;p34"/>
            <p:cNvSpPr/>
            <p:nvPr/>
          </p:nvSpPr>
          <p:spPr>
            <a:xfrm>
              <a:off x="1478760" y="4058242"/>
              <a:ext cx="413" cy="32"/>
            </a:xfrm>
            <a:custGeom>
              <a:rect b="b" l="l" r="r" t="t"/>
              <a:pathLst>
                <a:path extrusionOk="0" h="1" w="13">
                  <a:moveTo>
                    <a:pt x="13" y="1"/>
                  </a:moveTo>
                  <a:cubicBezTo>
                    <a:pt x="1" y="1"/>
                    <a:pt x="1" y="1"/>
                    <a:pt x="13" y="1"/>
                  </a:cubicBezTo>
                  <a:cubicBezTo>
                    <a:pt x="1" y="1"/>
                    <a:pt x="1" y="1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1323901" y="3807173"/>
              <a:ext cx="356343" cy="356757"/>
            </a:xfrm>
            <a:custGeom>
              <a:rect b="b" l="l" r="r" t="t"/>
              <a:pathLst>
                <a:path extrusionOk="0" h="11217" w="11204">
                  <a:moveTo>
                    <a:pt x="786" y="1"/>
                  </a:moveTo>
                  <a:cubicBezTo>
                    <a:pt x="357" y="1"/>
                    <a:pt x="0" y="358"/>
                    <a:pt x="0" y="799"/>
                  </a:cubicBezTo>
                  <a:lnTo>
                    <a:pt x="0" y="9050"/>
                  </a:lnTo>
                  <a:lnTo>
                    <a:pt x="0" y="9550"/>
                  </a:lnTo>
                  <a:cubicBezTo>
                    <a:pt x="0" y="10467"/>
                    <a:pt x="738" y="11217"/>
                    <a:pt x="1667" y="11217"/>
                  </a:cubicBezTo>
                  <a:lnTo>
                    <a:pt x="10418" y="11217"/>
                  </a:lnTo>
                  <a:cubicBezTo>
                    <a:pt x="10847" y="11217"/>
                    <a:pt x="11204" y="10859"/>
                    <a:pt x="11204" y="10419"/>
                  </a:cubicBezTo>
                  <a:lnTo>
                    <a:pt x="11204" y="10014"/>
                  </a:lnTo>
                  <a:cubicBezTo>
                    <a:pt x="11204" y="9919"/>
                    <a:pt x="11132" y="9847"/>
                    <a:pt x="11037" y="9847"/>
                  </a:cubicBezTo>
                  <a:cubicBezTo>
                    <a:pt x="10954" y="9847"/>
                    <a:pt x="10882" y="9919"/>
                    <a:pt x="10882" y="10014"/>
                  </a:cubicBezTo>
                  <a:lnTo>
                    <a:pt x="10882" y="10419"/>
                  </a:lnTo>
                  <a:cubicBezTo>
                    <a:pt x="10882" y="10681"/>
                    <a:pt x="10668" y="10883"/>
                    <a:pt x="10418" y="10883"/>
                  </a:cubicBezTo>
                  <a:lnTo>
                    <a:pt x="3155" y="10883"/>
                  </a:lnTo>
                  <a:cubicBezTo>
                    <a:pt x="3274" y="10800"/>
                    <a:pt x="3381" y="10693"/>
                    <a:pt x="3465" y="10574"/>
                  </a:cubicBezTo>
                  <a:lnTo>
                    <a:pt x="3762" y="10407"/>
                  </a:lnTo>
                  <a:cubicBezTo>
                    <a:pt x="3834" y="10478"/>
                    <a:pt x="3941" y="10514"/>
                    <a:pt x="4048" y="10514"/>
                  </a:cubicBezTo>
                  <a:lnTo>
                    <a:pt x="4584" y="10514"/>
                  </a:lnTo>
                  <a:cubicBezTo>
                    <a:pt x="4667" y="10514"/>
                    <a:pt x="4751" y="10443"/>
                    <a:pt x="4751" y="10347"/>
                  </a:cubicBezTo>
                  <a:cubicBezTo>
                    <a:pt x="4751" y="10264"/>
                    <a:pt x="4667" y="10181"/>
                    <a:pt x="4584" y="10181"/>
                  </a:cubicBezTo>
                  <a:lnTo>
                    <a:pt x="4155" y="10181"/>
                  </a:lnTo>
                  <a:lnTo>
                    <a:pt x="4774" y="9824"/>
                  </a:lnTo>
                  <a:lnTo>
                    <a:pt x="4774" y="9943"/>
                  </a:lnTo>
                  <a:cubicBezTo>
                    <a:pt x="4774" y="10038"/>
                    <a:pt x="4846" y="10109"/>
                    <a:pt x="4941" y="10109"/>
                  </a:cubicBezTo>
                  <a:cubicBezTo>
                    <a:pt x="5024" y="10109"/>
                    <a:pt x="5108" y="10038"/>
                    <a:pt x="5108" y="9943"/>
                  </a:cubicBezTo>
                  <a:lnTo>
                    <a:pt x="5108" y="9597"/>
                  </a:lnTo>
                  <a:lnTo>
                    <a:pt x="5536" y="9335"/>
                  </a:lnTo>
                  <a:lnTo>
                    <a:pt x="5536" y="9383"/>
                  </a:lnTo>
                  <a:cubicBezTo>
                    <a:pt x="5536" y="9478"/>
                    <a:pt x="5608" y="9550"/>
                    <a:pt x="5703" y="9550"/>
                  </a:cubicBezTo>
                  <a:cubicBezTo>
                    <a:pt x="5786" y="9550"/>
                    <a:pt x="5858" y="9478"/>
                    <a:pt x="5858" y="9383"/>
                  </a:cubicBezTo>
                  <a:lnTo>
                    <a:pt x="5858" y="9157"/>
                  </a:lnTo>
                  <a:lnTo>
                    <a:pt x="6251" y="8931"/>
                  </a:lnTo>
                  <a:lnTo>
                    <a:pt x="6251" y="10074"/>
                  </a:lnTo>
                  <a:cubicBezTo>
                    <a:pt x="6251" y="10312"/>
                    <a:pt x="6441" y="10478"/>
                    <a:pt x="6668" y="10478"/>
                  </a:cubicBezTo>
                  <a:lnTo>
                    <a:pt x="7203" y="10478"/>
                  </a:lnTo>
                  <a:cubicBezTo>
                    <a:pt x="7299" y="10478"/>
                    <a:pt x="7370" y="10407"/>
                    <a:pt x="7370" y="10324"/>
                  </a:cubicBezTo>
                  <a:cubicBezTo>
                    <a:pt x="7370" y="10228"/>
                    <a:pt x="7299" y="10157"/>
                    <a:pt x="7203" y="10157"/>
                  </a:cubicBezTo>
                  <a:lnTo>
                    <a:pt x="6668" y="10157"/>
                  </a:lnTo>
                  <a:cubicBezTo>
                    <a:pt x="6620" y="10157"/>
                    <a:pt x="6572" y="10109"/>
                    <a:pt x="6572" y="10062"/>
                  </a:cubicBezTo>
                  <a:lnTo>
                    <a:pt x="6572" y="8740"/>
                  </a:lnTo>
                  <a:lnTo>
                    <a:pt x="7156" y="8395"/>
                  </a:lnTo>
                  <a:lnTo>
                    <a:pt x="7310" y="8395"/>
                  </a:lnTo>
                  <a:cubicBezTo>
                    <a:pt x="7346" y="8395"/>
                    <a:pt x="7394" y="8442"/>
                    <a:pt x="7394" y="8490"/>
                  </a:cubicBezTo>
                  <a:lnTo>
                    <a:pt x="7394" y="9907"/>
                  </a:lnTo>
                  <a:cubicBezTo>
                    <a:pt x="7394" y="9990"/>
                    <a:pt x="7465" y="10074"/>
                    <a:pt x="7560" y="10074"/>
                  </a:cubicBezTo>
                  <a:cubicBezTo>
                    <a:pt x="7656" y="10074"/>
                    <a:pt x="7727" y="9990"/>
                    <a:pt x="7727" y="9907"/>
                  </a:cubicBezTo>
                  <a:lnTo>
                    <a:pt x="7727" y="8490"/>
                  </a:lnTo>
                  <a:cubicBezTo>
                    <a:pt x="7727" y="8359"/>
                    <a:pt x="7668" y="8240"/>
                    <a:pt x="7572" y="8157"/>
                  </a:cubicBezTo>
                  <a:lnTo>
                    <a:pt x="8382" y="7704"/>
                  </a:lnTo>
                  <a:lnTo>
                    <a:pt x="10406" y="7704"/>
                  </a:lnTo>
                  <a:cubicBezTo>
                    <a:pt x="10656" y="7704"/>
                    <a:pt x="10870" y="7907"/>
                    <a:pt x="10870" y="8157"/>
                  </a:cubicBezTo>
                  <a:lnTo>
                    <a:pt x="10870" y="9324"/>
                  </a:lnTo>
                  <a:cubicBezTo>
                    <a:pt x="10787" y="9419"/>
                    <a:pt x="10870" y="9490"/>
                    <a:pt x="10966" y="9490"/>
                  </a:cubicBezTo>
                  <a:cubicBezTo>
                    <a:pt x="11061" y="9490"/>
                    <a:pt x="11132" y="9419"/>
                    <a:pt x="11132" y="9324"/>
                  </a:cubicBezTo>
                  <a:lnTo>
                    <a:pt x="11132" y="8169"/>
                  </a:lnTo>
                  <a:cubicBezTo>
                    <a:pt x="11132" y="7728"/>
                    <a:pt x="10775" y="7371"/>
                    <a:pt x="10347" y="7371"/>
                  </a:cubicBezTo>
                  <a:lnTo>
                    <a:pt x="8906" y="7371"/>
                  </a:lnTo>
                  <a:lnTo>
                    <a:pt x="10251" y="6597"/>
                  </a:lnTo>
                  <a:cubicBezTo>
                    <a:pt x="10632" y="6383"/>
                    <a:pt x="10763" y="5906"/>
                    <a:pt x="10537" y="5525"/>
                  </a:cubicBezTo>
                  <a:lnTo>
                    <a:pt x="10335" y="5168"/>
                  </a:lnTo>
                  <a:cubicBezTo>
                    <a:pt x="10302" y="5119"/>
                    <a:pt x="10241" y="5087"/>
                    <a:pt x="10183" y="5087"/>
                  </a:cubicBezTo>
                  <a:cubicBezTo>
                    <a:pt x="10157" y="5087"/>
                    <a:pt x="10131" y="5094"/>
                    <a:pt x="10108" y="5109"/>
                  </a:cubicBezTo>
                  <a:cubicBezTo>
                    <a:pt x="10037" y="5156"/>
                    <a:pt x="10001" y="5264"/>
                    <a:pt x="10049" y="5335"/>
                  </a:cubicBezTo>
                  <a:lnTo>
                    <a:pt x="10251" y="5692"/>
                  </a:lnTo>
                  <a:cubicBezTo>
                    <a:pt x="10370" y="5918"/>
                    <a:pt x="10299" y="6180"/>
                    <a:pt x="10097" y="6323"/>
                  </a:cubicBezTo>
                  <a:cubicBezTo>
                    <a:pt x="6620" y="8312"/>
                    <a:pt x="7501" y="7811"/>
                    <a:pt x="7025" y="8085"/>
                  </a:cubicBezTo>
                  <a:cubicBezTo>
                    <a:pt x="5120" y="9193"/>
                    <a:pt x="7060" y="8073"/>
                    <a:pt x="3691" y="10014"/>
                  </a:cubicBezTo>
                  <a:cubicBezTo>
                    <a:pt x="3691" y="9990"/>
                    <a:pt x="3703" y="9978"/>
                    <a:pt x="3703" y="9966"/>
                  </a:cubicBezTo>
                  <a:lnTo>
                    <a:pt x="4120" y="9240"/>
                  </a:lnTo>
                  <a:cubicBezTo>
                    <a:pt x="4138" y="9242"/>
                    <a:pt x="4155" y="9243"/>
                    <a:pt x="4172" y="9243"/>
                  </a:cubicBezTo>
                  <a:cubicBezTo>
                    <a:pt x="4364" y="9243"/>
                    <a:pt x="4474" y="9123"/>
                    <a:pt x="4715" y="9002"/>
                  </a:cubicBezTo>
                  <a:lnTo>
                    <a:pt x="4870" y="8907"/>
                  </a:lnTo>
                  <a:cubicBezTo>
                    <a:pt x="4941" y="8859"/>
                    <a:pt x="4977" y="8764"/>
                    <a:pt x="4929" y="8681"/>
                  </a:cubicBezTo>
                  <a:cubicBezTo>
                    <a:pt x="4893" y="8627"/>
                    <a:pt x="4838" y="8600"/>
                    <a:pt x="4777" y="8600"/>
                  </a:cubicBezTo>
                  <a:cubicBezTo>
                    <a:pt x="4757" y="8600"/>
                    <a:pt x="4736" y="8603"/>
                    <a:pt x="4715" y="8609"/>
                  </a:cubicBezTo>
                  <a:cubicBezTo>
                    <a:pt x="4703" y="8609"/>
                    <a:pt x="4715" y="8609"/>
                    <a:pt x="4382" y="8800"/>
                  </a:cubicBezTo>
                  <a:lnTo>
                    <a:pt x="4703" y="8240"/>
                  </a:lnTo>
                  <a:lnTo>
                    <a:pt x="4751" y="8300"/>
                  </a:lnTo>
                  <a:cubicBezTo>
                    <a:pt x="4782" y="8356"/>
                    <a:pt x="4837" y="8386"/>
                    <a:pt x="4893" y="8386"/>
                  </a:cubicBezTo>
                  <a:cubicBezTo>
                    <a:pt x="4944" y="8386"/>
                    <a:pt x="4997" y="8362"/>
                    <a:pt x="5036" y="8312"/>
                  </a:cubicBezTo>
                  <a:cubicBezTo>
                    <a:pt x="5072" y="8264"/>
                    <a:pt x="5072" y="8192"/>
                    <a:pt x="5048" y="8133"/>
                  </a:cubicBezTo>
                  <a:lnTo>
                    <a:pt x="4917" y="7895"/>
                  </a:lnTo>
                  <a:cubicBezTo>
                    <a:pt x="4929" y="7859"/>
                    <a:pt x="4977" y="7776"/>
                    <a:pt x="5155" y="7478"/>
                  </a:cubicBezTo>
                  <a:cubicBezTo>
                    <a:pt x="5180" y="7527"/>
                    <a:pt x="5238" y="7559"/>
                    <a:pt x="5295" y="7559"/>
                  </a:cubicBezTo>
                  <a:cubicBezTo>
                    <a:pt x="5321" y="7559"/>
                    <a:pt x="5347" y="7553"/>
                    <a:pt x="5370" y="7538"/>
                  </a:cubicBezTo>
                  <a:cubicBezTo>
                    <a:pt x="5453" y="7490"/>
                    <a:pt x="5477" y="7395"/>
                    <a:pt x="5429" y="7311"/>
                  </a:cubicBezTo>
                  <a:lnTo>
                    <a:pt x="5346" y="7145"/>
                  </a:lnTo>
                  <a:lnTo>
                    <a:pt x="5572" y="6764"/>
                  </a:lnTo>
                  <a:cubicBezTo>
                    <a:pt x="6094" y="7677"/>
                    <a:pt x="6119" y="7717"/>
                    <a:pt x="6120" y="7717"/>
                  </a:cubicBezTo>
                  <a:cubicBezTo>
                    <a:pt x="6120" y="7717"/>
                    <a:pt x="6120" y="7716"/>
                    <a:pt x="6120" y="7716"/>
                  </a:cubicBezTo>
                  <a:lnTo>
                    <a:pt x="6120" y="7716"/>
                  </a:lnTo>
                  <a:cubicBezTo>
                    <a:pt x="6199" y="7843"/>
                    <a:pt x="6337" y="7917"/>
                    <a:pt x="6476" y="7917"/>
                  </a:cubicBezTo>
                  <a:cubicBezTo>
                    <a:pt x="6546" y="7917"/>
                    <a:pt x="6616" y="7899"/>
                    <a:pt x="6679" y="7859"/>
                  </a:cubicBezTo>
                  <a:cubicBezTo>
                    <a:pt x="6715" y="7847"/>
                    <a:pt x="6798" y="7788"/>
                    <a:pt x="7144" y="7597"/>
                  </a:cubicBezTo>
                  <a:cubicBezTo>
                    <a:pt x="7215" y="7550"/>
                    <a:pt x="7251" y="7466"/>
                    <a:pt x="7215" y="7395"/>
                  </a:cubicBezTo>
                  <a:cubicBezTo>
                    <a:pt x="7198" y="7327"/>
                    <a:pt x="7134" y="7296"/>
                    <a:pt x="7063" y="7296"/>
                  </a:cubicBezTo>
                  <a:cubicBezTo>
                    <a:pt x="7035" y="7296"/>
                    <a:pt x="7005" y="7301"/>
                    <a:pt x="6977" y="7311"/>
                  </a:cubicBezTo>
                  <a:lnTo>
                    <a:pt x="6846" y="7395"/>
                  </a:lnTo>
                  <a:cubicBezTo>
                    <a:pt x="6489" y="7585"/>
                    <a:pt x="6501" y="7597"/>
                    <a:pt x="6465" y="7597"/>
                  </a:cubicBezTo>
                  <a:cubicBezTo>
                    <a:pt x="6370" y="7597"/>
                    <a:pt x="6429" y="7597"/>
                    <a:pt x="5751" y="6442"/>
                  </a:cubicBezTo>
                  <a:lnTo>
                    <a:pt x="6120" y="5787"/>
                  </a:lnTo>
                  <a:cubicBezTo>
                    <a:pt x="6179" y="5752"/>
                    <a:pt x="6191" y="5728"/>
                    <a:pt x="6239" y="5728"/>
                  </a:cubicBezTo>
                  <a:cubicBezTo>
                    <a:pt x="6263" y="5728"/>
                    <a:pt x="6298" y="5740"/>
                    <a:pt x="6310" y="5764"/>
                  </a:cubicBezTo>
                  <a:lnTo>
                    <a:pt x="7025" y="6990"/>
                  </a:lnTo>
                  <a:cubicBezTo>
                    <a:pt x="7057" y="7039"/>
                    <a:pt x="7118" y="7071"/>
                    <a:pt x="7176" y="7071"/>
                  </a:cubicBezTo>
                  <a:cubicBezTo>
                    <a:pt x="7203" y="7071"/>
                    <a:pt x="7228" y="7064"/>
                    <a:pt x="7251" y="7049"/>
                  </a:cubicBezTo>
                  <a:cubicBezTo>
                    <a:pt x="7322" y="7002"/>
                    <a:pt x="7358" y="6895"/>
                    <a:pt x="7310" y="6823"/>
                  </a:cubicBezTo>
                  <a:lnTo>
                    <a:pt x="6596" y="5609"/>
                  </a:lnTo>
                  <a:cubicBezTo>
                    <a:pt x="6537" y="5502"/>
                    <a:pt x="6441" y="5442"/>
                    <a:pt x="6322" y="5406"/>
                  </a:cubicBezTo>
                  <a:lnTo>
                    <a:pt x="6822" y="4573"/>
                  </a:lnTo>
                  <a:cubicBezTo>
                    <a:pt x="8573" y="3573"/>
                    <a:pt x="8525" y="3537"/>
                    <a:pt x="8739" y="3537"/>
                  </a:cubicBezTo>
                  <a:cubicBezTo>
                    <a:pt x="8906" y="3537"/>
                    <a:pt x="9049" y="3620"/>
                    <a:pt x="9144" y="3763"/>
                  </a:cubicBezTo>
                  <a:lnTo>
                    <a:pt x="9716" y="4763"/>
                  </a:lnTo>
                  <a:cubicBezTo>
                    <a:pt x="9747" y="4818"/>
                    <a:pt x="9804" y="4847"/>
                    <a:pt x="9859" y="4847"/>
                  </a:cubicBezTo>
                  <a:cubicBezTo>
                    <a:pt x="9888" y="4847"/>
                    <a:pt x="9917" y="4839"/>
                    <a:pt x="9942" y="4823"/>
                  </a:cubicBezTo>
                  <a:cubicBezTo>
                    <a:pt x="10013" y="4787"/>
                    <a:pt x="10049" y="4680"/>
                    <a:pt x="10001" y="4609"/>
                  </a:cubicBezTo>
                  <a:lnTo>
                    <a:pt x="9418" y="3597"/>
                  </a:lnTo>
                  <a:cubicBezTo>
                    <a:pt x="9282" y="3348"/>
                    <a:pt x="9011" y="3202"/>
                    <a:pt x="8736" y="3202"/>
                  </a:cubicBezTo>
                  <a:cubicBezTo>
                    <a:pt x="8602" y="3202"/>
                    <a:pt x="8467" y="3237"/>
                    <a:pt x="8346" y="3311"/>
                  </a:cubicBezTo>
                  <a:lnTo>
                    <a:pt x="7144" y="4013"/>
                  </a:lnTo>
                  <a:lnTo>
                    <a:pt x="7846" y="2811"/>
                  </a:lnTo>
                  <a:cubicBezTo>
                    <a:pt x="7918" y="2692"/>
                    <a:pt x="7941" y="2549"/>
                    <a:pt x="7941" y="2418"/>
                  </a:cubicBezTo>
                  <a:cubicBezTo>
                    <a:pt x="7941" y="2132"/>
                    <a:pt x="7799" y="1870"/>
                    <a:pt x="7560" y="1739"/>
                  </a:cubicBezTo>
                  <a:lnTo>
                    <a:pt x="7203" y="1525"/>
                  </a:lnTo>
                  <a:cubicBezTo>
                    <a:pt x="7181" y="1510"/>
                    <a:pt x="7155" y="1503"/>
                    <a:pt x="7128" y="1503"/>
                  </a:cubicBezTo>
                  <a:cubicBezTo>
                    <a:pt x="7070" y="1503"/>
                    <a:pt x="7010" y="1535"/>
                    <a:pt x="6977" y="1584"/>
                  </a:cubicBezTo>
                  <a:cubicBezTo>
                    <a:pt x="6929" y="1656"/>
                    <a:pt x="6965" y="1763"/>
                    <a:pt x="7037" y="1811"/>
                  </a:cubicBezTo>
                  <a:lnTo>
                    <a:pt x="7394" y="2013"/>
                  </a:lnTo>
                  <a:cubicBezTo>
                    <a:pt x="7608" y="2132"/>
                    <a:pt x="7691" y="2418"/>
                    <a:pt x="7560" y="2644"/>
                  </a:cubicBezTo>
                  <a:lnTo>
                    <a:pt x="6572" y="4335"/>
                  </a:lnTo>
                  <a:lnTo>
                    <a:pt x="6251" y="4918"/>
                  </a:lnTo>
                  <a:lnTo>
                    <a:pt x="5882" y="5561"/>
                  </a:lnTo>
                  <a:lnTo>
                    <a:pt x="5358" y="6454"/>
                  </a:lnTo>
                  <a:cubicBezTo>
                    <a:pt x="5024" y="7002"/>
                    <a:pt x="4751" y="7490"/>
                    <a:pt x="4036" y="8752"/>
                  </a:cubicBezTo>
                  <a:cubicBezTo>
                    <a:pt x="3953" y="8871"/>
                    <a:pt x="3917" y="8966"/>
                    <a:pt x="3881" y="9014"/>
                  </a:cubicBezTo>
                  <a:cubicBezTo>
                    <a:pt x="3884" y="9010"/>
                    <a:pt x="3885" y="9007"/>
                    <a:pt x="3884" y="9007"/>
                  </a:cubicBezTo>
                  <a:lnTo>
                    <a:pt x="3884" y="9007"/>
                  </a:lnTo>
                  <a:cubicBezTo>
                    <a:pt x="3882" y="9007"/>
                    <a:pt x="3851" y="9059"/>
                    <a:pt x="3762" y="9216"/>
                  </a:cubicBezTo>
                  <a:lnTo>
                    <a:pt x="3762" y="8192"/>
                  </a:lnTo>
                  <a:cubicBezTo>
                    <a:pt x="4048" y="8145"/>
                    <a:pt x="4096" y="7895"/>
                    <a:pt x="4191" y="7740"/>
                  </a:cubicBezTo>
                  <a:cubicBezTo>
                    <a:pt x="4191" y="7728"/>
                    <a:pt x="4227" y="7692"/>
                    <a:pt x="4310" y="7538"/>
                  </a:cubicBezTo>
                  <a:cubicBezTo>
                    <a:pt x="4370" y="7430"/>
                    <a:pt x="4310" y="7311"/>
                    <a:pt x="4191" y="7288"/>
                  </a:cubicBezTo>
                  <a:cubicBezTo>
                    <a:pt x="4178" y="7282"/>
                    <a:pt x="4165" y="7280"/>
                    <a:pt x="4152" y="7280"/>
                  </a:cubicBezTo>
                  <a:cubicBezTo>
                    <a:pt x="4103" y="7280"/>
                    <a:pt x="4055" y="7312"/>
                    <a:pt x="4036" y="7359"/>
                  </a:cubicBezTo>
                  <a:cubicBezTo>
                    <a:pt x="4037" y="7358"/>
                    <a:pt x="4037" y="7357"/>
                    <a:pt x="4036" y="7357"/>
                  </a:cubicBezTo>
                  <a:cubicBezTo>
                    <a:pt x="4029" y="7357"/>
                    <a:pt x="3762" y="7824"/>
                    <a:pt x="3762" y="7835"/>
                  </a:cubicBezTo>
                  <a:lnTo>
                    <a:pt x="3762" y="6990"/>
                  </a:lnTo>
                  <a:lnTo>
                    <a:pt x="3917" y="7073"/>
                  </a:lnTo>
                  <a:cubicBezTo>
                    <a:pt x="3942" y="7090"/>
                    <a:pt x="3970" y="7098"/>
                    <a:pt x="3999" y="7098"/>
                  </a:cubicBezTo>
                  <a:cubicBezTo>
                    <a:pt x="4054" y="7098"/>
                    <a:pt x="4108" y="7068"/>
                    <a:pt x="4131" y="7014"/>
                  </a:cubicBezTo>
                  <a:cubicBezTo>
                    <a:pt x="4179" y="6942"/>
                    <a:pt x="4155" y="6835"/>
                    <a:pt x="4072" y="6799"/>
                  </a:cubicBezTo>
                  <a:lnTo>
                    <a:pt x="3762" y="6609"/>
                  </a:lnTo>
                  <a:lnTo>
                    <a:pt x="3762" y="6121"/>
                  </a:lnTo>
                  <a:cubicBezTo>
                    <a:pt x="3834" y="6156"/>
                    <a:pt x="3870" y="6204"/>
                    <a:pt x="3941" y="6204"/>
                  </a:cubicBezTo>
                  <a:cubicBezTo>
                    <a:pt x="4108" y="6204"/>
                    <a:pt x="4167" y="5978"/>
                    <a:pt x="4036" y="5883"/>
                  </a:cubicBezTo>
                  <a:cubicBezTo>
                    <a:pt x="3858" y="5775"/>
                    <a:pt x="3798" y="5752"/>
                    <a:pt x="3774" y="5740"/>
                  </a:cubicBezTo>
                  <a:lnTo>
                    <a:pt x="3774" y="5287"/>
                  </a:lnTo>
                  <a:cubicBezTo>
                    <a:pt x="4905" y="5942"/>
                    <a:pt x="4882" y="5942"/>
                    <a:pt x="5024" y="5942"/>
                  </a:cubicBezTo>
                  <a:cubicBezTo>
                    <a:pt x="5179" y="5942"/>
                    <a:pt x="5310" y="5871"/>
                    <a:pt x="5382" y="5740"/>
                  </a:cubicBezTo>
                  <a:cubicBezTo>
                    <a:pt x="5405" y="5704"/>
                    <a:pt x="5465" y="5621"/>
                    <a:pt x="5655" y="5275"/>
                  </a:cubicBezTo>
                  <a:cubicBezTo>
                    <a:pt x="5724" y="5161"/>
                    <a:pt x="5617" y="5025"/>
                    <a:pt x="5492" y="5025"/>
                  </a:cubicBezTo>
                  <a:cubicBezTo>
                    <a:pt x="5487" y="5025"/>
                    <a:pt x="5482" y="5025"/>
                    <a:pt x="5477" y="5025"/>
                  </a:cubicBezTo>
                  <a:cubicBezTo>
                    <a:pt x="5477" y="5025"/>
                    <a:pt x="5405" y="5037"/>
                    <a:pt x="5358" y="5097"/>
                  </a:cubicBezTo>
                  <a:lnTo>
                    <a:pt x="5084" y="5561"/>
                  </a:lnTo>
                  <a:cubicBezTo>
                    <a:pt x="5068" y="5584"/>
                    <a:pt x="5043" y="5603"/>
                    <a:pt x="5014" y="5603"/>
                  </a:cubicBezTo>
                  <a:cubicBezTo>
                    <a:pt x="4998" y="5603"/>
                    <a:pt x="4982" y="5597"/>
                    <a:pt x="4965" y="5585"/>
                  </a:cubicBezTo>
                  <a:cubicBezTo>
                    <a:pt x="3977" y="5013"/>
                    <a:pt x="3798" y="4906"/>
                    <a:pt x="3762" y="4883"/>
                  </a:cubicBezTo>
                  <a:lnTo>
                    <a:pt x="3762" y="4335"/>
                  </a:lnTo>
                  <a:cubicBezTo>
                    <a:pt x="3881" y="4156"/>
                    <a:pt x="3881" y="4073"/>
                    <a:pt x="3977" y="4073"/>
                  </a:cubicBezTo>
                  <a:cubicBezTo>
                    <a:pt x="3979" y="4073"/>
                    <a:pt x="3981" y="4073"/>
                    <a:pt x="3982" y="4073"/>
                  </a:cubicBezTo>
                  <a:cubicBezTo>
                    <a:pt x="4010" y="4073"/>
                    <a:pt x="4031" y="4094"/>
                    <a:pt x="5239" y="4787"/>
                  </a:cubicBezTo>
                  <a:cubicBezTo>
                    <a:pt x="5261" y="4798"/>
                    <a:pt x="5286" y="4804"/>
                    <a:pt x="5313" y="4804"/>
                  </a:cubicBezTo>
                  <a:cubicBezTo>
                    <a:pt x="5371" y="4804"/>
                    <a:pt x="5432" y="4777"/>
                    <a:pt x="5465" y="4728"/>
                  </a:cubicBezTo>
                  <a:cubicBezTo>
                    <a:pt x="5501" y="4644"/>
                    <a:pt x="5477" y="4549"/>
                    <a:pt x="5405" y="4502"/>
                  </a:cubicBezTo>
                  <a:lnTo>
                    <a:pt x="4179" y="3787"/>
                  </a:lnTo>
                  <a:cubicBezTo>
                    <a:pt x="4120" y="3751"/>
                    <a:pt x="4048" y="3728"/>
                    <a:pt x="3977" y="3728"/>
                  </a:cubicBezTo>
                  <a:cubicBezTo>
                    <a:pt x="3893" y="3728"/>
                    <a:pt x="3822" y="3740"/>
                    <a:pt x="3762" y="3787"/>
                  </a:cubicBezTo>
                  <a:lnTo>
                    <a:pt x="3762" y="2894"/>
                  </a:lnTo>
                  <a:lnTo>
                    <a:pt x="4834" y="1049"/>
                  </a:lnTo>
                  <a:cubicBezTo>
                    <a:pt x="4915" y="910"/>
                    <a:pt x="5075" y="822"/>
                    <a:pt x="5240" y="822"/>
                  </a:cubicBezTo>
                  <a:cubicBezTo>
                    <a:pt x="5316" y="822"/>
                    <a:pt x="5394" y="841"/>
                    <a:pt x="5465" y="882"/>
                  </a:cubicBezTo>
                  <a:lnTo>
                    <a:pt x="6477" y="1465"/>
                  </a:lnTo>
                  <a:cubicBezTo>
                    <a:pt x="6499" y="1480"/>
                    <a:pt x="6525" y="1487"/>
                    <a:pt x="6552" y="1487"/>
                  </a:cubicBezTo>
                  <a:cubicBezTo>
                    <a:pt x="6609" y="1487"/>
                    <a:pt x="6667" y="1455"/>
                    <a:pt x="6691" y="1406"/>
                  </a:cubicBezTo>
                  <a:cubicBezTo>
                    <a:pt x="6739" y="1334"/>
                    <a:pt x="6715" y="1227"/>
                    <a:pt x="6632" y="1180"/>
                  </a:cubicBezTo>
                  <a:lnTo>
                    <a:pt x="5620" y="608"/>
                  </a:lnTo>
                  <a:cubicBezTo>
                    <a:pt x="5496" y="536"/>
                    <a:pt x="5359" y="502"/>
                    <a:pt x="5223" y="502"/>
                  </a:cubicBezTo>
                  <a:cubicBezTo>
                    <a:pt x="4954" y="502"/>
                    <a:pt x="4691" y="637"/>
                    <a:pt x="4548" y="882"/>
                  </a:cubicBezTo>
                  <a:lnTo>
                    <a:pt x="3774" y="2239"/>
                  </a:lnTo>
                  <a:lnTo>
                    <a:pt x="3774" y="799"/>
                  </a:lnTo>
                  <a:cubicBezTo>
                    <a:pt x="3774" y="370"/>
                    <a:pt x="3417" y="13"/>
                    <a:pt x="2988" y="13"/>
                  </a:cubicBezTo>
                  <a:lnTo>
                    <a:pt x="2572" y="13"/>
                  </a:lnTo>
                  <a:cubicBezTo>
                    <a:pt x="2488" y="13"/>
                    <a:pt x="2405" y="84"/>
                    <a:pt x="2405" y="168"/>
                  </a:cubicBezTo>
                  <a:cubicBezTo>
                    <a:pt x="2405" y="263"/>
                    <a:pt x="2488" y="334"/>
                    <a:pt x="2572" y="334"/>
                  </a:cubicBezTo>
                  <a:lnTo>
                    <a:pt x="2988" y="334"/>
                  </a:lnTo>
                  <a:cubicBezTo>
                    <a:pt x="3239" y="334"/>
                    <a:pt x="3453" y="549"/>
                    <a:pt x="3453" y="799"/>
                  </a:cubicBezTo>
                  <a:lnTo>
                    <a:pt x="3453" y="2823"/>
                  </a:lnTo>
                  <a:lnTo>
                    <a:pt x="3453" y="3489"/>
                  </a:lnTo>
                  <a:lnTo>
                    <a:pt x="3453" y="4216"/>
                  </a:lnTo>
                  <a:cubicBezTo>
                    <a:pt x="3453" y="8966"/>
                    <a:pt x="3477" y="9574"/>
                    <a:pt x="3417" y="9847"/>
                  </a:cubicBezTo>
                  <a:cubicBezTo>
                    <a:pt x="3381" y="10026"/>
                    <a:pt x="3298" y="10205"/>
                    <a:pt x="3203" y="10336"/>
                  </a:cubicBezTo>
                  <a:cubicBezTo>
                    <a:pt x="3167" y="10371"/>
                    <a:pt x="3143" y="10407"/>
                    <a:pt x="3108" y="10455"/>
                  </a:cubicBezTo>
                  <a:cubicBezTo>
                    <a:pt x="2858" y="10717"/>
                    <a:pt x="2512" y="10871"/>
                    <a:pt x="2143" y="10871"/>
                  </a:cubicBezTo>
                  <a:lnTo>
                    <a:pt x="1655" y="10871"/>
                  </a:lnTo>
                  <a:cubicBezTo>
                    <a:pt x="917" y="10871"/>
                    <a:pt x="321" y="10276"/>
                    <a:pt x="321" y="9550"/>
                  </a:cubicBezTo>
                  <a:lnTo>
                    <a:pt x="321" y="799"/>
                  </a:lnTo>
                  <a:cubicBezTo>
                    <a:pt x="321" y="549"/>
                    <a:pt x="536" y="334"/>
                    <a:pt x="786" y="334"/>
                  </a:cubicBezTo>
                  <a:lnTo>
                    <a:pt x="1953" y="334"/>
                  </a:lnTo>
                  <a:cubicBezTo>
                    <a:pt x="2036" y="334"/>
                    <a:pt x="2107" y="263"/>
                    <a:pt x="2107" y="168"/>
                  </a:cubicBezTo>
                  <a:cubicBezTo>
                    <a:pt x="2107" y="84"/>
                    <a:pt x="2036" y="1"/>
                    <a:pt x="1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1605630" y="4063935"/>
              <a:ext cx="46976" cy="76523"/>
            </a:xfrm>
            <a:custGeom>
              <a:rect b="b" l="l" r="r" t="t"/>
              <a:pathLst>
                <a:path extrusionOk="0" h="2406" w="1477">
                  <a:moveTo>
                    <a:pt x="417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2001"/>
                  </a:lnTo>
                  <a:cubicBezTo>
                    <a:pt x="0" y="2239"/>
                    <a:pt x="191" y="2405"/>
                    <a:pt x="417" y="2405"/>
                  </a:cubicBezTo>
                  <a:lnTo>
                    <a:pt x="953" y="2405"/>
                  </a:lnTo>
                  <a:cubicBezTo>
                    <a:pt x="1036" y="2405"/>
                    <a:pt x="1119" y="2334"/>
                    <a:pt x="1119" y="2251"/>
                  </a:cubicBezTo>
                  <a:cubicBezTo>
                    <a:pt x="1119" y="2155"/>
                    <a:pt x="1036" y="2084"/>
                    <a:pt x="953" y="2084"/>
                  </a:cubicBezTo>
                  <a:lnTo>
                    <a:pt x="417" y="2084"/>
                  </a:lnTo>
                  <a:cubicBezTo>
                    <a:pt x="369" y="2084"/>
                    <a:pt x="322" y="2036"/>
                    <a:pt x="322" y="1989"/>
                  </a:cubicBezTo>
                  <a:lnTo>
                    <a:pt x="322" y="417"/>
                  </a:lnTo>
                  <a:cubicBezTo>
                    <a:pt x="322" y="369"/>
                    <a:pt x="369" y="322"/>
                    <a:pt x="417" y="322"/>
                  </a:cubicBezTo>
                  <a:lnTo>
                    <a:pt x="1060" y="322"/>
                  </a:lnTo>
                  <a:cubicBezTo>
                    <a:pt x="1096" y="322"/>
                    <a:pt x="1143" y="369"/>
                    <a:pt x="1143" y="417"/>
                  </a:cubicBezTo>
                  <a:lnTo>
                    <a:pt x="1143" y="1834"/>
                  </a:lnTo>
                  <a:cubicBezTo>
                    <a:pt x="1143" y="1917"/>
                    <a:pt x="1215" y="1989"/>
                    <a:pt x="1310" y="1989"/>
                  </a:cubicBezTo>
                  <a:cubicBezTo>
                    <a:pt x="1393" y="1989"/>
                    <a:pt x="1477" y="1917"/>
                    <a:pt x="1477" y="1834"/>
                  </a:cubicBezTo>
                  <a:lnTo>
                    <a:pt x="1477" y="417"/>
                  </a:lnTo>
                  <a:cubicBezTo>
                    <a:pt x="1477" y="179"/>
                    <a:pt x="1274" y="0"/>
                    <a:pt x="10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1582158" y="4065462"/>
              <a:ext cx="10623" cy="45449"/>
            </a:xfrm>
            <a:custGeom>
              <a:rect b="b" l="l" r="r" t="t"/>
              <a:pathLst>
                <a:path extrusionOk="0" h="1429" w="334">
                  <a:moveTo>
                    <a:pt x="167" y="0"/>
                  </a:moveTo>
                  <a:cubicBezTo>
                    <a:pt x="83" y="0"/>
                    <a:pt x="0" y="71"/>
                    <a:pt x="0" y="167"/>
                  </a:cubicBezTo>
                  <a:lnTo>
                    <a:pt x="0" y="1262"/>
                  </a:lnTo>
                  <a:cubicBezTo>
                    <a:pt x="0" y="1357"/>
                    <a:pt x="83" y="1429"/>
                    <a:pt x="167" y="1429"/>
                  </a:cubicBezTo>
                  <a:cubicBezTo>
                    <a:pt x="262" y="1429"/>
                    <a:pt x="333" y="1357"/>
                    <a:pt x="333" y="1262"/>
                  </a:cubicBezTo>
                  <a:lnTo>
                    <a:pt x="333" y="167"/>
                  </a:lnTo>
                  <a:cubicBezTo>
                    <a:pt x="333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1582158" y="4121884"/>
              <a:ext cx="10623" cy="17429"/>
            </a:xfrm>
            <a:custGeom>
              <a:rect b="b" l="l" r="r" t="t"/>
              <a:pathLst>
                <a:path extrusionOk="0" h="548" w="334">
                  <a:moveTo>
                    <a:pt x="167" y="0"/>
                  </a:moveTo>
                  <a:cubicBezTo>
                    <a:pt x="83" y="0"/>
                    <a:pt x="0" y="71"/>
                    <a:pt x="0" y="155"/>
                  </a:cubicBezTo>
                  <a:lnTo>
                    <a:pt x="0" y="381"/>
                  </a:lnTo>
                  <a:cubicBezTo>
                    <a:pt x="0" y="476"/>
                    <a:pt x="83" y="548"/>
                    <a:pt x="167" y="548"/>
                  </a:cubicBezTo>
                  <a:cubicBezTo>
                    <a:pt x="262" y="548"/>
                    <a:pt x="333" y="476"/>
                    <a:pt x="333" y="381"/>
                  </a:cubicBezTo>
                  <a:lnTo>
                    <a:pt x="333" y="155"/>
                  </a:lnTo>
                  <a:cubicBezTo>
                    <a:pt x="333" y="71"/>
                    <a:pt x="262" y="0"/>
                    <a:pt x="1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1497684" y="4121884"/>
              <a:ext cx="10273" cy="17429"/>
            </a:xfrm>
            <a:custGeom>
              <a:rect b="b" l="l" r="r" t="t"/>
              <a:pathLst>
                <a:path extrusionOk="0" h="548" w="323">
                  <a:moveTo>
                    <a:pt x="168" y="0"/>
                  </a:moveTo>
                  <a:cubicBezTo>
                    <a:pt x="72" y="0"/>
                    <a:pt x="1" y="71"/>
                    <a:pt x="1" y="155"/>
                  </a:cubicBezTo>
                  <a:lnTo>
                    <a:pt x="1" y="381"/>
                  </a:lnTo>
                  <a:cubicBezTo>
                    <a:pt x="1" y="476"/>
                    <a:pt x="72" y="548"/>
                    <a:pt x="168" y="548"/>
                  </a:cubicBezTo>
                  <a:cubicBezTo>
                    <a:pt x="251" y="548"/>
                    <a:pt x="322" y="476"/>
                    <a:pt x="322" y="381"/>
                  </a:cubicBezTo>
                  <a:lnTo>
                    <a:pt x="322" y="155"/>
                  </a:lnTo>
                  <a:cubicBezTo>
                    <a:pt x="322" y="71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1360604" y="4091574"/>
              <a:ext cx="43986" cy="43573"/>
            </a:xfrm>
            <a:custGeom>
              <a:rect b="b" l="l" r="r" t="t"/>
              <a:pathLst>
                <a:path extrusionOk="0" h="1370" w="1383">
                  <a:moveTo>
                    <a:pt x="691" y="322"/>
                  </a:moveTo>
                  <a:cubicBezTo>
                    <a:pt x="882" y="322"/>
                    <a:pt x="1049" y="489"/>
                    <a:pt x="1049" y="679"/>
                  </a:cubicBezTo>
                  <a:cubicBezTo>
                    <a:pt x="1049" y="870"/>
                    <a:pt x="882" y="1036"/>
                    <a:pt x="691" y="1036"/>
                  </a:cubicBezTo>
                  <a:cubicBezTo>
                    <a:pt x="501" y="1036"/>
                    <a:pt x="334" y="870"/>
                    <a:pt x="334" y="679"/>
                  </a:cubicBezTo>
                  <a:cubicBezTo>
                    <a:pt x="334" y="489"/>
                    <a:pt x="501" y="322"/>
                    <a:pt x="691" y="322"/>
                  </a:cubicBezTo>
                  <a:close/>
                  <a:moveTo>
                    <a:pt x="691" y="1"/>
                  </a:moveTo>
                  <a:cubicBezTo>
                    <a:pt x="322" y="1"/>
                    <a:pt x="1" y="310"/>
                    <a:pt x="1" y="679"/>
                  </a:cubicBezTo>
                  <a:cubicBezTo>
                    <a:pt x="1" y="1048"/>
                    <a:pt x="322" y="1370"/>
                    <a:pt x="691" y="1370"/>
                  </a:cubicBezTo>
                  <a:cubicBezTo>
                    <a:pt x="1061" y="1370"/>
                    <a:pt x="1382" y="1048"/>
                    <a:pt x="1382" y="679"/>
                  </a:cubicBezTo>
                  <a:cubicBezTo>
                    <a:pt x="1382" y="310"/>
                    <a:pt x="1061" y="1"/>
                    <a:pt x="6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1344320" y="3832172"/>
              <a:ext cx="76523" cy="46626"/>
            </a:xfrm>
            <a:custGeom>
              <a:rect b="b" l="l" r="r" t="t"/>
              <a:pathLst>
                <a:path extrusionOk="0" h="1466" w="2406">
                  <a:moveTo>
                    <a:pt x="418" y="1"/>
                  </a:moveTo>
                  <a:cubicBezTo>
                    <a:pt x="180" y="1"/>
                    <a:pt x="1" y="191"/>
                    <a:pt x="1" y="417"/>
                  </a:cubicBezTo>
                  <a:lnTo>
                    <a:pt x="1" y="1049"/>
                  </a:lnTo>
                  <a:cubicBezTo>
                    <a:pt x="1" y="1287"/>
                    <a:pt x="191" y="1465"/>
                    <a:pt x="418" y="1465"/>
                  </a:cubicBezTo>
                  <a:lnTo>
                    <a:pt x="1989" y="1465"/>
                  </a:lnTo>
                  <a:cubicBezTo>
                    <a:pt x="2227" y="1465"/>
                    <a:pt x="2406" y="1275"/>
                    <a:pt x="2406" y="1049"/>
                  </a:cubicBezTo>
                  <a:lnTo>
                    <a:pt x="2406" y="513"/>
                  </a:lnTo>
                  <a:cubicBezTo>
                    <a:pt x="2406" y="429"/>
                    <a:pt x="2335" y="358"/>
                    <a:pt x="2251" y="358"/>
                  </a:cubicBezTo>
                  <a:cubicBezTo>
                    <a:pt x="2156" y="358"/>
                    <a:pt x="2085" y="429"/>
                    <a:pt x="2085" y="513"/>
                  </a:cubicBezTo>
                  <a:lnTo>
                    <a:pt x="2085" y="1049"/>
                  </a:lnTo>
                  <a:cubicBezTo>
                    <a:pt x="2085" y="1096"/>
                    <a:pt x="2037" y="1144"/>
                    <a:pt x="1989" y="1144"/>
                  </a:cubicBezTo>
                  <a:lnTo>
                    <a:pt x="418" y="1144"/>
                  </a:lnTo>
                  <a:cubicBezTo>
                    <a:pt x="370" y="1144"/>
                    <a:pt x="322" y="1096"/>
                    <a:pt x="322" y="1049"/>
                  </a:cubicBezTo>
                  <a:lnTo>
                    <a:pt x="322" y="417"/>
                  </a:lnTo>
                  <a:cubicBezTo>
                    <a:pt x="322" y="370"/>
                    <a:pt x="370" y="322"/>
                    <a:pt x="418" y="322"/>
                  </a:cubicBezTo>
                  <a:lnTo>
                    <a:pt x="1823" y="322"/>
                  </a:lnTo>
                  <a:cubicBezTo>
                    <a:pt x="1918" y="322"/>
                    <a:pt x="1989" y="251"/>
                    <a:pt x="1989" y="156"/>
                  </a:cubicBezTo>
                  <a:cubicBezTo>
                    <a:pt x="1989" y="72"/>
                    <a:pt x="1918" y="1"/>
                    <a:pt x="18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1401887" y="3891648"/>
              <a:ext cx="17843" cy="10623"/>
            </a:xfrm>
            <a:custGeom>
              <a:rect b="b" l="l" r="r" t="t"/>
              <a:pathLst>
                <a:path extrusionOk="0" h="334" w="561">
                  <a:moveTo>
                    <a:pt x="167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7" y="333"/>
                  </a:cubicBezTo>
                  <a:lnTo>
                    <a:pt x="394" y="333"/>
                  </a:lnTo>
                  <a:cubicBezTo>
                    <a:pt x="477" y="333"/>
                    <a:pt x="560" y="250"/>
                    <a:pt x="560" y="167"/>
                  </a:cubicBezTo>
                  <a:cubicBezTo>
                    <a:pt x="560" y="71"/>
                    <a:pt x="477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2" name="Google Shape;1632;p34"/>
            <p:cNvSpPr/>
            <p:nvPr/>
          </p:nvSpPr>
          <p:spPr>
            <a:xfrm>
              <a:off x="1345465" y="3891648"/>
              <a:ext cx="45863" cy="10623"/>
            </a:xfrm>
            <a:custGeom>
              <a:rect b="b" l="l" r="r" t="t"/>
              <a:pathLst>
                <a:path extrusionOk="0" h="334" w="1442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50"/>
                    <a:pt x="84" y="333"/>
                    <a:pt x="167" y="333"/>
                  </a:cubicBezTo>
                  <a:lnTo>
                    <a:pt x="1275" y="333"/>
                  </a:lnTo>
                  <a:cubicBezTo>
                    <a:pt x="1358" y="333"/>
                    <a:pt x="1441" y="250"/>
                    <a:pt x="1441" y="167"/>
                  </a:cubicBezTo>
                  <a:cubicBezTo>
                    <a:pt x="1441" y="71"/>
                    <a:pt x="1358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3" name="Google Shape;1633;p34"/>
            <p:cNvSpPr/>
            <p:nvPr/>
          </p:nvSpPr>
          <p:spPr>
            <a:xfrm>
              <a:off x="1343588" y="3917378"/>
              <a:ext cx="77254" cy="46626"/>
            </a:xfrm>
            <a:custGeom>
              <a:rect b="b" l="l" r="r" t="t"/>
              <a:pathLst>
                <a:path extrusionOk="0" h="1466" w="2429">
                  <a:moveTo>
                    <a:pt x="417" y="1"/>
                  </a:moveTo>
                  <a:cubicBezTo>
                    <a:pt x="179" y="1"/>
                    <a:pt x="0" y="191"/>
                    <a:pt x="0" y="417"/>
                  </a:cubicBezTo>
                  <a:lnTo>
                    <a:pt x="0" y="1048"/>
                  </a:lnTo>
                  <a:cubicBezTo>
                    <a:pt x="0" y="1287"/>
                    <a:pt x="203" y="1465"/>
                    <a:pt x="417" y="1465"/>
                  </a:cubicBezTo>
                  <a:lnTo>
                    <a:pt x="2000" y="1465"/>
                  </a:lnTo>
                  <a:cubicBezTo>
                    <a:pt x="2239" y="1465"/>
                    <a:pt x="2417" y="1275"/>
                    <a:pt x="2417" y="1048"/>
                  </a:cubicBezTo>
                  <a:lnTo>
                    <a:pt x="2417" y="513"/>
                  </a:lnTo>
                  <a:cubicBezTo>
                    <a:pt x="2429" y="417"/>
                    <a:pt x="2358" y="334"/>
                    <a:pt x="2274" y="334"/>
                  </a:cubicBezTo>
                  <a:cubicBezTo>
                    <a:pt x="2250" y="334"/>
                    <a:pt x="2239" y="334"/>
                    <a:pt x="2215" y="358"/>
                  </a:cubicBezTo>
                  <a:cubicBezTo>
                    <a:pt x="2155" y="370"/>
                    <a:pt x="2096" y="441"/>
                    <a:pt x="2096" y="513"/>
                  </a:cubicBezTo>
                  <a:lnTo>
                    <a:pt x="2096" y="1048"/>
                  </a:lnTo>
                  <a:cubicBezTo>
                    <a:pt x="2096" y="1096"/>
                    <a:pt x="2048" y="1144"/>
                    <a:pt x="2000" y="1144"/>
                  </a:cubicBezTo>
                  <a:lnTo>
                    <a:pt x="417" y="1144"/>
                  </a:lnTo>
                  <a:cubicBezTo>
                    <a:pt x="381" y="1144"/>
                    <a:pt x="334" y="1096"/>
                    <a:pt x="334" y="1048"/>
                  </a:cubicBezTo>
                  <a:lnTo>
                    <a:pt x="334" y="417"/>
                  </a:lnTo>
                  <a:cubicBezTo>
                    <a:pt x="334" y="370"/>
                    <a:pt x="381" y="322"/>
                    <a:pt x="417" y="322"/>
                  </a:cubicBezTo>
                  <a:lnTo>
                    <a:pt x="1834" y="322"/>
                  </a:lnTo>
                  <a:cubicBezTo>
                    <a:pt x="1929" y="322"/>
                    <a:pt x="2000" y="251"/>
                    <a:pt x="2000" y="155"/>
                  </a:cubicBezTo>
                  <a:cubicBezTo>
                    <a:pt x="2000" y="72"/>
                    <a:pt x="1929" y="1"/>
                    <a:pt x="1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1401887" y="3976471"/>
              <a:ext cx="17843" cy="10241"/>
            </a:xfrm>
            <a:custGeom>
              <a:rect b="b" l="l" r="r" t="t"/>
              <a:pathLst>
                <a:path extrusionOk="0" h="322" w="561">
                  <a:moveTo>
                    <a:pt x="167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394" y="322"/>
                  </a:lnTo>
                  <a:cubicBezTo>
                    <a:pt x="477" y="322"/>
                    <a:pt x="560" y="250"/>
                    <a:pt x="560" y="167"/>
                  </a:cubicBezTo>
                  <a:cubicBezTo>
                    <a:pt x="560" y="71"/>
                    <a:pt x="477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1345465" y="3976471"/>
              <a:ext cx="45863" cy="10241"/>
            </a:xfrm>
            <a:custGeom>
              <a:rect b="b" l="l" r="r" t="t"/>
              <a:pathLst>
                <a:path extrusionOk="0" h="322" w="1442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1275" y="322"/>
                  </a:lnTo>
                  <a:cubicBezTo>
                    <a:pt x="1358" y="322"/>
                    <a:pt x="1441" y="250"/>
                    <a:pt x="1441" y="167"/>
                  </a:cubicBezTo>
                  <a:cubicBezTo>
                    <a:pt x="1441" y="71"/>
                    <a:pt x="1382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1343588" y="4001057"/>
              <a:ext cx="77636" cy="46626"/>
            </a:xfrm>
            <a:custGeom>
              <a:rect b="b" l="l" r="r" t="t"/>
              <a:pathLst>
                <a:path extrusionOk="0" h="1466" w="2441">
                  <a:moveTo>
                    <a:pt x="417" y="1"/>
                  </a:moveTo>
                  <a:cubicBezTo>
                    <a:pt x="179" y="1"/>
                    <a:pt x="0" y="191"/>
                    <a:pt x="0" y="418"/>
                  </a:cubicBezTo>
                  <a:lnTo>
                    <a:pt x="0" y="1049"/>
                  </a:lnTo>
                  <a:cubicBezTo>
                    <a:pt x="0" y="1156"/>
                    <a:pt x="48" y="1263"/>
                    <a:pt x="107" y="1334"/>
                  </a:cubicBezTo>
                  <a:cubicBezTo>
                    <a:pt x="179" y="1430"/>
                    <a:pt x="298" y="1465"/>
                    <a:pt x="417" y="1465"/>
                  </a:cubicBezTo>
                  <a:lnTo>
                    <a:pt x="2000" y="1465"/>
                  </a:lnTo>
                  <a:cubicBezTo>
                    <a:pt x="2131" y="1465"/>
                    <a:pt x="2239" y="1406"/>
                    <a:pt x="2310" y="1323"/>
                  </a:cubicBezTo>
                  <a:cubicBezTo>
                    <a:pt x="2310" y="1323"/>
                    <a:pt x="2417" y="1203"/>
                    <a:pt x="2417" y="1049"/>
                  </a:cubicBezTo>
                  <a:cubicBezTo>
                    <a:pt x="2417" y="525"/>
                    <a:pt x="2441" y="489"/>
                    <a:pt x="2405" y="430"/>
                  </a:cubicBezTo>
                  <a:cubicBezTo>
                    <a:pt x="2370" y="381"/>
                    <a:pt x="2317" y="358"/>
                    <a:pt x="2266" y="358"/>
                  </a:cubicBezTo>
                  <a:cubicBezTo>
                    <a:pt x="2179" y="358"/>
                    <a:pt x="2096" y="421"/>
                    <a:pt x="2096" y="525"/>
                  </a:cubicBezTo>
                  <a:lnTo>
                    <a:pt x="2096" y="1061"/>
                  </a:lnTo>
                  <a:cubicBezTo>
                    <a:pt x="2096" y="1096"/>
                    <a:pt x="2048" y="1144"/>
                    <a:pt x="2000" y="1144"/>
                  </a:cubicBezTo>
                  <a:lnTo>
                    <a:pt x="417" y="1144"/>
                  </a:lnTo>
                  <a:cubicBezTo>
                    <a:pt x="381" y="1144"/>
                    <a:pt x="334" y="1096"/>
                    <a:pt x="334" y="1061"/>
                  </a:cubicBezTo>
                  <a:lnTo>
                    <a:pt x="334" y="418"/>
                  </a:lnTo>
                  <a:cubicBezTo>
                    <a:pt x="334" y="370"/>
                    <a:pt x="381" y="322"/>
                    <a:pt x="417" y="322"/>
                  </a:cubicBezTo>
                  <a:lnTo>
                    <a:pt x="1834" y="322"/>
                  </a:lnTo>
                  <a:cubicBezTo>
                    <a:pt x="1893" y="322"/>
                    <a:pt x="1965" y="287"/>
                    <a:pt x="1988" y="227"/>
                  </a:cubicBezTo>
                  <a:cubicBezTo>
                    <a:pt x="2024" y="120"/>
                    <a:pt x="1941" y="1"/>
                    <a:pt x="18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1344702" y="4060150"/>
              <a:ext cx="46626" cy="10623"/>
            </a:xfrm>
            <a:custGeom>
              <a:rect b="b" l="l" r="r" t="t"/>
              <a:pathLst>
                <a:path extrusionOk="0" h="334" w="1466">
                  <a:moveTo>
                    <a:pt x="168" y="0"/>
                  </a:moveTo>
                  <a:cubicBezTo>
                    <a:pt x="108" y="12"/>
                    <a:pt x="60" y="48"/>
                    <a:pt x="48" y="96"/>
                  </a:cubicBezTo>
                  <a:cubicBezTo>
                    <a:pt x="1" y="191"/>
                    <a:pt x="72" y="334"/>
                    <a:pt x="191" y="334"/>
                  </a:cubicBezTo>
                  <a:lnTo>
                    <a:pt x="1299" y="334"/>
                  </a:lnTo>
                  <a:cubicBezTo>
                    <a:pt x="1382" y="334"/>
                    <a:pt x="1453" y="250"/>
                    <a:pt x="1453" y="167"/>
                  </a:cubicBezTo>
                  <a:cubicBezTo>
                    <a:pt x="1465" y="72"/>
                    <a:pt x="1382" y="0"/>
                    <a:pt x="1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1401887" y="4060150"/>
              <a:ext cx="17843" cy="10623"/>
            </a:xfrm>
            <a:custGeom>
              <a:rect b="b" l="l" r="r" t="t"/>
              <a:pathLst>
                <a:path extrusionOk="0" h="334" w="561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394" y="334"/>
                  </a:lnTo>
                  <a:cubicBezTo>
                    <a:pt x="477" y="334"/>
                    <a:pt x="560" y="250"/>
                    <a:pt x="560" y="167"/>
                  </a:cubicBezTo>
                  <a:cubicBezTo>
                    <a:pt x="560" y="72"/>
                    <a:pt x="477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1563584" y="3936365"/>
              <a:ext cx="67077" cy="80276"/>
            </a:xfrm>
            <a:custGeom>
              <a:rect b="b" l="l" r="r" t="t"/>
              <a:pathLst>
                <a:path extrusionOk="0" h="2524" w="2109">
                  <a:moveTo>
                    <a:pt x="986" y="0"/>
                  </a:moveTo>
                  <a:cubicBezTo>
                    <a:pt x="915" y="0"/>
                    <a:pt x="842" y="19"/>
                    <a:pt x="775" y="59"/>
                  </a:cubicBezTo>
                  <a:lnTo>
                    <a:pt x="203" y="380"/>
                  </a:lnTo>
                  <a:cubicBezTo>
                    <a:pt x="72" y="451"/>
                    <a:pt x="1" y="594"/>
                    <a:pt x="1" y="737"/>
                  </a:cubicBezTo>
                  <a:cubicBezTo>
                    <a:pt x="1" y="928"/>
                    <a:pt x="60" y="916"/>
                    <a:pt x="846" y="2321"/>
                  </a:cubicBezTo>
                  <a:cubicBezTo>
                    <a:pt x="917" y="2452"/>
                    <a:pt x="1048" y="2523"/>
                    <a:pt x="1203" y="2523"/>
                  </a:cubicBezTo>
                  <a:cubicBezTo>
                    <a:pt x="1382" y="2523"/>
                    <a:pt x="1453" y="2416"/>
                    <a:pt x="1882" y="2190"/>
                  </a:cubicBezTo>
                  <a:cubicBezTo>
                    <a:pt x="1965" y="2154"/>
                    <a:pt x="1989" y="2047"/>
                    <a:pt x="1941" y="1975"/>
                  </a:cubicBezTo>
                  <a:cubicBezTo>
                    <a:pt x="1918" y="1921"/>
                    <a:pt x="1864" y="1892"/>
                    <a:pt x="1809" y="1892"/>
                  </a:cubicBezTo>
                  <a:cubicBezTo>
                    <a:pt x="1780" y="1892"/>
                    <a:pt x="1752" y="1900"/>
                    <a:pt x="1727" y="1916"/>
                  </a:cubicBezTo>
                  <a:cubicBezTo>
                    <a:pt x="1227" y="2190"/>
                    <a:pt x="1251" y="2190"/>
                    <a:pt x="1215" y="2190"/>
                  </a:cubicBezTo>
                  <a:cubicBezTo>
                    <a:pt x="1132" y="2190"/>
                    <a:pt x="1167" y="2178"/>
                    <a:pt x="358" y="785"/>
                  </a:cubicBezTo>
                  <a:cubicBezTo>
                    <a:pt x="322" y="737"/>
                    <a:pt x="334" y="690"/>
                    <a:pt x="382" y="666"/>
                  </a:cubicBezTo>
                  <a:lnTo>
                    <a:pt x="953" y="332"/>
                  </a:lnTo>
                  <a:cubicBezTo>
                    <a:pt x="965" y="324"/>
                    <a:pt x="978" y="320"/>
                    <a:pt x="992" y="320"/>
                  </a:cubicBezTo>
                  <a:cubicBezTo>
                    <a:pt x="1019" y="320"/>
                    <a:pt x="1048" y="336"/>
                    <a:pt x="1072" y="368"/>
                  </a:cubicBezTo>
                  <a:lnTo>
                    <a:pt x="1787" y="1583"/>
                  </a:lnTo>
                  <a:cubicBezTo>
                    <a:pt x="1810" y="1637"/>
                    <a:pt x="1864" y="1666"/>
                    <a:pt x="1919" y="1666"/>
                  </a:cubicBezTo>
                  <a:cubicBezTo>
                    <a:pt x="1948" y="1666"/>
                    <a:pt x="1976" y="1658"/>
                    <a:pt x="2001" y="1642"/>
                  </a:cubicBezTo>
                  <a:cubicBezTo>
                    <a:pt x="2084" y="1606"/>
                    <a:pt x="2108" y="1499"/>
                    <a:pt x="2060" y="1428"/>
                  </a:cubicBezTo>
                  <a:lnTo>
                    <a:pt x="1346" y="201"/>
                  </a:lnTo>
                  <a:cubicBezTo>
                    <a:pt x="1267" y="74"/>
                    <a:pt x="1129" y="0"/>
                    <a:pt x="9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1569658" y="4013174"/>
              <a:ext cx="15553" cy="16698"/>
            </a:xfrm>
            <a:custGeom>
              <a:rect b="b" l="l" r="r" t="t"/>
              <a:pathLst>
                <a:path extrusionOk="0" h="525" w="489">
                  <a:moveTo>
                    <a:pt x="189" y="0"/>
                  </a:moveTo>
                  <a:cubicBezTo>
                    <a:pt x="161" y="0"/>
                    <a:pt x="132" y="8"/>
                    <a:pt x="107" y="25"/>
                  </a:cubicBezTo>
                  <a:cubicBezTo>
                    <a:pt x="24" y="60"/>
                    <a:pt x="0" y="168"/>
                    <a:pt x="48" y="239"/>
                  </a:cubicBezTo>
                  <a:lnTo>
                    <a:pt x="143" y="441"/>
                  </a:lnTo>
                  <a:cubicBezTo>
                    <a:pt x="179" y="501"/>
                    <a:pt x="238" y="525"/>
                    <a:pt x="298" y="525"/>
                  </a:cubicBezTo>
                  <a:cubicBezTo>
                    <a:pt x="417" y="513"/>
                    <a:pt x="488" y="382"/>
                    <a:pt x="429" y="275"/>
                  </a:cubicBezTo>
                  <a:lnTo>
                    <a:pt x="322" y="84"/>
                  </a:lnTo>
                  <a:cubicBezTo>
                    <a:pt x="298" y="30"/>
                    <a:pt x="244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1541256" y="3964417"/>
              <a:ext cx="29165" cy="40615"/>
            </a:xfrm>
            <a:custGeom>
              <a:rect b="b" l="l" r="r" t="t"/>
              <a:pathLst>
                <a:path extrusionOk="0" h="1277" w="917">
                  <a:moveTo>
                    <a:pt x="182" y="0"/>
                  </a:moveTo>
                  <a:cubicBezTo>
                    <a:pt x="156" y="0"/>
                    <a:pt x="130" y="7"/>
                    <a:pt x="107" y="22"/>
                  </a:cubicBezTo>
                  <a:cubicBezTo>
                    <a:pt x="24" y="69"/>
                    <a:pt x="0" y="165"/>
                    <a:pt x="48" y="248"/>
                  </a:cubicBezTo>
                  <a:lnTo>
                    <a:pt x="596" y="1201"/>
                  </a:lnTo>
                  <a:cubicBezTo>
                    <a:pt x="628" y="1250"/>
                    <a:pt x="684" y="1277"/>
                    <a:pt x="743" y="1277"/>
                  </a:cubicBezTo>
                  <a:cubicBezTo>
                    <a:pt x="769" y="1277"/>
                    <a:pt x="796" y="1271"/>
                    <a:pt x="822" y="1260"/>
                  </a:cubicBezTo>
                  <a:cubicBezTo>
                    <a:pt x="893" y="1212"/>
                    <a:pt x="917" y="1105"/>
                    <a:pt x="881" y="1034"/>
                  </a:cubicBezTo>
                  <a:lnTo>
                    <a:pt x="322" y="81"/>
                  </a:lnTo>
                  <a:cubicBezTo>
                    <a:pt x="297" y="32"/>
                    <a:pt x="239" y="0"/>
                    <a:pt x="1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1496189" y="4055284"/>
              <a:ext cx="15171" cy="16634"/>
            </a:xfrm>
            <a:custGeom>
              <a:rect b="b" l="l" r="r" t="t"/>
              <a:pathLst>
                <a:path extrusionOk="0" h="523" w="477">
                  <a:moveTo>
                    <a:pt x="182" y="1"/>
                  </a:moveTo>
                  <a:cubicBezTo>
                    <a:pt x="156" y="1"/>
                    <a:pt x="130" y="7"/>
                    <a:pt x="108" y="22"/>
                  </a:cubicBezTo>
                  <a:cubicBezTo>
                    <a:pt x="36" y="70"/>
                    <a:pt x="0" y="165"/>
                    <a:pt x="48" y="249"/>
                  </a:cubicBezTo>
                  <a:cubicBezTo>
                    <a:pt x="48" y="249"/>
                    <a:pt x="155" y="427"/>
                    <a:pt x="155" y="439"/>
                  </a:cubicBezTo>
                  <a:cubicBezTo>
                    <a:pt x="194" y="494"/>
                    <a:pt x="259" y="523"/>
                    <a:pt x="309" y="523"/>
                  </a:cubicBezTo>
                  <a:cubicBezTo>
                    <a:pt x="335" y="523"/>
                    <a:pt x="357" y="515"/>
                    <a:pt x="369" y="499"/>
                  </a:cubicBezTo>
                  <a:cubicBezTo>
                    <a:pt x="453" y="451"/>
                    <a:pt x="477" y="344"/>
                    <a:pt x="429" y="272"/>
                  </a:cubicBezTo>
                  <a:lnTo>
                    <a:pt x="334" y="82"/>
                  </a:lnTo>
                  <a:cubicBezTo>
                    <a:pt x="301" y="33"/>
                    <a:pt x="240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3" name="Google Shape;1643;p34"/>
            <p:cNvSpPr/>
            <p:nvPr/>
          </p:nvSpPr>
          <p:spPr>
            <a:xfrm>
              <a:off x="1468169" y="3851859"/>
              <a:ext cx="78781" cy="69717"/>
            </a:xfrm>
            <a:custGeom>
              <a:rect b="b" l="l" r="r" t="t"/>
              <a:pathLst>
                <a:path extrusionOk="0" h="2192" w="2477">
                  <a:moveTo>
                    <a:pt x="738" y="1"/>
                  </a:moveTo>
                  <a:cubicBezTo>
                    <a:pt x="584" y="1"/>
                    <a:pt x="453" y="72"/>
                    <a:pt x="381" y="215"/>
                  </a:cubicBezTo>
                  <a:cubicBezTo>
                    <a:pt x="96" y="727"/>
                    <a:pt x="0" y="787"/>
                    <a:pt x="0" y="989"/>
                  </a:cubicBezTo>
                  <a:cubicBezTo>
                    <a:pt x="0" y="1132"/>
                    <a:pt x="84" y="1263"/>
                    <a:pt x="215" y="1346"/>
                  </a:cubicBezTo>
                  <a:cubicBezTo>
                    <a:pt x="1608" y="2132"/>
                    <a:pt x="1596" y="2192"/>
                    <a:pt x="1786" y="2192"/>
                  </a:cubicBezTo>
                  <a:cubicBezTo>
                    <a:pt x="1941" y="2192"/>
                    <a:pt x="2072" y="2120"/>
                    <a:pt x="2143" y="1977"/>
                  </a:cubicBezTo>
                  <a:lnTo>
                    <a:pt x="2417" y="1525"/>
                  </a:lnTo>
                  <a:cubicBezTo>
                    <a:pt x="2477" y="1418"/>
                    <a:pt x="2441" y="1311"/>
                    <a:pt x="2358" y="1263"/>
                  </a:cubicBezTo>
                  <a:cubicBezTo>
                    <a:pt x="2336" y="1252"/>
                    <a:pt x="2310" y="1247"/>
                    <a:pt x="2284" y="1247"/>
                  </a:cubicBezTo>
                  <a:cubicBezTo>
                    <a:pt x="2226" y="1247"/>
                    <a:pt x="2164" y="1273"/>
                    <a:pt x="2132" y="1322"/>
                  </a:cubicBezTo>
                  <a:lnTo>
                    <a:pt x="1870" y="1787"/>
                  </a:lnTo>
                  <a:cubicBezTo>
                    <a:pt x="1846" y="1819"/>
                    <a:pt x="1817" y="1834"/>
                    <a:pt x="1789" y="1834"/>
                  </a:cubicBezTo>
                  <a:cubicBezTo>
                    <a:pt x="1776" y="1834"/>
                    <a:pt x="1762" y="1830"/>
                    <a:pt x="1751" y="1823"/>
                  </a:cubicBezTo>
                  <a:cubicBezTo>
                    <a:pt x="334" y="989"/>
                    <a:pt x="334" y="1049"/>
                    <a:pt x="334" y="953"/>
                  </a:cubicBezTo>
                  <a:cubicBezTo>
                    <a:pt x="334" y="906"/>
                    <a:pt x="334" y="941"/>
                    <a:pt x="655" y="358"/>
                  </a:cubicBezTo>
                  <a:cubicBezTo>
                    <a:pt x="677" y="329"/>
                    <a:pt x="703" y="314"/>
                    <a:pt x="728" y="314"/>
                  </a:cubicBezTo>
                  <a:cubicBezTo>
                    <a:pt x="744" y="314"/>
                    <a:pt x="760" y="320"/>
                    <a:pt x="774" y="334"/>
                  </a:cubicBezTo>
                  <a:lnTo>
                    <a:pt x="2001" y="1049"/>
                  </a:lnTo>
                  <a:cubicBezTo>
                    <a:pt x="2023" y="1060"/>
                    <a:pt x="2048" y="1065"/>
                    <a:pt x="2074" y="1065"/>
                  </a:cubicBezTo>
                  <a:cubicBezTo>
                    <a:pt x="2133" y="1065"/>
                    <a:pt x="2194" y="1038"/>
                    <a:pt x="2227" y="989"/>
                  </a:cubicBezTo>
                  <a:cubicBezTo>
                    <a:pt x="2262" y="906"/>
                    <a:pt x="2239" y="811"/>
                    <a:pt x="2167" y="763"/>
                  </a:cubicBezTo>
                  <a:cubicBezTo>
                    <a:pt x="929" y="60"/>
                    <a:pt x="929" y="1"/>
                    <a:pt x="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4" name="Google Shape;1644;p34"/>
            <p:cNvSpPr/>
            <p:nvPr/>
          </p:nvSpPr>
          <p:spPr>
            <a:xfrm>
              <a:off x="1503377" y="3929368"/>
              <a:ext cx="17843" cy="13740"/>
            </a:xfrm>
            <a:custGeom>
              <a:rect b="b" l="l" r="r" t="t"/>
              <a:pathLst>
                <a:path extrusionOk="0" h="432" w="561">
                  <a:moveTo>
                    <a:pt x="189" y="0"/>
                  </a:moveTo>
                  <a:cubicBezTo>
                    <a:pt x="132" y="0"/>
                    <a:pt x="73" y="27"/>
                    <a:pt x="48" y="76"/>
                  </a:cubicBezTo>
                  <a:cubicBezTo>
                    <a:pt x="1" y="159"/>
                    <a:pt x="24" y="255"/>
                    <a:pt x="96" y="302"/>
                  </a:cubicBezTo>
                  <a:lnTo>
                    <a:pt x="298" y="409"/>
                  </a:lnTo>
                  <a:cubicBezTo>
                    <a:pt x="321" y="424"/>
                    <a:pt x="347" y="431"/>
                    <a:pt x="373" y="431"/>
                  </a:cubicBezTo>
                  <a:cubicBezTo>
                    <a:pt x="431" y="431"/>
                    <a:pt x="492" y="399"/>
                    <a:pt x="524" y="350"/>
                  </a:cubicBezTo>
                  <a:cubicBezTo>
                    <a:pt x="560" y="255"/>
                    <a:pt x="536" y="171"/>
                    <a:pt x="465" y="124"/>
                  </a:cubicBezTo>
                  <a:lnTo>
                    <a:pt x="263" y="17"/>
                  </a:lnTo>
                  <a:cubicBezTo>
                    <a:pt x="240" y="6"/>
                    <a:pt x="21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1454524" y="3900966"/>
              <a:ext cx="42078" cy="27798"/>
            </a:xfrm>
            <a:custGeom>
              <a:rect b="b" l="l" r="r" t="t"/>
              <a:pathLst>
                <a:path extrusionOk="0" h="874" w="1323">
                  <a:moveTo>
                    <a:pt x="195" y="0"/>
                  </a:moveTo>
                  <a:cubicBezTo>
                    <a:pt x="137" y="0"/>
                    <a:pt x="81" y="27"/>
                    <a:pt x="48" y="76"/>
                  </a:cubicBezTo>
                  <a:cubicBezTo>
                    <a:pt x="1" y="159"/>
                    <a:pt x="36" y="255"/>
                    <a:pt x="108" y="302"/>
                  </a:cubicBezTo>
                  <a:lnTo>
                    <a:pt x="1060" y="850"/>
                  </a:lnTo>
                  <a:cubicBezTo>
                    <a:pt x="1084" y="874"/>
                    <a:pt x="1120" y="874"/>
                    <a:pt x="1144" y="874"/>
                  </a:cubicBezTo>
                  <a:cubicBezTo>
                    <a:pt x="1203" y="874"/>
                    <a:pt x="1263" y="838"/>
                    <a:pt x="1298" y="779"/>
                  </a:cubicBezTo>
                  <a:cubicBezTo>
                    <a:pt x="1322" y="719"/>
                    <a:pt x="1310" y="612"/>
                    <a:pt x="1227" y="576"/>
                  </a:cubicBezTo>
                  <a:lnTo>
                    <a:pt x="275" y="17"/>
                  </a:lnTo>
                  <a:cubicBezTo>
                    <a:pt x="249" y="6"/>
                    <a:pt x="222" y="0"/>
                    <a:pt x="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1460981" y="4002265"/>
              <a:ext cx="19083" cy="13740"/>
            </a:xfrm>
            <a:custGeom>
              <a:rect b="b" l="l" r="r" t="t"/>
              <a:pathLst>
                <a:path extrusionOk="0" h="432" w="600">
                  <a:moveTo>
                    <a:pt x="199" y="1"/>
                  </a:moveTo>
                  <a:cubicBezTo>
                    <a:pt x="141" y="1"/>
                    <a:pt x="80" y="33"/>
                    <a:pt x="48" y="82"/>
                  </a:cubicBezTo>
                  <a:cubicBezTo>
                    <a:pt x="0" y="153"/>
                    <a:pt x="36" y="261"/>
                    <a:pt x="107" y="308"/>
                  </a:cubicBezTo>
                  <a:cubicBezTo>
                    <a:pt x="107" y="308"/>
                    <a:pt x="286" y="403"/>
                    <a:pt x="298" y="403"/>
                  </a:cubicBezTo>
                  <a:cubicBezTo>
                    <a:pt x="328" y="423"/>
                    <a:pt x="358" y="432"/>
                    <a:pt x="386" y="432"/>
                  </a:cubicBezTo>
                  <a:cubicBezTo>
                    <a:pt x="512" y="432"/>
                    <a:pt x="600" y="263"/>
                    <a:pt x="512" y="165"/>
                  </a:cubicBezTo>
                  <a:cubicBezTo>
                    <a:pt x="488" y="130"/>
                    <a:pt x="453" y="130"/>
                    <a:pt x="274" y="22"/>
                  </a:cubicBezTo>
                  <a:cubicBezTo>
                    <a:pt x="251" y="8"/>
                    <a:pt x="226" y="1"/>
                    <a:pt x="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B8AD"/>
                </a:solidFill>
              </a:endParaRPr>
            </a:p>
          </p:txBody>
        </p:sp>
      </p:grpSp>
      <p:sp>
        <p:nvSpPr>
          <p:cNvPr id="1647" name="Google Shape;1647;p34"/>
          <p:cNvSpPr txBox="1"/>
          <p:nvPr/>
        </p:nvSpPr>
        <p:spPr>
          <a:xfrm>
            <a:off x="3971925" y="2257425"/>
            <a:ext cx="1227600" cy="12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SKILLS</a:t>
            </a:r>
            <a:endParaRPr b="1" sz="20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48" name="Google Shape;1648;p34"/>
          <p:cNvGrpSpPr/>
          <p:nvPr/>
        </p:nvGrpSpPr>
        <p:grpSpPr>
          <a:xfrm>
            <a:off x="457199" y="3355313"/>
            <a:ext cx="1926602" cy="883902"/>
            <a:chOff x="457199" y="3313050"/>
            <a:chExt cx="1926602" cy="883902"/>
          </a:xfrm>
        </p:grpSpPr>
        <p:sp>
          <p:nvSpPr>
            <p:cNvPr id="1649" name="Google Shape;1649;p34"/>
            <p:cNvSpPr txBox="1"/>
            <p:nvPr/>
          </p:nvSpPr>
          <p:spPr>
            <a:xfrm>
              <a:off x="457199" y="3624552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0" name="Google Shape;1650;p34"/>
            <p:cNvSpPr txBox="1"/>
            <p:nvPr/>
          </p:nvSpPr>
          <p:spPr>
            <a:xfrm>
              <a:off x="457200" y="3313050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Design</a:t>
              </a:r>
              <a:endParaRPr b="1" sz="17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651" name="Google Shape;1651;p34"/>
          <p:cNvGrpSpPr/>
          <p:nvPr/>
        </p:nvGrpSpPr>
        <p:grpSpPr>
          <a:xfrm>
            <a:off x="457200" y="1353025"/>
            <a:ext cx="1926600" cy="883902"/>
            <a:chOff x="457200" y="1353025"/>
            <a:chExt cx="1926600" cy="883902"/>
          </a:xfrm>
        </p:grpSpPr>
        <p:sp>
          <p:nvSpPr>
            <p:cNvPr id="1652" name="Google Shape;1652;p34"/>
            <p:cNvSpPr txBox="1"/>
            <p:nvPr/>
          </p:nvSpPr>
          <p:spPr>
            <a:xfrm>
              <a:off x="457200" y="166452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3" name="Google Shape;1653;p34"/>
            <p:cNvSpPr txBox="1"/>
            <p:nvPr/>
          </p:nvSpPr>
          <p:spPr>
            <a:xfrm>
              <a:off x="457200" y="135302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Logic</a:t>
              </a:r>
              <a:endParaRPr b="1" sz="17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654" name="Google Shape;1654;p34"/>
          <p:cNvGrpSpPr/>
          <p:nvPr/>
        </p:nvGrpSpPr>
        <p:grpSpPr>
          <a:xfrm>
            <a:off x="6760199" y="3355313"/>
            <a:ext cx="1926602" cy="883902"/>
            <a:chOff x="6760199" y="3245175"/>
            <a:chExt cx="1926602" cy="883902"/>
          </a:xfrm>
        </p:grpSpPr>
        <p:sp>
          <p:nvSpPr>
            <p:cNvPr id="1655" name="Google Shape;1655;p34"/>
            <p:cNvSpPr txBox="1"/>
            <p:nvPr/>
          </p:nvSpPr>
          <p:spPr>
            <a:xfrm>
              <a:off x="6760199" y="355667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6" name="Google Shape;1656;p34"/>
            <p:cNvSpPr txBox="1"/>
            <p:nvPr/>
          </p:nvSpPr>
          <p:spPr>
            <a:xfrm>
              <a:off x="6760200" y="324517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Creativity</a:t>
              </a:r>
              <a:endParaRPr b="1" sz="17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657" name="Google Shape;1657;p34"/>
          <p:cNvGrpSpPr/>
          <p:nvPr/>
        </p:nvGrpSpPr>
        <p:grpSpPr>
          <a:xfrm>
            <a:off x="6760199" y="1353025"/>
            <a:ext cx="1926602" cy="883902"/>
            <a:chOff x="6760199" y="1353025"/>
            <a:chExt cx="1926602" cy="883902"/>
          </a:xfrm>
        </p:grpSpPr>
        <p:sp>
          <p:nvSpPr>
            <p:cNvPr id="1658" name="Google Shape;1658;p34"/>
            <p:cNvSpPr txBox="1"/>
            <p:nvPr/>
          </p:nvSpPr>
          <p:spPr>
            <a:xfrm>
              <a:off x="6760199" y="166452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9" name="Google Shape;1659;p34"/>
            <p:cNvSpPr txBox="1"/>
            <p:nvPr/>
          </p:nvSpPr>
          <p:spPr>
            <a:xfrm>
              <a:off x="6760200" y="135302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Drawing</a:t>
              </a:r>
              <a:endParaRPr b="1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660" name="Google Shape;1660;p34"/>
          <p:cNvSpPr txBox="1"/>
          <p:nvPr/>
        </p:nvSpPr>
        <p:spPr>
          <a:xfrm>
            <a:off x="1009650" y="1876425"/>
            <a:ext cx="5426100" cy="6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5" name="Google Shape;1665;p35"/>
          <p:cNvGrpSpPr/>
          <p:nvPr/>
        </p:nvGrpSpPr>
        <p:grpSpPr>
          <a:xfrm>
            <a:off x="3172077" y="4080525"/>
            <a:ext cx="116570" cy="200816"/>
            <a:chOff x="7905000" y="1765550"/>
            <a:chExt cx="81075" cy="133300"/>
          </a:xfrm>
        </p:grpSpPr>
        <p:sp>
          <p:nvSpPr>
            <p:cNvPr id="1666" name="Google Shape;1666;p35"/>
            <p:cNvSpPr/>
            <p:nvPr/>
          </p:nvSpPr>
          <p:spPr>
            <a:xfrm>
              <a:off x="7905000" y="1765550"/>
              <a:ext cx="81075" cy="133300"/>
            </a:xfrm>
            <a:custGeom>
              <a:rect b="b" l="l" r="r" t="t"/>
              <a:pathLst>
                <a:path extrusionOk="0" fill="none" h="5332" w="3243">
                  <a:moveTo>
                    <a:pt x="2785" y="5332"/>
                  </a:moveTo>
                  <a:lnTo>
                    <a:pt x="438" y="5332"/>
                  </a:lnTo>
                  <a:cubicBezTo>
                    <a:pt x="199" y="5332"/>
                    <a:pt x="0" y="5133"/>
                    <a:pt x="0" y="4894"/>
                  </a:cubicBezTo>
                  <a:lnTo>
                    <a:pt x="0" y="458"/>
                  </a:lnTo>
                  <a:cubicBezTo>
                    <a:pt x="0" y="199"/>
                    <a:pt x="199" y="1"/>
                    <a:pt x="438" y="1"/>
                  </a:cubicBezTo>
                  <a:lnTo>
                    <a:pt x="2785" y="1"/>
                  </a:lnTo>
                  <a:cubicBezTo>
                    <a:pt x="3044" y="1"/>
                    <a:pt x="3243" y="199"/>
                    <a:pt x="3243" y="458"/>
                  </a:cubicBezTo>
                  <a:lnTo>
                    <a:pt x="3243" y="4894"/>
                  </a:lnTo>
                  <a:cubicBezTo>
                    <a:pt x="3243" y="5133"/>
                    <a:pt x="3044" y="5332"/>
                    <a:pt x="2785" y="533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7905000" y="1869975"/>
              <a:ext cx="81075" cy="25"/>
            </a:xfrm>
            <a:custGeom>
              <a:rect b="b" l="l" r="r" t="t"/>
              <a:pathLst>
                <a:path extrusionOk="0" fill="none" h="1" w="3243">
                  <a:moveTo>
                    <a:pt x="0" y="1"/>
                  </a:moveTo>
                  <a:lnTo>
                    <a:pt x="3243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7945275" y="1869975"/>
              <a:ext cx="25" cy="17450"/>
            </a:xfrm>
            <a:custGeom>
              <a:rect b="b" l="l" r="r" t="t"/>
              <a:pathLst>
                <a:path extrusionOk="0" fill="none" h="698" w="1">
                  <a:moveTo>
                    <a:pt x="1" y="1"/>
                  </a:moveTo>
                  <a:lnTo>
                    <a:pt x="1" y="697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35"/>
          <p:cNvGrpSpPr/>
          <p:nvPr/>
        </p:nvGrpSpPr>
        <p:grpSpPr>
          <a:xfrm>
            <a:off x="3137750" y="4450920"/>
            <a:ext cx="185225" cy="125152"/>
            <a:chOff x="7905000" y="2053000"/>
            <a:chExt cx="128825" cy="83075"/>
          </a:xfrm>
        </p:grpSpPr>
        <p:sp>
          <p:nvSpPr>
            <p:cNvPr id="1670" name="Google Shape;1670;p35"/>
            <p:cNvSpPr/>
            <p:nvPr/>
          </p:nvSpPr>
          <p:spPr>
            <a:xfrm>
              <a:off x="7905000" y="2053000"/>
              <a:ext cx="128825" cy="83075"/>
            </a:xfrm>
            <a:custGeom>
              <a:rect b="b" l="l" r="r" t="t"/>
              <a:pathLst>
                <a:path extrusionOk="0" fill="none" h="3323" w="5153">
                  <a:moveTo>
                    <a:pt x="4775" y="3323"/>
                  </a:moveTo>
                  <a:lnTo>
                    <a:pt x="378" y="3323"/>
                  </a:lnTo>
                  <a:cubicBezTo>
                    <a:pt x="160" y="3323"/>
                    <a:pt x="0" y="3144"/>
                    <a:pt x="0" y="2945"/>
                  </a:cubicBezTo>
                  <a:lnTo>
                    <a:pt x="0" y="378"/>
                  </a:lnTo>
                  <a:cubicBezTo>
                    <a:pt x="0" y="180"/>
                    <a:pt x="160" y="1"/>
                    <a:pt x="378" y="1"/>
                  </a:cubicBezTo>
                  <a:lnTo>
                    <a:pt x="4775" y="1"/>
                  </a:lnTo>
                  <a:cubicBezTo>
                    <a:pt x="4974" y="1"/>
                    <a:pt x="5153" y="180"/>
                    <a:pt x="5153" y="378"/>
                  </a:cubicBezTo>
                  <a:lnTo>
                    <a:pt x="5153" y="2945"/>
                  </a:lnTo>
                  <a:cubicBezTo>
                    <a:pt x="5153" y="3144"/>
                    <a:pt x="4974" y="3323"/>
                    <a:pt x="4775" y="3323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7907475" y="2056975"/>
              <a:ext cx="123875" cy="45275"/>
            </a:xfrm>
            <a:custGeom>
              <a:rect b="b" l="l" r="r" t="t"/>
              <a:pathLst>
                <a:path extrusionOk="0" fill="none" h="1811" w="4955">
                  <a:moveTo>
                    <a:pt x="1" y="1"/>
                  </a:moveTo>
                  <a:lnTo>
                    <a:pt x="2269" y="1711"/>
                  </a:lnTo>
                  <a:cubicBezTo>
                    <a:pt x="2388" y="1811"/>
                    <a:pt x="2547" y="1811"/>
                    <a:pt x="2667" y="1711"/>
                  </a:cubicBezTo>
                  <a:lnTo>
                    <a:pt x="4954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7909475" y="2094275"/>
              <a:ext cx="45775" cy="39325"/>
            </a:xfrm>
            <a:custGeom>
              <a:rect b="b" l="l" r="r" t="t"/>
              <a:pathLst>
                <a:path extrusionOk="0" fill="none" h="1573" w="1831">
                  <a:moveTo>
                    <a:pt x="0" y="1572"/>
                  </a:moveTo>
                  <a:lnTo>
                    <a:pt x="1831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7983075" y="2094275"/>
              <a:ext cx="45775" cy="39325"/>
            </a:xfrm>
            <a:custGeom>
              <a:rect b="b" l="l" r="r" t="t"/>
              <a:pathLst>
                <a:path extrusionOk="0" fill="none" h="1573" w="1831">
                  <a:moveTo>
                    <a:pt x="1831" y="1572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4" name="Google Shape;1674;p35"/>
          <p:cNvSpPr txBox="1"/>
          <p:nvPr/>
        </p:nvSpPr>
        <p:spPr>
          <a:xfrm>
            <a:off x="3091034" y="2244625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ABOUT ME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75" name="Google Shape;1675;p35"/>
          <p:cNvSpPr txBox="1"/>
          <p:nvPr/>
        </p:nvSpPr>
        <p:spPr>
          <a:xfrm>
            <a:off x="3091034" y="2642700"/>
            <a:ext cx="2137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76" name="Google Shape;1676;p35"/>
          <p:cNvSpPr txBox="1"/>
          <p:nvPr/>
        </p:nvSpPr>
        <p:spPr>
          <a:xfrm>
            <a:off x="3381075" y="4076000"/>
            <a:ext cx="17049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+00 000 000 000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p35"/>
          <p:cNvSpPr txBox="1"/>
          <p:nvPr/>
        </p:nvSpPr>
        <p:spPr>
          <a:xfrm>
            <a:off x="3381075" y="4410813"/>
            <a:ext cx="17049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info@info.com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8" name="Google Shape;1678;p35"/>
          <p:cNvCxnSpPr/>
          <p:nvPr/>
        </p:nvCxnSpPr>
        <p:spPr>
          <a:xfrm>
            <a:off x="3172075" y="2550438"/>
            <a:ext cx="342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9" name="Google Shape;1679;p35"/>
          <p:cNvSpPr txBox="1"/>
          <p:nvPr/>
        </p:nvSpPr>
        <p:spPr>
          <a:xfrm>
            <a:off x="3091034" y="3587475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CONTACT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80" name="Google Shape;1680;p35"/>
          <p:cNvCxnSpPr/>
          <p:nvPr/>
        </p:nvCxnSpPr>
        <p:spPr>
          <a:xfrm>
            <a:off x="3172075" y="3893288"/>
            <a:ext cx="342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1" name="Google Shape;1681;p35"/>
          <p:cNvSpPr txBox="1"/>
          <p:nvPr/>
        </p:nvSpPr>
        <p:spPr>
          <a:xfrm>
            <a:off x="5559596" y="1105850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82" name="Google Shape;1682;p35"/>
          <p:cNvCxnSpPr/>
          <p:nvPr/>
        </p:nvCxnSpPr>
        <p:spPr>
          <a:xfrm>
            <a:off x="5640638" y="1411663"/>
            <a:ext cx="342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35"/>
          <p:cNvSpPr txBox="1"/>
          <p:nvPr/>
        </p:nvSpPr>
        <p:spPr>
          <a:xfrm>
            <a:off x="6482397" y="1468750"/>
            <a:ext cx="2204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84" name="Google Shape;1684;p35"/>
          <p:cNvSpPr txBox="1"/>
          <p:nvPr/>
        </p:nvSpPr>
        <p:spPr>
          <a:xfrm>
            <a:off x="5559582" y="1468750"/>
            <a:ext cx="1317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2009 - 2012</a:t>
            </a:r>
            <a:endParaRPr sz="1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85" name="Google Shape;1685;p35"/>
          <p:cNvSpPr txBox="1"/>
          <p:nvPr/>
        </p:nvSpPr>
        <p:spPr>
          <a:xfrm>
            <a:off x="6482397" y="2040250"/>
            <a:ext cx="2204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86" name="Google Shape;1686;p35"/>
          <p:cNvSpPr txBox="1"/>
          <p:nvPr/>
        </p:nvSpPr>
        <p:spPr>
          <a:xfrm>
            <a:off x="5559582" y="2040250"/>
            <a:ext cx="1317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2012 - 2016</a:t>
            </a:r>
            <a:endParaRPr sz="1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87" name="Google Shape;1687;p35"/>
          <p:cNvSpPr txBox="1"/>
          <p:nvPr/>
        </p:nvSpPr>
        <p:spPr>
          <a:xfrm>
            <a:off x="6482397" y="2611750"/>
            <a:ext cx="2204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88" name="Google Shape;1688;p35"/>
          <p:cNvSpPr txBox="1"/>
          <p:nvPr/>
        </p:nvSpPr>
        <p:spPr>
          <a:xfrm>
            <a:off x="5559582" y="2611750"/>
            <a:ext cx="1317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2016 - 2018</a:t>
            </a:r>
            <a:endParaRPr sz="1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689" name="Google Shape;1689;p35"/>
          <p:cNvPicPr preferRelativeResize="0"/>
          <p:nvPr/>
        </p:nvPicPr>
        <p:blipFill rotWithShape="1">
          <a:blip r:embed="rId3">
            <a:alphaModFix/>
          </a:blip>
          <a:srcRect b="1259" l="2464" r="52151" t="-1260"/>
          <a:stretch/>
        </p:blipFill>
        <p:spPr>
          <a:xfrm>
            <a:off x="457200" y="1192118"/>
            <a:ext cx="2302804" cy="3387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0" name="Google Shape;1690;p35"/>
          <p:cNvGrpSpPr/>
          <p:nvPr/>
        </p:nvGrpSpPr>
        <p:grpSpPr>
          <a:xfrm>
            <a:off x="3091025" y="1105850"/>
            <a:ext cx="2468700" cy="892738"/>
            <a:chOff x="2485400" y="1593450"/>
            <a:chExt cx="2468700" cy="892738"/>
          </a:xfrm>
        </p:grpSpPr>
        <p:sp>
          <p:nvSpPr>
            <p:cNvPr id="1691" name="Google Shape;1691;p35"/>
            <p:cNvSpPr txBox="1"/>
            <p:nvPr/>
          </p:nvSpPr>
          <p:spPr>
            <a:xfrm>
              <a:off x="2485400" y="1593450"/>
              <a:ext cx="20865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MARC</a:t>
              </a:r>
              <a:r>
                <a:rPr b="1" lang="en" sz="30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SMITH</a:t>
              </a:r>
              <a:endParaRPr b="1" sz="32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92" name="Google Shape;1692;p35"/>
            <p:cNvSpPr txBox="1"/>
            <p:nvPr/>
          </p:nvSpPr>
          <p:spPr>
            <a:xfrm>
              <a:off x="2485400" y="2046088"/>
              <a:ext cx="2468700" cy="4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MARKETING MANAGER</a:t>
              </a:r>
              <a:endParaRPr sz="19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693" name="Google Shape;1693;p35"/>
          <p:cNvCxnSpPr/>
          <p:nvPr/>
        </p:nvCxnSpPr>
        <p:spPr>
          <a:xfrm>
            <a:off x="3172175" y="1568125"/>
            <a:ext cx="1790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4" name="Google Shape;1694;p35"/>
          <p:cNvSpPr txBox="1"/>
          <p:nvPr/>
        </p:nvSpPr>
        <p:spPr>
          <a:xfrm>
            <a:off x="5559596" y="3242875"/>
            <a:ext cx="2137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695" name="Google Shape;1695;p35"/>
          <p:cNvCxnSpPr/>
          <p:nvPr/>
        </p:nvCxnSpPr>
        <p:spPr>
          <a:xfrm>
            <a:off x="5640638" y="3548688"/>
            <a:ext cx="342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6" name="Google Shape;1696;p35"/>
          <p:cNvSpPr txBox="1"/>
          <p:nvPr/>
        </p:nvSpPr>
        <p:spPr>
          <a:xfrm>
            <a:off x="6482397" y="3605775"/>
            <a:ext cx="2204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7" name="Google Shape;1697;p35"/>
          <p:cNvSpPr txBox="1"/>
          <p:nvPr/>
        </p:nvSpPr>
        <p:spPr>
          <a:xfrm>
            <a:off x="5559582" y="3605775"/>
            <a:ext cx="1317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2010 - 2015</a:t>
            </a:r>
            <a:endParaRPr sz="1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8" name="Google Shape;1698;p35"/>
          <p:cNvSpPr txBox="1"/>
          <p:nvPr/>
        </p:nvSpPr>
        <p:spPr>
          <a:xfrm>
            <a:off x="6482397" y="4177275"/>
            <a:ext cx="22044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9" name="Google Shape;1699;p35"/>
          <p:cNvSpPr txBox="1"/>
          <p:nvPr/>
        </p:nvSpPr>
        <p:spPr>
          <a:xfrm>
            <a:off x="5559582" y="4177275"/>
            <a:ext cx="13170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2018- 2020</a:t>
            </a:r>
            <a:endParaRPr sz="1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4" name="Google Shape;1704;p36"/>
          <p:cNvCxnSpPr/>
          <p:nvPr/>
        </p:nvCxnSpPr>
        <p:spPr>
          <a:xfrm rot="10800000">
            <a:off x="1076325" y="1340768"/>
            <a:ext cx="2762400" cy="817500"/>
          </a:xfrm>
          <a:prstGeom prst="bentConnector3">
            <a:avLst>
              <a:gd fmla="val 14487" name="adj1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oval"/>
          </a:ln>
        </p:spPr>
      </p:cxnSp>
      <p:grpSp>
        <p:nvGrpSpPr>
          <p:cNvPr id="1705" name="Google Shape;1705;p36"/>
          <p:cNvGrpSpPr/>
          <p:nvPr/>
        </p:nvGrpSpPr>
        <p:grpSpPr>
          <a:xfrm>
            <a:off x="719134" y="1169188"/>
            <a:ext cx="160038" cy="293051"/>
            <a:chOff x="1747250" y="1032850"/>
            <a:chExt cx="118450" cy="216850"/>
          </a:xfrm>
        </p:grpSpPr>
        <p:sp>
          <p:nvSpPr>
            <p:cNvPr id="1706" name="Google Shape;1706;p36"/>
            <p:cNvSpPr/>
            <p:nvPr/>
          </p:nvSpPr>
          <p:spPr>
            <a:xfrm>
              <a:off x="1771425" y="1032850"/>
              <a:ext cx="70925" cy="70900"/>
            </a:xfrm>
            <a:custGeom>
              <a:rect b="b" l="l" r="r" t="t"/>
              <a:pathLst>
                <a:path extrusionOk="0" h="2836" w="2837">
                  <a:moveTo>
                    <a:pt x="1402" y="0"/>
                  </a:moveTo>
                  <a:cubicBezTo>
                    <a:pt x="635" y="0"/>
                    <a:pt x="1" y="634"/>
                    <a:pt x="1" y="1401"/>
                  </a:cubicBezTo>
                  <a:cubicBezTo>
                    <a:pt x="1" y="2202"/>
                    <a:pt x="635" y="2836"/>
                    <a:pt x="1402" y="2836"/>
                  </a:cubicBezTo>
                  <a:cubicBezTo>
                    <a:pt x="2203" y="2836"/>
                    <a:pt x="2836" y="2202"/>
                    <a:pt x="2836" y="1401"/>
                  </a:cubicBezTo>
                  <a:cubicBezTo>
                    <a:pt x="2836" y="634"/>
                    <a:pt x="2203" y="0"/>
                    <a:pt x="14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6"/>
            <p:cNvSpPr/>
            <p:nvPr/>
          </p:nvSpPr>
          <p:spPr>
            <a:xfrm>
              <a:off x="1747250" y="1126250"/>
              <a:ext cx="118450" cy="123450"/>
            </a:xfrm>
            <a:custGeom>
              <a:rect b="b" l="l" r="r" t="t"/>
              <a:pathLst>
                <a:path extrusionOk="0" h="4938" w="4738">
                  <a:moveTo>
                    <a:pt x="2369" y="0"/>
                  </a:moveTo>
                  <a:cubicBezTo>
                    <a:pt x="1068" y="0"/>
                    <a:pt x="1" y="1035"/>
                    <a:pt x="1" y="2369"/>
                  </a:cubicBezTo>
                  <a:lnTo>
                    <a:pt x="1" y="4937"/>
                  </a:lnTo>
                  <a:lnTo>
                    <a:pt x="4737" y="4937"/>
                  </a:lnTo>
                  <a:lnTo>
                    <a:pt x="4737" y="2369"/>
                  </a:lnTo>
                  <a:cubicBezTo>
                    <a:pt x="4737" y="1035"/>
                    <a:pt x="3670" y="0"/>
                    <a:pt x="2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8" name="Google Shape;1708;p36"/>
          <p:cNvSpPr/>
          <p:nvPr/>
        </p:nvSpPr>
        <p:spPr>
          <a:xfrm>
            <a:off x="719125" y="1559700"/>
            <a:ext cx="1614600" cy="2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ABOUT ME</a:t>
            </a:r>
            <a:endParaRPr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09" name="Google Shape;1709;p36"/>
          <p:cNvCxnSpPr/>
          <p:nvPr/>
        </p:nvCxnSpPr>
        <p:spPr>
          <a:xfrm>
            <a:off x="628650" y="1912050"/>
            <a:ext cx="0" cy="9621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36"/>
          <p:cNvSpPr txBox="1"/>
          <p:nvPr/>
        </p:nvSpPr>
        <p:spPr>
          <a:xfrm>
            <a:off x="726375" y="1912050"/>
            <a:ext cx="24834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Earth is the third planet from the Sun and the one that harbors life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1" name="Google Shape;1711;p36"/>
          <p:cNvCxnSpPr/>
          <p:nvPr/>
        </p:nvCxnSpPr>
        <p:spPr>
          <a:xfrm flipH="1">
            <a:off x="1076325" y="2285107"/>
            <a:ext cx="2762400" cy="817500"/>
          </a:xfrm>
          <a:prstGeom prst="bentConnector3">
            <a:avLst>
              <a:gd fmla="val 14385" name="adj1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oval"/>
          </a:ln>
        </p:spPr>
      </p:cxnSp>
      <p:grpSp>
        <p:nvGrpSpPr>
          <p:cNvPr id="1712" name="Google Shape;1712;p36"/>
          <p:cNvGrpSpPr/>
          <p:nvPr/>
        </p:nvGrpSpPr>
        <p:grpSpPr>
          <a:xfrm>
            <a:off x="615249" y="2981267"/>
            <a:ext cx="367806" cy="178551"/>
            <a:chOff x="3652775" y="4298525"/>
            <a:chExt cx="286900" cy="139275"/>
          </a:xfrm>
        </p:grpSpPr>
        <p:sp>
          <p:nvSpPr>
            <p:cNvPr id="1713" name="Google Shape;1713;p36"/>
            <p:cNvSpPr/>
            <p:nvPr/>
          </p:nvSpPr>
          <p:spPr>
            <a:xfrm>
              <a:off x="3712825" y="4369400"/>
              <a:ext cx="166800" cy="68400"/>
            </a:xfrm>
            <a:custGeom>
              <a:rect b="b" l="l" r="r" t="t"/>
              <a:pathLst>
                <a:path extrusionOk="0" h="2736" w="6672">
                  <a:moveTo>
                    <a:pt x="0" y="1"/>
                  </a:moveTo>
                  <a:lnTo>
                    <a:pt x="0" y="1869"/>
                  </a:lnTo>
                  <a:cubicBezTo>
                    <a:pt x="0" y="2336"/>
                    <a:pt x="1501" y="2736"/>
                    <a:pt x="3336" y="2736"/>
                  </a:cubicBezTo>
                  <a:cubicBezTo>
                    <a:pt x="5171" y="2736"/>
                    <a:pt x="6672" y="2336"/>
                    <a:pt x="6672" y="1869"/>
                  </a:cubicBezTo>
                  <a:lnTo>
                    <a:pt x="6672" y="1"/>
                  </a:lnTo>
                  <a:lnTo>
                    <a:pt x="3703" y="601"/>
                  </a:lnTo>
                  <a:cubicBezTo>
                    <a:pt x="3570" y="634"/>
                    <a:pt x="3470" y="634"/>
                    <a:pt x="3336" y="634"/>
                  </a:cubicBezTo>
                  <a:cubicBezTo>
                    <a:pt x="3203" y="634"/>
                    <a:pt x="3103" y="601"/>
                    <a:pt x="2969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652775" y="4298525"/>
              <a:ext cx="286900" cy="125100"/>
            </a:xfrm>
            <a:custGeom>
              <a:rect b="b" l="l" r="r" t="t"/>
              <a:pathLst>
                <a:path extrusionOk="0" h="5004" w="11476">
                  <a:moveTo>
                    <a:pt x="5738" y="0"/>
                  </a:moveTo>
                  <a:cubicBezTo>
                    <a:pt x="5638" y="0"/>
                    <a:pt x="5538" y="0"/>
                    <a:pt x="5438" y="34"/>
                  </a:cubicBezTo>
                  <a:lnTo>
                    <a:pt x="301" y="1068"/>
                  </a:lnTo>
                  <a:cubicBezTo>
                    <a:pt x="1" y="1134"/>
                    <a:pt x="1" y="1568"/>
                    <a:pt x="301" y="1635"/>
                  </a:cubicBezTo>
                  <a:lnTo>
                    <a:pt x="2402" y="2068"/>
                  </a:lnTo>
                  <a:lnTo>
                    <a:pt x="5438" y="2669"/>
                  </a:lnTo>
                  <a:cubicBezTo>
                    <a:pt x="5538" y="2669"/>
                    <a:pt x="5638" y="2702"/>
                    <a:pt x="5738" y="2702"/>
                  </a:cubicBezTo>
                  <a:cubicBezTo>
                    <a:pt x="5838" y="2702"/>
                    <a:pt x="5938" y="2669"/>
                    <a:pt x="6038" y="2669"/>
                  </a:cubicBezTo>
                  <a:lnTo>
                    <a:pt x="9074" y="2068"/>
                  </a:lnTo>
                  <a:lnTo>
                    <a:pt x="10008" y="1868"/>
                  </a:lnTo>
                  <a:lnTo>
                    <a:pt x="10008" y="4070"/>
                  </a:lnTo>
                  <a:cubicBezTo>
                    <a:pt x="9908" y="4170"/>
                    <a:pt x="9808" y="4303"/>
                    <a:pt x="9808" y="4470"/>
                  </a:cubicBezTo>
                  <a:cubicBezTo>
                    <a:pt x="9808" y="4737"/>
                    <a:pt x="10075" y="5004"/>
                    <a:pt x="10341" y="5004"/>
                  </a:cubicBezTo>
                  <a:cubicBezTo>
                    <a:pt x="10642" y="5004"/>
                    <a:pt x="10875" y="4737"/>
                    <a:pt x="10875" y="4470"/>
                  </a:cubicBezTo>
                  <a:cubicBezTo>
                    <a:pt x="10875" y="4303"/>
                    <a:pt x="10808" y="4137"/>
                    <a:pt x="10708" y="4070"/>
                  </a:cubicBezTo>
                  <a:lnTo>
                    <a:pt x="10708" y="1735"/>
                  </a:lnTo>
                  <a:lnTo>
                    <a:pt x="11142" y="1635"/>
                  </a:lnTo>
                  <a:cubicBezTo>
                    <a:pt x="11476" y="1568"/>
                    <a:pt x="11476" y="1134"/>
                    <a:pt x="11175" y="1068"/>
                  </a:cubicBezTo>
                  <a:lnTo>
                    <a:pt x="6038" y="34"/>
                  </a:lnTo>
                  <a:cubicBezTo>
                    <a:pt x="5938" y="0"/>
                    <a:pt x="5838" y="0"/>
                    <a:pt x="57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5" name="Google Shape;1715;p36"/>
          <p:cNvSpPr/>
          <p:nvPr/>
        </p:nvSpPr>
        <p:spPr>
          <a:xfrm>
            <a:off x="719125" y="3312300"/>
            <a:ext cx="1614600" cy="24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16" name="Google Shape;1716;p36"/>
          <p:cNvCxnSpPr/>
          <p:nvPr/>
        </p:nvCxnSpPr>
        <p:spPr>
          <a:xfrm>
            <a:off x="628650" y="3664650"/>
            <a:ext cx="0" cy="962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36"/>
          <p:cNvSpPr txBox="1"/>
          <p:nvPr/>
        </p:nvSpPr>
        <p:spPr>
          <a:xfrm>
            <a:off x="726375" y="3664650"/>
            <a:ext cx="2426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2010 - 2016</a:t>
            </a:r>
            <a:endParaRPr b="1" sz="12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18" name="Google Shape;1718;p36"/>
          <p:cNvSpPr txBox="1"/>
          <p:nvPr/>
        </p:nvSpPr>
        <p:spPr>
          <a:xfrm>
            <a:off x="726375" y="3957750"/>
            <a:ext cx="24834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 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19" name="Google Shape;1719;p36"/>
          <p:cNvCxnSpPr/>
          <p:nvPr/>
        </p:nvCxnSpPr>
        <p:spPr>
          <a:xfrm flipH="1" rot="10800000">
            <a:off x="5305274" y="1340768"/>
            <a:ext cx="2762400" cy="817500"/>
          </a:xfrm>
          <a:prstGeom prst="bentConnector3">
            <a:avLst>
              <a:gd fmla="val 14487" name="adj1"/>
            </a:avLst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oval"/>
          </a:ln>
        </p:spPr>
      </p:cxnSp>
      <p:sp>
        <p:nvSpPr>
          <p:cNvPr id="1720" name="Google Shape;1720;p36"/>
          <p:cNvSpPr/>
          <p:nvPr/>
        </p:nvSpPr>
        <p:spPr>
          <a:xfrm flipH="1">
            <a:off x="6810274" y="1559700"/>
            <a:ext cx="1614600" cy="24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21" name="Google Shape;1721;p36"/>
          <p:cNvCxnSpPr/>
          <p:nvPr/>
        </p:nvCxnSpPr>
        <p:spPr>
          <a:xfrm>
            <a:off x="8515349" y="1912050"/>
            <a:ext cx="0" cy="2714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2" name="Google Shape;1722;p36"/>
          <p:cNvSpPr txBox="1"/>
          <p:nvPr/>
        </p:nvSpPr>
        <p:spPr>
          <a:xfrm flipH="1">
            <a:off x="5991224" y="1854900"/>
            <a:ext cx="2426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2010 - 2016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23" name="Google Shape;1723;p36"/>
          <p:cNvSpPr txBox="1"/>
          <p:nvPr/>
        </p:nvSpPr>
        <p:spPr>
          <a:xfrm flipH="1">
            <a:off x="5886525" y="2148000"/>
            <a:ext cx="2531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36"/>
          <p:cNvSpPr/>
          <p:nvPr/>
        </p:nvSpPr>
        <p:spPr>
          <a:xfrm>
            <a:off x="8112359" y="1207350"/>
            <a:ext cx="323061" cy="247504"/>
          </a:xfrm>
          <a:custGeom>
            <a:rect b="b" l="l" r="r" t="t"/>
            <a:pathLst>
              <a:path extrusionOk="0" h="8841" w="11542">
                <a:moveTo>
                  <a:pt x="7405" y="868"/>
                </a:moveTo>
                <a:cubicBezTo>
                  <a:pt x="7572" y="868"/>
                  <a:pt x="7706" y="1001"/>
                  <a:pt x="7706" y="1168"/>
                </a:cubicBezTo>
                <a:lnTo>
                  <a:pt x="7706" y="1902"/>
                </a:lnTo>
                <a:lnTo>
                  <a:pt x="3836" y="1902"/>
                </a:lnTo>
                <a:lnTo>
                  <a:pt x="3836" y="1168"/>
                </a:lnTo>
                <a:cubicBezTo>
                  <a:pt x="3836" y="1001"/>
                  <a:pt x="3970" y="868"/>
                  <a:pt x="4103" y="868"/>
                </a:cubicBezTo>
                <a:close/>
                <a:moveTo>
                  <a:pt x="4103" y="1"/>
                </a:moveTo>
                <a:cubicBezTo>
                  <a:pt x="3469" y="1"/>
                  <a:pt x="2969" y="534"/>
                  <a:pt x="2969" y="1168"/>
                </a:cubicBezTo>
                <a:lnTo>
                  <a:pt x="2969" y="1902"/>
                </a:lnTo>
                <a:lnTo>
                  <a:pt x="1301" y="1902"/>
                </a:lnTo>
                <a:cubicBezTo>
                  <a:pt x="567" y="1902"/>
                  <a:pt x="0" y="2502"/>
                  <a:pt x="0" y="3203"/>
                </a:cubicBezTo>
                <a:lnTo>
                  <a:pt x="0" y="7539"/>
                </a:lnTo>
                <a:cubicBezTo>
                  <a:pt x="0" y="8273"/>
                  <a:pt x="567" y="8840"/>
                  <a:pt x="1301" y="8840"/>
                </a:cubicBezTo>
                <a:lnTo>
                  <a:pt x="10207" y="8840"/>
                </a:lnTo>
                <a:cubicBezTo>
                  <a:pt x="10941" y="8840"/>
                  <a:pt x="11542" y="8273"/>
                  <a:pt x="11542" y="7539"/>
                </a:cubicBezTo>
                <a:lnTo>
                  <a:pt x="11542" y="3203"/>
                </a:lnTo>
                <a:cubicBezTo>
                  <a:pt x="11542" y="2502"/>
                  <a:pt x="10941" y="1902"/>
                  <a:pt x="10207" y="1902"/>
                </a:cubicBezTo>
                <a:lnTo>
                  <a:pt x="8573" y="1902"/>
                </a:lnTo>
                <a:lnTo>
                  <a:pt x="8573" y="1168"/>
                </a:lnTo>
                <a:cubicBezTo>
                  <a:pt x="8573" y="534"/>
                  <a:pt x="8039" y="1"/>
                  <a:pt x="740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6"/>
          <p:cNvSpPr/>
          <p:nvPr/>
        </p:nvSpPr>
        <p:spPr>
          <a:xfrm flipH="1">
            <a:off x="3764699" y="3312300"/>
            <a:ext cx="1614600" cy="24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CONTACT</a:t>
            </a:r>
            <a:endParaRPr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26" name="Google Shape;1726;p36"/>
          <p:cNvGrpSpPr/>
          <p:nvPr/>
        </p:nvGrpSpPr>
        <p:grpSpPr>
          <a:xfrm>
            <a:off x="3780549" y="3769511"/>
            <a:ext cx="174387" cy="198464"/>
            <a:chOff x="1529350" y="258825"/>
            <a:chExt cx="423475" cy="481825"/>
          </a:xfrm>
        </p:grpSpPr>
        <p:sp>
          <p:nvSpPr>
            <p:cNvPr id="1727" name="Google Shape;1727;p36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1729" name="Google Shape;1729;p36"/>
          <p:cNvGrpSpPr/>
          <p:nvPr/>
        </p:nvGrpSpPr>
        <p:grpSpPr>
          <a:xfrm>
            <a:off x="3768535" y="4138871"/>
            <a:ext cx="198416" cy="127926"/>
            <a:chOff x="1492675" y="1520750"/>
            <a:chExt cx="481825" cy="310575"/>
          </a:xfrm>
        </p:grpSpPr>
        <p:sp>
          <p:nvSpPr>
            <p:cNvPr id="1730" name="Google Shape;1730;p36"/>
            <p:cNvSpPr/>
            <p:nvPr/>
          </p:nvSpPr>
          <p:spPr>
            <a:xfrm>
              <a:off x="1492675" y="1540400"/>
              <a:ext cx="481825" cy="290925"/>
            </a:xfrm>
            <a:custGeom>
              <a:rect b="b" l="l" r="r" t="t"/>
              <a:pathLst>
                <a:path extrusionOk="0" h="11637" w="19273">
                  <a:moveTo>
                    <a:pt x="266" y="1"/>
                  </a:moveTo>
                  <a:cubicBezTo>
                    <a:pt x="91" y="272"/>
                    <a:pt x="1" y="585"/>
                    <a:pt x="1" y="907"/>
                  </a:cubicBezTo>
                  <a:lnTo>
                    <a:pt x="1" y="9941"/>
                  </a:lnTo>
                  <a:cubicBezTo>
                    <a:pt x="1" y="10877"/>
                    <a:pt x="757" y="11633"/>
                    <a:pt x="1693" y="11636"/>
                  </a:cubicBezTo>
                  <a:lnTo>
                    <a:pt x="17577" y="11636"/>
                  </a:lnTo>
                  <a:cubicBezTo>
                    <a:pt x="18514" y="11633"/>
                    <a:pt x="19270" y="10877"/>
                    <a:pt x="19273" y="9941"/>
                  </a:cubicBezTo>
                  <a:lnTo>
                    <a:pt x="19273" y="907"/>
                  </a:lnTo>
                  <a:cubicBezTo>
                    <a:pt x="19270" y="585"/>
                    <a:pt x="19176" y="272"/>
                    <a:pt x="19005" y="1"/>
                  </a:cubicBezTo>
                  <a:lnTo>
                    <a:pt x="9974" y="7005"/>
                  </a:lnTo>
                  <a:cubicBezTo>
                    <a:pt x="9873" y="7080"/>
                    <a:pt x="9754" y="7118"/>
                    <a:pt x="9635" y="7118"/>
                  </a:cubicBezTo>
                  <a:cubicBezTo>
                    <a:pt x="9516" y="7118"/>
                    <a:pt x="9397" y="7080"/>
                    <a:pt x="9296" y="7005"/>
                  </a:cubicBezTo>
                  <a:lnTo>
                    <a:pt x="2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731" name="Google Shape;1731;p36"/>
            <p:cNvSpPr/>
            <p:nvPr/>
          </p:nvSpPr>
          <p:spPr>
            <a:xfrm>
              <a:off x="1522575" y="1520750"/>
              <a:ext cx="421975" cy="165800"/>
            </a:xfrm>
            <a:custGeom>
              <a:rect b="b" l="l" r="r" t="t"/>
              <a:pathLst>
                <a:path extrusionOk="0" h="6632" w="16879">
                  <a:moveTo>
                    <a:pt x="497" y="1"/>
                  </a:moveTo>
                  <a:cubicBezTo>
                    <a:pt x="328" y="1"/>
                    <a:pt x="160" y="31"/>
                    <a:pt x="0" y="82"/>
                  </a:cubicBezTo>
                  <a:lnTo>
                    <a:pt x="8441" y="6631"/>
                  </a:lnTo>
                  <a:lnTo>
                    <a:pt x="16878" y="82"/>
                  </a:lnTo>
                  <a:cubicBezTo>
                    <a:pt x="16719" y="31"/>
                    <a:pt x="16550" y="1"/>
                    <a:pt x="163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grpSp>
        <p:nvGrpSpPr>
          <p:cNvPr id="1732" name="Google Shape;1732;p36"/>
          <p:cNvGrpSpPr/>
          <p:nvPr/>
        </p:nvGrpSpPr>
        <p:grpSpPr>
          <a:xfrm>
            <a:off x="3764706" y="4437694"/>
            <a:ext cx="206065" cy="198484"/>
            <a:chOff x="2071000" y="1435025"/>
            <a:chExt cx="500400" cy="481875"/>
          </a:xfrm>
        </p:grpSpPr>
        <p:sp>
          <p:nvSpPr>
            <p:cNvPr id="1733" name="Google Shape;1733;p36"/>
            <p:cNvSpPr/>
            <p:nvPr/>
          </p:nvSpPr>
          <p:spPr>
            <a:xfrm>
              <a:off x="2425125" y="1718700"/>
              <a:ext cx="146275" cy="141750"/>
            </a:xfrm>
            <a:custGeom>
              <a:rect b="b" l="l" r="r" t="t"/>
              <a:pathLst>
                <a:path extrusionOk="0" h="5670" w="5851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734" name="Google Shape;1734;p36"/>
            <p:cNvSpPr/>
            <p:nvPr/>
          </p:nvSpPr>
          <p:spPr>
            <a:xfrm>
              <a:off x="2071000" y="1477850"/>
              <a:ext cx="453125" cy="439050"/>
            </a:xfrm>
            <a:custGeom>
              <a:rect b="b" l="l" r="r" t="t"/>
              <a:pathLst>
                <a:path extrusionOk="0" h="17562" w="18125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2141600" y="1435025"/>
              <a:ext cx="146300" cy="141850"/>
            </a:xfrm>
            <a:custGeom>
              <a:rect b="b" l="l" r="r" t="t"/>
              <a:pathLst>
                <a:path extrusionOk="0" h="5674" w="5852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435D74"/>
                </a:solidFill>
              </a:endParaRPr>
            </a:p>
          </p:txBody>
        </p:sp>
      </p:grpSp>
      <p:sp>
        <p:nvSpPr>
          <p:cNvPr id="1736" name="Google Shape;1736;p36"/>
          <p:cNvSpPr txBox="1"/>
          <p:nvPr/>
        </p:nvSpPr>
        <p:spPr>
          <a:xfrm>
            <a:off x="4048200" y="3722188"/>
            <a:ext cx="1331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Madrid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7" name="Google Shape;1737;p36"/>
          <p:cNvSpPr txBox="1"/>
          <p:nvPr/>
        </p:nvSpPr>
        <p:spPr>
          <a:xfrm>
            <a:off x="4048200" y="4056275"/>
            <a:ext cx="1331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info@info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8" name="Google Shape;1738;p36"/>
          <p:cNvSpPr txBox="1"/>
          <p:nvPr/>
        </p:nvSpPr>
        <p:spPr>
          <a:xfrm>
            <a:off x="4048200" y="4390350"/>
            <a:ext cx="1331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+00 000 000 000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9" name="Google Shape;1739;p36"/>
          <p:cNvCxnSpPr/>
          <p:nvPr/>
        </p:nvCxnSpPr>
        <p:spPr>
          <a:xfrm>
            <a:off x="4572000" y="2927600"/>
            <a:ext cx="0" cy="285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oval"/>
          </a:ln>
        </p:spPr>
      </p:cxnSp>
      <p:sp>
        <p:nvSpPr>
          <p:cNvPr id="1740" name="Google Shape;1740;p36"/>
          <p:cNvSpPr txBox="1"/>
          <p:nvPr/>
        </p:nvSpPr>
        <p:spPr>
          <a:xfrm flipH="1">
            <a:off x="5991224" y="2817000"/>
            <a:ext cx="2426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2016 - 2018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41" name="Google Shape;1741;p36"/>
          <p:cNvSpPr txBox="1"/>
          <p:nvPr/>
        </p:nvSpPr>
        <p:spPr>
          <a:xfrm flipH="1">
            <a:off x="5886525" y="3110100"/>
            <a:ext cx="2531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mostly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2" name="Google Shape;1742;p36"/>
          <p:cNvSpPr txBox="1"/>
          <p:nvPr/>
        </p:nvSpPr>
        <p:spPr>
          <a:xfrm flipH="1">
            <a:off x="5991224" y="3769500"/>
            <a:ext cx="24264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2019 - 2020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43" name="Google Shape;1743;p36"/>
          <p:cNvSpPr txBox="1"/>
          <p:nvPr/>
        </p:nvSpPr>
        <p:spPr>
          <a:xfrm flipH="1">
            <a:off x="5886525" y="4062600"/>
            <a:ext cx="2531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b="1" sz="12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1744" name="Google Shape;1744;p36"/>
          <p:cNvPicPr preferRelativeResize="0"/>
          <p:nvPr/>
        </p:nvPicPr>
        <p:blipFill rotWithShape="1">
          <a:blip r:embed="rId3">
            <a:alphaModFix/>
          </a:blip>
          <a:srcRect b="14175" l="53042" r="0" t="2685"/>
          <a:stretch/>
        </p:blipFill>
        <p:spPr>
          <a:xfrm>
            <a:off x="3780550" y="1340775"/>
            <a:ext cx="1589100" cy="1877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37"/>
          <p:cNvSpPr/>
          <p:nvPr/>
        </p:nvSpPr>
        <p:spPr>
          <a:xfrm>
            <a:off x="6736188" y="1719488"/>
            <a:ext cx="510300" cy="510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7"/>
          <p:cNvSpPr/>
          <p:nvPr/>
        </p:nvSpPr>
        <p:spPr>
          <a:xfrm>
            <a:off x="4723838" y="1719488"/>
            <a:ext cx="510300" cy="510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7"/>
          <p:cNvSpPr/>
          <p:nvPr/>
        </p:nvSpPr>
        <p:spPr>
          <a:xfrm>
            <a:off x="2773788" y="1719488"/>
            <a:ext cx="510300" cy="510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7"/>
          <p:cNvSpPr/>
          <p:nvPr/>
        </p:nvSpPr>
        <p:spPr>
          <a:xfrm>
            <a:off x="790513" y="1719488"/>
            <a:ext cx="510300" cy="510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7"/>
          <p:cNvSpPr txBox="1"/>
          <p:nvPr/>
        </p:nvSpPr>
        <p:spPr>
          <a:xfrm>
            <a:off x="690611" y="2968360"/>
            <a:ext cx="18192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4" name="Google Shape;1754;p37"/>
          <p:cNvSpPr txBox="1"/>
          <p:nvPr/>
        </p:nvSpPr>
        <p:spPr>
          <a:xfrm>
            <a:off x="690614" y="2662006"/>
            <a:ext cx="1819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Travel</a:t>
            </a:r>
            <a:endParaRPr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5" name="Google Shape;1755;p37"/>
          <p:cNvSpPr txBox="1"/>
          <p:nvPr/>
        </p:nvSpPr>
        <p:spPr>
          <a:xfrm>
            <a:off x="690588" y="2442400"/>
            <a:ext cx="71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34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56" name="Google Shape;1756;p37"/>
          <p:cNvCxnSpPr/>
          <p:nvPr/>
        </p:nvCxnSpPr>
        <p:spPr>
          <a:xfrm>
            <a:off x="1338213" y="2552200"/>
            <a:ext cx="1266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7" name="Google Shape;1757;p37"/>
          <p:cNvSpPr txBox="1"/>
          <p:nvPr/>
        </p:nvSpPr>
        <p:spPr>
          <a:xfrm>
            <a:off x="2671811" y="2968360"/>
            <a:ext cx="18192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8" name="Google Shape;1758;p37"/>
          <p:cNvSpPr txBox="1"/>
          <p:nvPr/>
        </p:nvSpPr>
        <p:spPr>
          <a:xfrm>
            <a:off x="2671814" y="2662006"/>
            <a:ext cx="1819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Photography</a:t>
            </a:r>
            <a:endParaRPr b="1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9" name="Google Shape;1759;p37"/>
          <p:cNvSpPr txBox="1"/>
          <p:nvPr/>
        </p:nvSpPr>
        <p:spPr>
          <a:xfrm>
            <a:off x="2671788" y="2442400"/>
            <a:ext cx="71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34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60" name="Google Shape;1760;p37"/>
          <p:cNvCxnSpPr/>
          <p:nvPr/>
        </p:nvCxnSpPr>
        <p:spPr>
          <a:xfrm>
            <a:off x="3333700" y="2552200"/>
            <a:ext cx="1266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1" name="Google Shape;1761;p37"/>
          <p:cNvSpPr txBox="1"/>
          <p:nvPr/>
        </p:nvSpPr>
        <p:spPr>
          <a:xfrm>
            <a:off x="4653011" y="2968360"/>
            <a:ext cx="18192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2" name="Google Shape;1762;p37"/>
          <p:cNvSpPr txBox="1"/>
          <p:nvPr/>
        </p:nvSpPr>
        <p:spPr>
          <a:xfrm>
            <a:off x="4653014" y="2662006"/>
            <a:ext cx="1819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Sport</a:t>
            </a:r>
            <a:endParaRPr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63" name="Google Shape;1763;p37"/>
          <p:cNvSpPr txBox="1"/>
          <p:nvPr/>
        </p:nvSpPr>
        <p:spPr>
          <a:xfrm>
            <a:off x="4652988" y="2442400"/>
            <a:ext cx="71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34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764" name="Google Shape;1764;p37"/>
          <p:cNvCxnSpPr/>
          <p:nvPr/>
        </p:nvCxnSpPr>
        <p:spPr>
          <a:xfrm>
            <a:off x="5262513" y="2552200"/>
            <a:ext cx="1266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5" name="Google Shape;1765;p37"/>
          <p:cNvSpPr txBox="1"/>
          <p:nvPr/>
        </p:nvSpPr>
        <p:spPr>
          <a:xfrm>
            <a:off x="6634211" y="2968360"/>
            <a:ext cx="18192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6" name="Google Shape;1766;p37"/>
          <p:cNvSpPr txBox="1"/>
          <p:nvPr/>
        </p:nvSpPr>
        <p:spPr>
          <a:xfrm>
            <a:off x="6634214" y="2662006"/>
            <a:ext cx="1819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Movies</a:t>
            </a:r>
            <a:endParaRPr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67" name="Google Shape;1767;p37"/>
          <p:cNvSpPr txBox="1"/>
          <p:nvPr/>
        </p:nvSpPr>
        <p:spPr>
          <a:xfrm>
            <a:off x="6634188" y="2442400"/>
            <a:ext cx="71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34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768" name="Google Shape;1768;p37"/>
          <p:cNvGrpSpPr/>
          <p:nvPr/>
        </p:nvGrpSpPr>
        <p:grpSpPr>
          <a:xfrm>
            <a:off x="2807018" y="1752514"/>
            <a:ext cx="443865" cy="443865"/>
            <a:chOff x="4632448" y="3313631"/>
            <a:chExt cx="381360" cy="381360"/>
          </a:xfrm>
        </p:grpSpPr>
        <p:sp>
          <p:nvSpPr>
            <p:cNvPr id="1769" name="Google Shape;1769;p37"/>
            <p:cNvSpPr/>
            <p:nvPr/>
          </p:nvSpPr>
          <p:spPr>
            <a:xfrm>
              <a:off x="4869956" y="3512258"/>
              <a:ext cx="37738" cy="32"/>
            </a:xfrm>
            <a:custGeom>
              <a:rect b="b" l="l" r="r" t="t"/>
              <a:pathLst>
                <a:path extrusionOk="0" fill="none" h="1" w="1195">
                  <a:moveTo>
                    <a:pt x="1" y="1"/>
                  </a:moveTo>
                  <a:lnTo>
                    <a:pt x="1194" y="1"/>
                  </a:lnTo>
                </a:path>
              </a:pathLst>
            </a:custGeom>
            <a:solidFill>
              <a:srgbClr val="FFFFFF"/>
            </a:solidFill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4888179" y="3467665"/>
              <a:ext cx="16358" cy="15727"/>
            </a:xfrm>
            <a:custGeom>
              <a:rect b="b" l="l" r="r" t="t"/>
              <a:pathLst>
                <a:path extrusionOk="0" h="498" w="518">
                  <a:moveTo>
                    <a:pt x="259" y="0"/>
                  </a:moveTo>
                  <a:cubicBezTo>
                    <a:pt x="120" y="0"/>
                    <a:pt x="1" y="100"/>
                    <a:pt x="1" y="239"/>
                  </a:cubicBezTo>
                  <a:cubicBezTo>
                    <a:pt x="1" y="378"/>
                    <a:pt x="120" y="498"/>
                    <a:pt x="259" y="498"/>
                  </a:cubicBezTo>
                  <a:cubicBezTo>
                    <a:pt x="398" y="498"/>
                    <a:pt x="518" y="378"/>
                    <a:pt x="518" y="239"/>
                  </a:cubicBezTo>
                  <a:cubicBezTo>
                    <a:pt x="518" y="100"/>
                    <a:pt x="398" y="0"/>
                    <a:pt x="259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1" name="Google Shape;1771;p37"/>
            <p:cNvGrpSpPr/>
            <p:nvPr/>
          </p:nvGrpSpPr>
          <p:grpSpPr>
            <a:xfrm>
              <a:off x="4632448" y="3313631"/>
              <a:ext cx="381360" cy="381360"/>
              <a:chOff x="1524400" y="3237725"/>
              <a:chExt cx="301900" cy="301900"/>
            </a:xfrm>
          </p:grpSpPr>
          <p:sp>
            <p:nvSpPr>
              <p:cNvPr id="1772" name="Google Shape;1772;p37"/>
              <p:cNvSpPr/>
              <p:nvPr/>
            </p:nvSpPr>
            <p:spPr>
              <a:xfrm>
                <a:off x="1597500" y="3332225"/>
                <a:ext cx="155675" cy="112900"/>
              </a:xfrm>
              <a:custGeom>
                <a:rect b="b" l="l" r="r" t="t"/>
                <a:pathLst>
                  <a:path extrusionOk="0" fill="none" h="4516" w="6227">
                    <a:moveTo>
                      <a:pt x="5551" y="577"/>
                    </a:moveTo>
                    <a:lnTo>
                      <a:pt x="4397" y="577"/>
                    </a:lnTo>
                    <a:lnTo>
                      <a:pt x="3899" y="0"/>
                    </a:lnTo>
                    <a:lnTo>
                      <a:pt x="2328" y="0"/>
                    </a:lnTo>
                    <a:lnTo>
                      <a:pt x="1831" y="577"/>
                    </a:lnTo>
                    <a:lnTo>
                      <a:pt x="677" y="577"/>
                    </a:lnTo>
                    <a:cubicBezTo>
                      <a:pt x="299" y="577"/>
                      <a:pt x="0" y="895"/>
                      <a:pt x="0" y="1253"/>
                    </a:cubicBezTo>
                    <a:lnTo>
                      <a:pt x="0" y="3859"/>
                    </a:lnTo>
                    <a:cubicBezTo>
                      <a:pt x="0" y="4217"/>
                      <a:pt x="299" y="4516"/>
                      <a:pt x="677" y="4516"/>
                    </a:cubicBezTo>
                    <a:lnTo>
                      <a:pt x="5551" y="4516"/>
                    </a:lnTo>
                    <a:cubicBezTo>
                      <a:pt x="5929" y="4516"/>
                      <a:pt x="6227" y="4217"/>
                      <a:pt x="6227" y="3859"/>
                    </a:cubicBezTo>
                    <a:lnTo>
                      <a:pt x="6227" y="1253"/>
                    </a:lnTo>
                    <a:cubicBezTo>
                      <a:pt x="6227" y="895"/>
                      <a:pt x="5929" y="577"/>
                      <a:pt x="5551" y="57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94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37"/>
              <p:cNvSpPr/>
              <p:nvPr/>
            </p:nvSpPr>
            <p:spPr>
              <a:xfrm>
                <a:off x="1638275" y="3358075"/>
                <a:ext cx="74125" cy="74125"/>
              </a:xfrm>
              <a:custGeom>
                <a:rect b="b" l="l" r="r" t="t"/>
                <a:pathLst>
                  <a:path extrusionOk="0" fill="none" h="2965" w="2965">
                    <a:moveTo>
                      <a:pt x="2965" y="1473"/>
                    </a:moveTo>
                    <a:cubicBezTo>
                      <a:pt x="2965" y="2288"/>
                      <a:pt x="2308" y="2965"/>
                      <a:pt x="1473" y="2965"/>
                    </a:cubicBezTo>
                    <a:cubicBezTo>
                      <a:pt x="657" y="2965"/>
                      <a:pt x="1" y="2308"/>
                      <a:pt x="1" y="1473"/>
                    </a:cubicBezTo>
                    <a:cubicBezTo>
                      <a:pt x="1" y="657"/>
                      <a:pt x="657" y="1"/>
                      <a:pt x="1473" y="1"/>
                    </a:cubicBezTo>
                    <a:cubicBezTo>
                      <a:pt x="2308" y="1"/>
                      <a:pt x="2965" y="657"/>
                      <a:pt x="2965" y="1473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94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37"/>
              <p:cNvSpPr/>
              <p:nvPr/>
            </p:nvSpPr>
            <p:spPr>
              <a:xfrm>
                <a:off x="1608450" y="3394875"/>
                <a:ext cx="29850" cy="25"/>
              </a:xfrm>
              <a:custGeom>
                <a:rect b="b" l="l" r="r" t="t"/>
                <a:pathLst>
                  <a:path extrusionOk="0" fill="none" h="1" w="1194">
                    <a:moveTo>
                      <a:pt x="0" y="1"/>
                    </a:moveTo>
                    <a:lnTo>
                      <a:pt x="1194" y="1"/>
                    </a:lnTo>
                  </a:path>
                </a:pathLst>
              </a:custGeom>
              <a:solidFill>
                <a:srgbClr val="FFFFFF"/>
              </a:solidFill>
              <a:ln cap="rnd" cmpd="sng" w="94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37"/>
              <p:cNvSpPr/>
              <p:nvPr/>
            </p:nvSpPr>
            <p:spPr>
              <a:xfrm>
                <a:off x="1524400" y="3237725"/>
                <a:ext cx="301900" cy="301900"/>
              </a:xfrm>
              <a:custGeom>
                <a:rect b="b" l="l" r="r" t="t"/>
                <a:pathLst>
                  <a:path extrusionOk="0" fill="none" h="12076" w="12076">
                    <a:moveTo>
                      <a:pt x="12075" y="6028"/>
                    </a:moveTo>
                    <a:cubicBezTo>
                      <a:pt x="12075" y="9370"/>
                      <a:pt x="9370" y="12075"/>
                      <a:pt x="6028" y="12075"/>
                    </a:cubicBezTo>
                    <a:cubicBezTo>
                      <a:pt x="2706" y="12075"/>
                      <a:pt x="0" y="9370"/>
                      <a:pt x="0" y="6028"/>
                    </a:cubicBezTo>
                    <a:cubicBezTo>
                      <a:pt x="0" y="2706"/>
                      <a:pt x="2706" y="0"/>
                      <a:pt x="6028" y="0"/>
                    </a:cubicBezTo>
                    <a:cubicBezTo>
                      <a:pt x="9370" y="0"/>
                      <a:pt x="12075" y="2706"/>
                      <a:pt x="12075" y="602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94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76" name="Google Shape;1776;p37"/>
          <p:cNvGrpSpPr/>
          <p:nvPr/>
        </p:nvGrpSpPr>
        <p:grpSpPr>
          <a:xfrm>
            <a:off x="6769428" y="1752693"/>
            <a:ext cx="443853" cy="443884"/>
            <a:chOff x="2025200" y="3237725"/>
            <a:chExt cx="301900" cy="301900"/>
          </a:xfrm>
        </p:grpSpPr>
        <p:sp>
          <p:nvSpPr>
            <p:cNvPr id="1777" name="Google Shape;1777;p37"/>
            <p:cNvSpPr/>
            <p:nvPr/>
          </p:nvSpPr>
          <p:spPr>
            <a:xfrm>
              <a:off x="2096800" y="3348125"/>
              <a:ext cx="159175" cy="97000"/>
            </a:xfrm>
            <a:custGeom>
              <a:rect b="b" l="l" r="r" t="t"/>
              <a:pathLst>
                <a:path extrusionOk="0" fill="none" h="3880" w="6367">
                  <a:moveTo>
                    <a:pt x="5312" y="1333"/>
                  </a:moveTo>
                  <a:lnTo>
                    <a:pt x="5312" y="677"/>
                  </a:lnTo>
                  <a:cubicBezTo>
                    <a:pt x="5312" y="299"/>
                    <a:pt x="5014" y="1"/>
                    <a:pt x="4636" y="1"/>
                  </a:cubicBezTo>
                  <a:lnTo>
                    <a:pt x="677" y="1"/>
                  </a:lnTo>
                  <a:cubicBezTo>
                    <a:pt x="299" y="1"/>
                    <a:pt x="1" y="299"/>
                    <a:pt x="1" y="677"/>
                  </a:cubicBezTo>
                  <a:lnTo>
                    <a:pt x="1" y="3203"/>
                  </a:lnTo>
                  <a:cubicBezTo>
                    <a:pt x="1" y="3581"/>
                    <a:pt x="299" y="3880"/>
                    <a:pt x="677" y="3880"/>
                  </a:cubicBezTo>
                  <a:lnTo>
                    <a:pt x="4636" y="3880"/>
                  </a:lnTo>
                  <a:cubicBezTo>
                    <a:pt x="5014" y="3880"/>
                    <a:pt x="5312" y="3581"/>
                    <a:pt x="5312" y="3203"/>
                  </a:cubicBezTo>
                  <a:lnTo>
                    <a:pt x="5312" y="2547"/>
                  </a:lnTo>
                  <a:lnTo>
                    <a:pt x="6366" y="3164"/>
                  </a:lnTo>
                  <a:lnTo>
                    <a:pt x="6366" y="717"/>
                  </a:lnTo>
                  <a:close/>
                </a:path>
              </a:pathLst>
            </a:custGeom>
            <a:solidFill>
              <a:srgbClr val="FFFFFF"/>
            </a:solidFill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2124150" y="3332225"/>
              <a:ext cx="47775" cy="15925"/>
            </a:xfrm>
            <a:custGeom>
              <a:rect b="b" l="l" r="r" t="t"/>
              <a:pathLst>
                <a:path extrusionOk="0" fill="none" h="637" w="1911">
                  <a:moveTo>
                    <a:pt x="1911" y="637"/>
                  </a:moveTo>
                  <a:lnTo>
                    <a:pt x="1911" y="0"/>
                  </a:ln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7"/>
            <p:cNvSpPr/>
            <p:nvPr/>
          </p:nvSpPr>
          <p:spPr>
            <a:xfrm>
              <a:off x="2118200" y="3359575"/>
              <a:ext cx="12450" cy="12450"/>
            </a:xfrm>
            <a:custGeom>
              <a:rect b="b" l="l" r="r" t="t"/>
              <a:pathLst>
                <a:path extrusionOk="0" h="498" w="498">
                  <a:moveTo>
                    <a:pt x="239" y="0"/>
                  </a:moveTo>
                  <a:cubicBezTo>
                    <a:pt x="100" y="0"/>
                    <a:pt x="0" y="100"/>
                    <a:pt x="0" y="239"/>
                  </a:cubicBezTo>
                  <a:cubicBezTo>
                    <a:pt x="0" y="378"/>
                    <a:pt x="100" y="498"/>
                    <a:pt x="239" y="498"/>
                  </a:cubicBezTo>
                  <a:cubicBezTo>
                    <a:pt x="378" y="498"/>
                    <a:pt x="497" y="378"/>
                    <a:pt x="497" y="239"/>
                  </a:cubicBezTo>
                  <a:cubicBezTo>
                    <a:pt x="497" y="100"/>
                    <a:pt x="378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7"/>
            <p:cNvSpPr/>
            <p:nvPr/>
          </p:nvSpPr>
          <p:spPr>
            <a:xfrm>
              <a:off x="2146050" y="3359575"/>
              <a:ext cx="12450" cy="12450"/>
            </a:xfrm>
            <a:custGeom>
              <a:rect b="b" l="l" r="r" t="t"/>
              <a:pathLst>
                <a:path extrusionOk="0" h="498" w="498">
                  <a:moveTo>
                    <a:pt x="239" y="0"/>
                  </a:moveTo>
                  <a:cubicBezTo>
                    <a:pt x="100" y="0"/>
                    <a:pt x="0" y="100"/>
                    <a:pt x="0" y="239"/>
                  </a:cubicBezTo>
                  <a:cubicBezTo>
                    <a:pt x="0" y="378"/>
                    <a:pt x="100" y="498"/>
                    <a:pt x="239" y="498"/>
                  </a:cubicBezTo>
                  <a:cubicBezTo>
                    <a:pt x="378" y="498"/>
                    <a:pt x="497" y="378"/>
                    <a:pt x="497" y="239"/>
                  </a:cubicBezTo>
                  <a:cubicBezTo>
                    <a:pt x="497" y="100"/>
                    <a:pt x="378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2173400" y="3359575"/>
              <a:ext cx="12950" cy="12450"/>
            </a:xfrm>
            <a:custGeom>
              <a:rect b="b" l="l" r="r" t="t"/>
              <a:pathLst>
                <a:path extrusionOk="0" h="498" w="518">
                  <a:moveTo>
                    <a:pt x="259" y="0"/>
                  </a:moveTo>
                  <a:cubicBezTo>
                    <a:pt x="120" y="0"/>
                    <a:pt x="0" y="100"/>
                    <a:pt x="0" y="239"/>
                  </a:cubicBezTo>
                  <a:cubicBezTo>
                    <a:pt x="0" y="378"/>
                    <a:pt x="120" y="498"/>
                    <a:pt x="259" y="498"/>
                  </a:cubicBezTo>
                  <a:cubicBezTo>
                    <a:pt x="398" y="498"/>
                    <a:pt x="517" y="378"/>
                    <a:pt x="517" y="239"/>
                  </a:cubicBezTo>
                  <a:cubicBezTo>
                    <a:pt x="517" y="100"/>
                    <a:pt x="398" y="0"/>
                    <a:pt x="259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2096300" y="3395875"/>
              <a:ext cx="106950" cy="25"/>
            </a:xfrm>
            <a:custGeom>
              <a:rect b="b" l="l" r="r" t="t"/>
              <a:pathLst>
                <a:path extrusionOk="0" fill="none" h="1" w="4278">
                  <a:moveTo>
                    <a:pt x="1" y="0"/>
                  </a:moveTo>
                  <a:lnTo>
                    <a:pt x="4278" y="0"/>
                  </a:lnTo>
                </a:path>
              </a:pathLst>
            </a:custGeom>
            <a:solidFill>
              <a:srgbClr val="FFFFFF"/>
            </a:solidFill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2025200" y="3237725"/>
              <a:ext cx="301900" cy="301900"/>
            </a:xfrm>
            <a:custGeom>
              <a:rect b="b" l="l" r="r" t="t"/>
              <a:pathLst>
                <a:path extrusionOk="0" fill="none" h="12076" w="12076">
                  <a:moveTo>
                    <a:pt x="12075" y="6028"/>
                  </a:moveTo>
                  <a:cubicBezTo>
                    <a:pt x="12075" y="9370"/>
                    <a:pt x="9370" y="12075"/>
                    <a:pt x="6048" y="12075"/>
                  </a:cubicBezTo>
                  <a:cubicBezTo>
                    <a:pt x="2706" y="12075"/>
                    <a:pt x="0" y="9370"/>
                    <a:pt x="0" y="6028"/>
                  </a:cubicBezTo>
                  <a:cubicBezTo>
                    <a:pt x="0" y="2706"/>
                    <a:pt x="2706" y="0"/>
                    <a:pt x="6048" y="0"/>
                  </a:cubicBezTo>
                  <a:cubicBezTo>
                    <a:pt x="9370" y="0"/>
                    <a:pt x="12075" y="2706"/>
                    <a:pt x="12075" y="6028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4" name="Google Shape;1784;p37"/>
          <p:cNvGrpSpPr/>
          <p:nvPr/>
        </p:nvGrpSpPr>
        <p:grpSpPr>
          <a:xfrm>
            <a:off x="823761" y="1752693"/>
            <a:ext cx="443817" cy="443884"/>
            <a:chOff x="2526500" y="3237725"/>
            <a:chExt cx="301875" cy="301900"/>
          </a:xfrm>
        </p:grpSpPr>
        <p:sp>
          <p:nvSpPr>
            <p:cNvPr id="1785" name="Google Shape;1785;p37"/>
            <p:cNvSpPr/>
            <p:nvPr/>
          </p:nvSpPr>
          <p:spPr>
            <a:xfrm>
              <a:off x="2596600" y="3313825"/>
              <a:ext cx="155700" cy="155175"/>
            </a:xfrm>
            <a:custGeom>
              <a:rect b="b" l="l" r="r" t="t"/>
              <a:pathLst>
                <a:path extrusionOk="0" fill="none" h="6207" w="6228">
                  <a:moveTo>
                    <a:pt x="5034" y="6087"/>
                  </a:moveTo>
                  <a:lnTo>
                    <a:pt x="5451" y="5670"/>
                  </a:lnTo>
                  <a:lnTo>
                    <a:pt x="4676" y="2347"/>
                  </a:lnTo>
                  <a:lnTo>
                    <a:pt x="6008" y="1015"/>
                  </a:lnTo>
                  <a:cubicBezTo>
                    <a:pt x="6227" y="796"/>
                    <a:pt x="6227" y="438"/>
                    <a:pt x="6008" y="219"/>
                  </a:cubicBezTo>
                  <a:cubicBezTo>
                    <a:pt x="5790" y="0"/>
                    <a:pt x="5432" y="0"/>
                    <a:pt x="5213" y="219"/>
                  </a:cubicBezTo>
                  <a:lnTo>
                    <a:pt x="3880" y="1552"/>
                  </a:lnTo>
                  <a:lnTo>
                    <a:pt x="558" y="776"/>
                  </a:lnTo>
                  <a:lnTo>
                    <a:pt x="140" y="1194"/>
                  </a:lnTo>
                  <a:lnTo>
                    <a:pt x="2766" y="2646"/>
                  </a:lnTo>
                  <a:lnTo>
                    <a:pt x="1334" y="4078"/>
                  </a:lnTo>
                  <a:lnTo>
                    <a:pt x="478" y="3859"/>
                  </a:lnTo>
                  <a:lnTo>
                    <a:pt x="1" y="4337"/>
                  </a:lnTo>
                  <a:lnTo>
                    <a:pt x="1194" y="5033"/>
                  </a:lnTo>
                  <a:lnTo>
                    <a:pt x="1891" y="6207"/>
                  </a:lnTo>
                  <a:lnTo>
                    <a:pt x="2368" y="5749"/>
                  </a:lnTo>
                  <a:lnTo>
                    <a:pt x="2129" y="4894"/>
                  </a:lnTo>
                  <a:lnTo>
                    <a:pt x="3582" y="3442"/>
                  </a:lnTo>
                  <a:close/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2526500" y="3237725"/>
              <a:ext cx="301875" cy="301900"/>
            </a:xfrm>
            <a:custGeom>
              <a:rect b="b" l="l" r="r" t="t"/>
              <a:pathLst>
                <a:path extrusionOk="0" fill="none" h="12076" w="12075">
                  <a:moveTo>
                    <a:pt x="12075" y="6028"/>
                  </a:moveTo>
                  <a:cubicBezTo>
                    <a:pt x="12075" y="9370"/>
                    <a:pt x="9369" y="12075"/>
                    <a:pt x="6028" y="12075"/>
                  </a:cubicBezTo>
                  <a:cubicBezTo>
                    <a:pt x="2705" y="12075"/>
                    <a:pt x="0" y="9370"/>
                    <a:pt x="0" y="6028"/>
                  </a:cubicBezTo>
                  <a:cubicBezTo>
                    <a:pt x="0" y="2706"/>
                    <a:pt x="2705" y="0"/>
                    <a:pt x="6028" y="0"/>
                  </a:cubicBezTo>
                  <a:cubicBezTo>
                    <a:pt x="9369" y="0"/>
                    <a:pt x="12075" y="2706"/>
                    <a:pt x="12075" y="6028"/>
                  </a:cubicBezTo>
                  <a:close/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7" name="Google Shape;1787;p37"/>
          <p:cNvGrpSpPr/>
          <p:nvPr/>
        </p:nvGrpSpPr>
        <p:grpSpPr>
          <a:xfrm>
            <a:off x="4757075" y="1752693"/>
            <a:ext cx="443853" cy="443884"/>
            <a:chOff x="3027275" y="3237725"/>
            <a:chExt cx="301900" cy="301900"/>
          </a:xfrm>
        </p:grpSpPr>
        <p:sp>
          <p:nvSpPr>
            <p:cNvPr id="1788" name="Google Shape;1788;p37"/>
            <p:cNvSpPr/>
            <p:nvPr/>
          </p:nvSpPr>
          <p:spPr>
            <a:xfrm>
              <a:off x="3108350" y="3339175"/>
              <a:ext cx="140275" cy="121375"/>
            </a:xfrm>
            <a:custGeom>
              <a:rect b="b" l="l" r="r" t="t"/>
              <a:pathLst>
                <a:path extrusionOk="0" fill="none" h="4855" w="5611">
                  <a:moveTo>
                    <a:pt x="0" y="4854"/>
                  </a:moveTo>
                  <a:lnTo>
                    <a:pt x="2805" y="1"/>
                  </a:lnTo>
                  <a:lnTo>
                    <a:pt x="5610" y="4854"/>
                  </a:lnTo>
                  <a:close/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3144150" y="3401350"/>
              <a:ext cx="68650" cy="59200"/>
            </a:xfrm>
            <a:custGeom>
              <a:rect b="b" l="l" r="r" t="t"/>
              <a:pathLst>
                <a:path extrusionOk="0" fill="none" h="2368" w="2746">
                  <a:moveTo>
                    <a:pt x="1" y="2367"/>
                  </a:moveTo>
                  <a:lnTo>
                    <a:pt x="1373" y="0"/>
                  </a:lnTo>
                  <a:lnTo>
                    <a:pt x="2746" y="2367"/>
                  </a:lnTo>
                  <a:close/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3108350" y="3316800"/>
              <a:ext cx="83075" cy="143750"/>
            </a:xfrm>
            <a:custGeom>
              <a:rect b="b" l="l" r="r" t="t"/>
              <a:pathLst>
                <a:path extrusionOk="0" fill="none" h="5750" w="3323">
                  <a:moveTo>
                    <a:pt x="0" y="5749"/>
                  </a:moveTo>
                  <a:lnTo>
                    <a:pt x="3323" y="0"/>
                  </a:lnTo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3165050" y="3316800"/>
              <a:ext cx="83075" cy="143750"/>
            </a:xfrm>
            <a:custGeom>
              <a:rect b="b" l="l" r="r" t="t"/>
              <a:pathLst>
                <a:path extrusionOk="0" fill="none" h="5750" w="3323">
                  <a:moveTo>
                    <a:pt x="3322" y="5749"/>
                  </a:moveTo>
                  <a:lnTo>
                    <a:pt x="0" y="0"/>
                  </a:lnTo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3027275" y="3237725"/>
              <a:ext cx="301900" cy="301900"/>
            </a:xfrm>
            <a:custGeom>
              <a:rect b="b" l="l" r="r" t="t"/>
              <a:pathLst>
                <a:path extrusionOk="0" fill="none" h="12076" w="12076">
                  <a:moveTo>
                    <a:pt x="12076" y="6028"/>
                  </a:moveTo>
                  <a:cubicBezTo>
                    <a:pt x="12076" y="9370"/>
                    <a:pt x="9370" y="12075"/>
                    <a:pt x="6048" y="12075"/>
                  </a:cubicBezTo>
                  <a:cubicBezTo>
                    <a:pt x="2706" y="12075"/>
                    <a:pt x="1" y="9370"/>
                    <a:pt x="1" y="6028"/>
                  </a:cubicBezTo>
                  <a:cubicBezTo>
                    <a:pt x="1" y="2706"/>
                    <a:pt x="2706" y="0"/>
                    <a:pt x="6048" y="0"/>
                  </a:cubicBezTo>
                  <a:cubicBezTo>
                    <a:pt x="9370" y="0"/>
                    <a:pt x="12076" y="2706"/>
                    <a:pt x="12076" y="6028"/>
                  </a:cubicBezTo>
                  <a:close/>
                </a:path>
              </a:pathLst>
            </a:custGeom>
            <a:noFill/>
            <a:ln cap="rnd" cmpd="sng" w="9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7" name="Google Shape;1797;p38"/>
          <p:cNvGrpSpPr/>
          <p:nvPr/>
        </p:nvGrpSpPr>
        <p:grpSpPr>
          <a:xfrm>
            <a:off x="457199" y="3469613"/>
            <a:ext cx="1926602" cy="883902"/>
            <a:chOff x="457199" y="3313050"/>
            <a:chExt cx="1926602" cy="883902"/>
          </a:xfrm>
        </p:grpSpPr>
        <p:sp>
          <p:nvSpPr>
            <p:cNvPr id="1798" name="Google Shape;1798;p38"/>
            <p:cNvSpPr txBox="1"/>
            <p:nvPr/>
          </p:nvSpPr>
          <p:spPr>
            <a:xfrm>
              <a:off x="457199" y="3624552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9" name="Google Shape;1799;p38"/>
            <p:cNvSpPr txBox="1"/>
            <p:nvPr/>
          </p:nvSpPr>
          <p:spPr>
            <a:xfrm>
              <a:off x="457200" y="3313050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German</a:t>
              </a:r>
              <a:endParaRPr b="1" sz="17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800" name="Google Shape;1800;p38"/>
          <p:cNvGrpSpPr/>
          <p:nvPr/>
        </p:nvGrpSpPr>
        <p:grpSpPr>
          <a:xfrm>
            <a:off x="457200" y="1276825"/>
            <a:ext cx="1926600" cy="883902"/>
            <a:chOff x="457200" y="1353025"/>
            <a:chExt cx="1926600" cy="883902"/>
          </a:xfrm>
        </p:grpSpPr>
        <p:sp>
          <p:nvSpPr>
            <p:cNvPr id="1801" name="Google Shape;1801;p38"/>
            <p:cNvSpPr txBox="1"/>
            <p:nvPr/>
          </p:nvSpPr>
          <p:spPr>
            <a:xfrm>
              <a:off x="457200" y="166452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2" name="Google Shape;1802;p38"/>
            <p:cNvSpPr txBox="1"/>
            <p:nvPr/>
          </p:nvSpPr>
          <p:spPr>
            <a:xfrm>
              <a:off x="457200" y="135302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English</a:t>
              </a:r>
              <a:endParaRPr b="1" sz="17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803" name="Google Shape;1803;p38"/>
          <p:cNvGrpSpPr/>
          <p:nvPr/>
        </p:nvGrpSpPr>
        <p:grpSpPr>
          <a:xfrm>
            <a:off x="6760199" y="3469613"/>
            <a:ext cx="1926602" cy="883902"/>
            <a:chOff x="6760199" y="3245175"/>
            <a:chExt cx="1926602" cy="883902"/>
          </a:xfrm>
        </p:grpSpPr>
        <p:sp>
          <p:nvSpPr>
            <p:cNvPr id="1804" name="Google Shape;1804;p38"/>
            <p:cNvSpPr txBox="1"/>
            <p:nvPr/>
          </p:nvSpPr>
          <p:spPr>
            <a:xfrm>
              <a:off x="6760199" y="355667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5" name="Google Shape;1805;p38"/>
            <p:cNvSpPr txBox="1"/>
            <p:nvPr/>
          </p:nvSpPr>
          <p:spPr>
            <a:xfrm>
              <a:off x="6760200" y="324517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Spanish</a:t>
              </a:r>
              <a:endParaRPr b="1" sz="17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806" name="Google Shape;1806;p38"/>
          <p:cNvGrpSpPr/>
          <p:nvPr/>
        </p:nvGrpSpPr>
        <p:grpSpPr>
          <a:xfrm>
            <a:off x="6760199" y="1276825"/>
            <a:ext cx="1926602" cy="883902"/>
            <a:chOff x="6760199" y="1353025"/>
            <a:chExt cx="1926602" cy="883902"/>
          </a:xfrm>
        </p:grpSpPr>
        <p:sp>
          <p:nvSpPr>
            <p:cNvPr id="1807" name="Google Shape;1807;p38"/>
            <p:cNvSpPr txBox="1"/>
            <p:nvPr/>
          </p:nvSpPr>
          <p:spPr>
            <a:xfrm>
              <a:off x="6760199" y="166452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8" name="Google Shape;1808;p38"/>
            <p:cNvSpPr txBox="1"/>
            <p:nvPr/>
          </p:nvSpPr>
          <p:spPr>
            <a:xfrm>
              <a:off x="6760200" y="1353025"/>
              <a:ext cx="19266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7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French</a:t>
              </a:r>
              <a:endParaRPr b="1" sz="17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809" name="Google Shape;1809;p38"/>
          <p:cNvSpPr/>
          <p:nvPr/>
        </p:nvSpPr>
        <p:spPr>
          <a:xfrm>
            <a:off x="3054000" y="1380450"/>
            <a:ext cx="3036000" cy="30360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38"/>
          <p:cNvSpPr/>
          <p:nvPr/>
        </p:nvSpPr>
        <p:spPr>
          <a:xfrm>
            <a:off x="3054000" y="1380450"/>
            <a:ext cx="3036000" cy="3036000"/>
          </a:xfrm>
          <a:prstGeom prst="blockArc">
            <a:avLst>
              <a:gd fmla="val 18861636" name="adj1"/>
              <a:gd fmla="val 0" name="adj2"/>
              <a:gd fmla="val 25000" name="adj3"/>
            </a:avLst>
          </a:prstGeom>
          <a:solidFill>
            <a:schemeClr val="accent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8"/>
          <p:cNvSpPr/>
          <p:nvPr/>
        </p:nvSpPr>
        <p:spPr>
          <a:xfrm rot="-7200030">
            <a:off x="3054021" y="1380475"/>
            <a:ext cx="3035954" cy="3035954"/>
          </a:xfrm>
          <a:prstGeom prst="blockArc">
            <a:avLst>
              <a:gd fmla="val 15714244" name="adj1"/>
              <a:gd fmla="val 0" name="adj2"/>
              <a:gd fmla="val 25000" name="adj3"/>
            </a:avLst>
          </a:prstGeom>
          <a:solidFill>
            <a:schemeClr val="accent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8"/>
          <p:cNvSpPr/>
          <p:nvPr/>
        </p:nvSpPr>
        <p:spPr>
          <a:xfrm rot="8999970">
            <a:off x="3054025" y="1380475"/>
            <a:ext cx="3035954" cy="3035954"/>
          </a:xfrm>
          <a:prstGeom prst="blockArc">
            <a:avLst>
              <a:gd fmla="val 12600027" name="adj1"/>
              <a:gd fmla="val 0" name="adj2"/>
              <a:gd fmla="val 25000" name="adj3"/>
            </a:avLst>
          </a:prstGeom>
          <a:solidFill>
            <a:schemeClr val="accent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8"/>
          <p:cNvSpPr txBox="1"/>
          <p:nvPr/>
        </p:nvSpPr>
        <p:spPr>
          <a:xfrm>
            <a:off x="3810000" y="2707350"/>
            <a:ext cx="15336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LANGUAGES</a:t>
            </a:r>
            <a:endParaRPr b="1" sz="17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14" name="Google Shape;1814;p38"/>
          <p:cNvCxnSpPr>
            <a:stCxn id="1801" idx="3"/>
          </p:cNvCxnSpPr>
          <p:nvPr/>
        </p:nvCxnSpPr>
        <p:spPr>
          <a:xfrm>
            <a:off x="2383800" y="1874527"/>
            <a:ext cx="883200" cy="78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oval"/>
          </a:ln>
        </p:spPr>
      </p:cxnSp>
      <p:cxnSp>
        <p:nvCxnSpPr>
          <p:cNvPr id="1815" name="Google Shape;1815;p38"/>
          <p:cNvCxnSpPr>
            <a:stCxn id="1798" idx="3"/>
          </p:cNvCxnSpPr>
          <p:nvPr/>
        </p:nvCxnSpPr>
        <p:spPr>
          <a:xfrm flipH="1" rot="10800000">
            <a:off x="2383799" y="3953014"/>
            <a:ext cx="1988100" cy="11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oval"/>
          </a:ln>
        </p:spPr>
      </p:cxnSp>
      <p:cxnSp>
        <p:nvCxnSpPr>
          <p:cNvPr id="1816" name="Google Shape;1816;p38"/>
          <p:cNvCxnSpPr/>
          <p:nvPr/>
        </p:nvCxnSpPr>
        <p:spPr>
          <a:xfrm rot="10800000">
            <a:off x="4943325" y="1581225"/>
            <a:ext cx="2076600" cy="371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oval"/>
          </a:ln>
        </p:spPr>
      </p:cxnSp>
      <p:cxnSp>
        <p:nvCxnSpPr>
          <p:cNvPr id="1817" name="Google Shape;1817;p38"/>
          <p:cNvCxnSpPr>
            <a:stCxn id="1804" idx="1"/>
          </p:cNvCxnSpPr>
          <p:nvPr/>
        </p:nvCxnSpPr>
        <p:spPr>
          <a:xfrm rot="10800000">
            <a:off x="5610299" y="2733814"/>
            <a:ext cx="1149900" cy="13335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1818" name="Google Shape;1818;p38"/>
          <p:cNvSpPr txBox="1"/>
          <p:nvPr/>
        </p:nvSpPr>
        <p:spPr>
          <a:xfrm>
            <a:off x="4267200" y="1527675"/>
            <a:ext cx="764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15%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19" name="Google Shape;1819;p38"/>
          <p:cNvSpPr txBox="1"/>
          <p:nvPr/>
        </p:nvSpPr>
        <p:spPr>
          <a:xfrm>
            <a:off x="4306050" y="3720475"/>
            <a:ext cx="68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</a:t>
            </a: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0" name="Google Shape;1820;p38"/>
          <p:cNvSpPr txBox="1"/>
          <p:nvPr/>
        </p:nvSpPr>
        <p:spPr>
          <a:xfrm>
            <a:off x="3190800" y="2423550"/>
            <a:ext cx="764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1" name="Google Shape;1821;p38"/>
          <p:cNvSpPr txBox="1"/>
          <p:nvPr/>
        </p:nvSpPr>
        <p:spPr>
          <a:xfrm>
            <a:off x="5238750" y="2275325"/>
            <a:ext cx="764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r>
              <a:rPr lang="en"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sz="17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39"/>
          <p:cNvGrpSpPr/>
          <p:nvPr/>
        </p:nvGrpSpPr>
        <p:grpSpPr>
          <a:xfrm>
            <a:off x="2411107" y="2497328"/>
            <a:ext cx="216600" cy="216600"/>
            <a:chOff x="3459394" y="2529888"/>
            <a:chExt cx="216600" cy="216600"/>
          </a:xfrm>
        </p:grpSpPr>
        <p:sp>
          <p:nvSpPr>
            <p:cNvPr id="1827" name="Google Shape;1827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29" name="Google Shape;1829;p39"/>
          <p:cNvCxnSpPr/>
          <p:nvPr/>
        </p:nvCxnSpPr>
        <p:spPr>
          <a:xfrm>
            <a:off x="2519407" y="2757223"/>
            <a:ext cx="0" cy="5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0" name="Google Shape;1830;p39"/>
          <p:cNvGrpSpPr/>
          <p:nvPr/>
        </p:nvGrpSpPr>
        <p:grpSpPr>
          <a:xfrm>
            <a:off x="2411107" y="3338718"/>
            <a:ext cx="216600" cy="216600"/>
            <a:chOff x="3459394" y="2529888"/>
            <a:chExt cx="216600" cy="216600"/>
          </a:xfrm>
        </p:grpSpPr>
        <p:sp>
          <p:nvSpPr>
            <p:cNvPr id="1831" name="Google Shape;1831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3" name="Google Shape;1833;p39"/>
          <p:cNvCxnSpPr/>
          <p:nvPr/>
        </p:nvCxnSpPr>
        <p:spPr>
          <a:xfrm>
            <a:off x="2519407" y="3598613"/>
            <a:ext cx="0" cy="5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4" name="Google Shape;1834;p39"/>
          <p:cNvGrpSpPr/>
          <p:nvPr/>
        </p:nvGrpSpPr>
        <p:grpSpPr>
          <a:xfrm>
            <a:off x="2411107" y="1655938"/>
            <a:ext cx="216600" cy="216600"/>
            <a:chOff x="3459394" y="2529888"/>
            <a:chExt cx="216600" cy="216600"/>
          </a:xfrm>
        </p:grpSpPr>
        <p:sp>
          <p:nvSpPr>
            <p:cNvPr id="1835" name="Google Shape;1835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37" name="Google Shape;1837;p39"/>
          <p:cNvCxnSpPr/>
          <p:nvPr/>
        </p:nvCxnSpPr>
        <p:spPr>
          <a:xfrm>
            <a:off x="2519407" y="1915833"/>
            <a:ext cx="0" cy="5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8" name="Google Shape;1838;p39"/>
          <p:cNvGrpSpPr/>
          <p:nvPr/>
        </p:nvGrpSpPr>
        <p:grpSpPr>
          <a:xfrm>
            <a:off x="2411107" y="4180108"/>
            <a:ext cx="216600" cy="216600"/>
            <a:chOff x="3459394" y="2529888"/>
            <a:chExt cx="216600" cy="216600"/>
          </a:xfrm>
        </p:grpSpPr>
        <p:sp>
          <p:nvSpPr>
            <p:cNvPr id="1839" name="Google Shape;1839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1" name="Google Shape;1841;p39"/>
          <p:cNvSpPr txBox="1"/>
          <p:nvPr/>
        </p:nvSpPr>
        <p:spPr>
          <a:xfrm>
            <a:off x="2703824" y="1521400"/>
            <a:ext cx="1839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/>
          </a:p>
        </p:txBody>
      </p:sp>
      <p:sp>
        <p:nvSpPr>
          <p:cNvPr id="1842" name="Google Shape;1842;p39"/>
          <p:cNvSpPr txBox="1"/>
          <p:nvPr/>
        </p:nvSpPr>
        <p:spPr>
          <a:xfrm>
            <a:off x="495975" y="2362863"/>
            <a:ext cx="1839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/>
          </a:p>
        </p:txBody>
      </p:sp>
      <p:sp>
        <p:nvSpPr>
          <p:cNvPr id="1843" name="Google Shape;1843;p39"/>
          <p:cNvSpPr txBox="1"/>
          <p:nvPr/>
        </p:nvSpPr>
        <p:spPr>
          <a:xfrm>
            <a:off x="495975" y="4045772"/>
            <a:ext cx="1839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/>
          </a:p>
        </p:txBody>
      </p:sp>
      <p:sp>
        <p:nvSpPr>
          <p:cNvPr id="1844" name="Google Shape;1844;p39"/>
          <p:cNvSpPr txBox="1"/>
          <p:nvPr/>
        </p:nvSpPr>
        <p:spPr>
          <a:xfrm>
            <a:off x="1100175" y="1521400"/>
            <a:ext cx="1234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2002 - 2004</a:t>
            </a:r>
            <a:endParaRPr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5" name="Google Shape;1845;p39"/>
          <p:cNvSpPr txBox="1"/>
          <p:nvPr/>
        </p:nvSpPr>
        <p:spPr>
          <a:xfrm>
            <a:off x="2703900" y="2362775"/>
            <a:ext cx="1234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2006 - 2008</a:t>
            </a:r>
            <a:endParaRPr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6" name="Google Shape;1846;p39"/>
          <p:cNvSpPr txBox="1"/>
          <p:nvPr/>
        </p:nvSpPr>
        <p:spPr>
          <a:xfrm>
            <a:off x="2703824" y="3204330"/>
            <a:ext cx="1839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/>
          </a:p>
        </p:txBody>
      </p:sp>
      <p:sp>
        <p:nvSpPr>
          <p:cNvPr id="1847" name="Google Shape;1847;p39"/>
          <p:cNvSpPr txBox="1"/>
          <p:nvPr/>
        </p:nvSpPr>
        <p:spPr>
          <a:xfrm>
            <a:off x="1100175" y="3204325"/>
            <a:ext cx="1234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2008 - 2010</a:t>
            </a:r>
            <a:endParaRPr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8" name="Google Shape;1848;p39"/>
          <p:cNvSpPr txBox="1"/>
          <p:nvPr/>
        </p:nvSpPr>
        <p:spPr>
          <a:xfrm>
            <a:off x="2703900" y="4045875"/>
            <a:ext cx="1234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2012 - 2019</a:t>
            </a:r>
            <a:endParaRPr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9" name="Google Shape;1849;p39"/>
          <p:cNvSpPr/>
          <p:nvPr/>
        </p:nvSpPr>
        <p:spPr>
          <a:xfrm>
            <a:off x="1557450" y="923925"/>
            <a:ext cx="1923900" cy="28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EXPERIENCE</a:t>
            </a:r>
            <a:endParaRPr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50" name="Google Shape;1850;p39"/>
          <p:cNvSpPr/>
          <p:nvPr/>
        </p:nvSpPr>
        <p:spPr>
          <a:xfrm>
            <a:off x="5805600" y="923925"/>
            <a:ext cx="1923900" cy="28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LANGUAGE</a:t>
            </a:r>
            <a:endParaRPr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51" name="Google Shape;1851;p39"/>
          <p:cNvSpPr txBox="1"/>
          <p:nvPr/>
        </p:nvSpPr>
        <p:spPr>
          <a:xfrm>
            <a:off x="4975800" y="1521400"/>
            <a:ext cx="82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English</a:t>
            </a:r>
            <a:endParaRPr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52" name="Google Shape;1852;p39"/>
          <p:cNvCxnSpPr>
            <a:endCxn id="1851" idx="3"/>
          </p:cNvCxnSpPr>
          <p:nvPr/>
        </p:nvCxnSpPr>
        <p:spPr>
          <a:xfrm rot="10800000">
            <a:off x="5805600" y="1764250"/>
            <a:ext cx="1599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3" name="Google Shape;1853;p39"/>
          <p:cNvSpPr txBox="1"/>
          <p:nvPr/>
        </p:nvSpPr>
        <p:spPr>
          <a:xfrm>
            <a:off x="7729500" y="1521400"/>
            <a:ext cx="914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Native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4" name="Google Shape;1854;p39"/>
          <p:cNvGrpSpPr/>
          <p:nvPr/>
        </p:nvGrpSpPr>
        <p:grpSpPr>
          <a:xfrm>
            <a:off x="7188907" y="1655938"/>
            <a:ext cx="216600" cy="216600"/>
            <a:chOff x="3459394" y="2529888"/>
            <a:chExt cx="216600" cy="216600"/>
          </a:xfrm>
        </p:grpSpPr>
        <p:sp>
          <p:nvSpPr>
            <p:cNvPr id="1855" name="Google Shape;1855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7" name="Google Shape;1857;p39"/>
          <p:cNvSpPr txBox="1"/>
          <p:nvPr/>
        </p:nvSpPr>
        <p:spPr>
          <a:xfrm>
            <a:off x="4975800" y="2140525"/>
            <a:ext cx="82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Spanish</a:t>
            </a:r>
            <a:endParaRPr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58" name="Google Shape;1858;p39"/>
          <p:cNvCxnSpPr>
            <a:endCxn id="1857" idx="3"/>
          </p:cNvCxnSpPr>
          <p:nvPr/>
        </p:nvCxnSpPr>
        <p:spPr>
          <a:xfrm rot="10800000">
            <a:off x="5805600" y="2383375"/>
            <a:ext cx="1599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9" name="Google Shape;1859;p39"/>
          <p:cNvSpPr txBox="1"/>
          <p:nvPr/>
        </p:nvSpPr>
        <p:spPr>
          <a:xfrm>
            <a:off x="7729500" y="2140525"/>
            <a:ext cx="914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Advanced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0" name="Google Shape;1860;p39"/>
          <p:cNvSpPr txBox="1"/>
          <p:nvPr/>
        </p:nvSpPr>
        <p:spPr>
          <a:xfrm>
            <a:off x="4975800" y="2759650"/>
            <a:ext cx="82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French</a:t>
            </a:r>
            <a:endParaRPr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61" name="Google Shape;1861;p39"/>
          <p:cNvCxnSpPr>
            <a:endCxn id="1860" idx="3"/>
          </p:cNvCxnSpPr>
          <p:nvPr/>
        </p:nvCxnSpPr>
        <p:spPr>
          <a:xfrm rot="10800000">
            <a:off x="5805600" y="3002500"/>
            <a:ext cx="1599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2" name="Google Shape;1862;p39"/>
          <p:cNvSpPr txBox="1"/>
          <p:nvPr/>
        </p:nvSpPr>
        <p:spPr>
          <a:xfrm>
            <a:off x="7729500" y="2759650"/>
            <a:ext cx="914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Advanced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3" name="Google Shape;1863;p39"/>
          <p:cNvCxnSpPr/>
          <p:nvPr/>
        </p:nvCxnSpPr>
        <p:spPr>
          <a:xfrm rot="10800000">
            <a:off x="6976800" y="2383500"/>
            <a:ext cx="4287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64" name="Google Shape;1864;p39"/>
          <p:cNvGrpSpPr/>
          <p:nvPr/>
        </p:nvGrpSpPr>
        <p:grpSpPr>
          <a:xfrm>
            <a:off x="6842707" y="2275063"/>
            <a:ext cx="216600" cy="216600"/>
            <a:chOff x="3459394" y="2529888"/>
            <a:chExt cx="216600" cy="216600"/>
          </a:xfrm>
        </p:grpSpPr>
        <p:sp>
          <p:nvSpPr>
            <p:cNvPr id="1865" name="Google Shape;1865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7" name="Google Shape;1867;p39"/>
          <p:cNvSpPr txBox="1"/>
          <p:nvPr/>
        </p:nvSpPr>
        <p:spPr>
          <a:xfrm>
            <a:off x="4975800" y="3378775"/>
            <a:ext cx="82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German</a:t>
            </a:r>
            <a:endParaRPr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68" name="Google Shape;1868;p39"/>
          <p:cNvCxnSpPr>
            <a:endCxn id="1867" idx="3"/>
          </p:cNvCxnSpPr>
          <p:nvPr/>
        </p:nvCxnSpPr>
        <p:spPr>
          <a:xfrm rot="10800000">
            <a:off x="5805600" y="3621625"/>
            <a:ext cx="1599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9" name="Google Shape;1869;p39"/>
          <p:cNvSpPr txBox="1"/>
          <p:nvPr/>
        </p:nvSpPr>
        <p:spPr>
          <a:xfrm>
            <a:off x="7729500" y="3378775"/>
            <a:ext cx="914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Medium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0" name="Google Shape;1870;p39"/>
          <p:cNvCxnSpPr/>
          <p:nvPr/>
        </p:nvCxnSpPr>
        <p:spPr>
          <a:xfrm flipH="1">
            <a:off x="7248600" y="3002500"/>
            <a:ext cx="156900" cy="3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71" name="Google Shape;1871;p39"/>
          <p:cNvGrpSpPr/>
          <p:nvPr/>
        </p:nvGrpSpPr>
        <p:grpSpPr>
          <a:xfrm>
            <a:off x="7059307" y="2894188"/>
            <a:ext cx="216600" cy="216600"/>
            <a:chOff x="3459394" y="2529888"/>
            <a:chExt cx="216600" cy="216600"/>
          </a:xfrm>
        </p:grpSpPr>
        <p:sp>
          <p:nvSpPr>
            <p:cNvPr id="1872" name="Google Shape;1872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74" name="Google Shape;1874;p39"/>
          <p:cNvCxnSpPr/>
          <p:nvPr/>
        </p:nvCxnSpPr>
        <p:spPr>
          <a:xfrm rot="10800000">
            <a:off x="6681900" y="3621625"/>
            <a:ext cx="7236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75" name="Google Shape;1875;p39"/>
          <p:cNvGrpSpPr/>
          <p:nvPr/>
        </p:nvGrpSpPr>
        <p:grpSpPr>
          <a:xfrm>
            <a:off x="6497257" y="3513313"/>
            <a:ext cx="216600" cy="216600"/>
            <a:chOff x="3459394" y="2529888"/>
            <a:chExt cx="216600" cy="216600"/>
          </a:xfrm>
        </p:grpSpPr>
        <p:sp>
          <p:nvSpPr>
            <p:cNvPr id="1876" name="Google Shape;1876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8" name="Google Shape;1878;p39"/>
          <p:cNvSpPr txBox="1"/>
          <p:nvPr/>
        </p:nvSpPr>
        <p:spPr>
          <a:xfrm>
            <a:off x="4975800" y="4045875"/>
            <a:ext cx="8298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Chinese</a:t>
            </a:r>
            <a:endParaRPr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79" name="Google Shape;1879;p39"/>
          <p:cNvCxnSpPr>
            <a:endCxn id="1878" idx="3"/>
          </p:cNvCxnSpPr>
          <p:nvPr/>
        </p:nvCxnSpPr>
        <p:spPr>
          <a:xfrm rot="10800000">
            <a:off x="5805600" y="4288725"/>
            <a:ext cx="15999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0" name="Google Shape;1880;p39"/>
          <p:cNvSpPr txBox="1"/>
          <p:nvPr/>
        </p:nvSpPr>
        <p:spPr>
          <a:xfrm>
            <a:off x="7729500" y="4045875"/>
            <a:ext cx="914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Medium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1" name="Google Shape;1881;p39"/>
          <p:cNvCxnSpPr/>
          <p:nvPr/>
        </p:nvCxnSpPr>
        <p:spPr>
          <a:xfrm rot="10800000">
            <a:off x="6681900" y="4288725"/>
            <a:ext cx="7236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82" name="Google Shape;1882;p39"/>
          <p:cNvGrpSpPr/>
          <p:nvPr/>
        </p:nvGrpSpPr>
        <p:grpSpPr>
          <a:xfrm>
            <a:off x="6497257" y="4180413"/>
            <a:ext cx="216600" cy="216600"/>
            <a:chOff x="3459394" y="2529888"/>
            <a:chExt cx="216600" cy="216600"/>
          </a:xfrm>
        </p:grpSpPr>
        <p:sp>
          <p:nvSpPr>
            <p:cNvPr id="1883" name="Google Shape;1883;p39"/>
            <p:cNvSpPr/>
            <p:nvPr/>
          </p:nvSpPr>
          <p:spPr>
            <a:xfrm rot="2700000">
              <a:off x="3491114" y="2561608"/>
              <a:ext cx="153159" cy="15315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39"/>
            <p:cNvSpPr/>
            <p:nvPr/>
          </p:nvSpPr>
          <p:spPr>
            <a:xfrm rot="2700000">
              <a:off x="3521680" y="2591942"/>
              <a:ext cx="92065" cy="920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9" name="Google Shape;1889;p40"/>
          <p:cNvGrpSpPr/>
          <p:nvPr/>
        </p:nvGrpSpPr>
        <p:grpSpPr>
          <a:xfrm>
            <a:off x="685788" y="1409609"/>
            <a:ext cx="1416223" cy="1412846"/>
            <a:chOff x="976963" y="1600109"/>
            <a:chExt cx="1416223" cy="1412846"/>
          </a:xfrm>
        </p:grpSpPr>
        <p:sp>
          <p:nvSpPr>
            <p:cNvPr id="1890" name="Google Shape;1890;p40"/>
            <p:cNvSpPr/>
            <p:nvPr/>
          </p:nvSpPr>
          <p:spPr>
            <a:xfrm>
              <a:off x="988661" y="2097152"/>
              <a:ext cx="254485" cy="126150"/>
            </a:xfrm>
            <a:custGeom>
              <a:rect b="b" l="l" r="r" t="t"/>
              <a:pathLst>
                <a:path extrusionOk="0" h="701" w="1414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0"/>
            <p:cNvSpPr/>
            <p:nvPr/>
          </p:nvSpPr>
          <p:spPr>
            <a:xfrm>
              <a:off x="1056152" y="1906397"/>
              <a:ext cx="246746" cy="186976"/>
            </a:xfrm>
            <a:custGeom>
              <a:rect b="b" l="l" r="r" t="t"/>
              <a:pathLst>
                <a:path extrusionOk="0" h="1039" w="1371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0"/>
            <p:cNvSpPr/>
            <p:nvPr/>
          </p:nvSpPr>
          <p:spPr>
            <a:xfrm>
              <a:off x="1180694" y="1751813"/>
              <a:ext cx="217050" cy="229986"/>
            </a:xfrm>
            <a:custGeom>
              <a:rect b="b" l="l" r="r" t="t"/>
              <a:pathLst>
                <a:path extrusionOk="0" h="1278" w="1206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0"/>
            <p:cNvSpPr/>
            <p:nvPr/>
          </p:nvSpPr>
          <p:spPr>
            <a:xfrm>
              <a:off x="1349511" y="1646718"/>
              <a:ext cx="167557" cy="251940"/>
            </a:xfrm>
            <a:custGeom>
              <a:rect b="b" l="l" r="r" t="t"/>
              <a:pathLst>
                <a:path extrusionOk="0" h="1400" w="931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0"/>
            <p:cNvSpPr/>
            <p:nvPr/>
          </p:nvSpPr>
          <p:spPr>
            <a:xfrm>
              <a:off x="1548023" y="1600109"/>
              <a:ext cx="102766" cy="251940"/>
            </a:xfrm>
            <a:custGeom>
              <a:rect b="b" l="l" r="r" t="t"/>
              <a:pathLst>
                <a:path extrusionOk="0" h="1400" w="571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0"/>
            <p:cNvSpPr/>
            <p:nvPr/>
          </p:nvSpPr>
          <p:spPr>
            <a:xfrm>
              <a:off x="1733758" y="1601369"/>
              <a:ext cx="109065" cy="254460"/>
            </a:xfrm>
            <a:custGeom>
              <a:rect b="b" l="l" r="r" t="t"/>
              <a:pathLst>
                <a:path extrusionOk="0" h="1414" w="606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0"/>
            <p:cNvSpPr/>
            <p:nvPr/>
          </p:nvSpPr>
          <p:spPr>
            <a:xfrm>
              <a:off x="1867299" y="1654456"/>
              <a:ext cx="172956" cy="252120"/>
            </a:xfrm>
            <a:custGeom>
              <a:rect b="b" l="l" r="r" t="t"/>
              <a:pathLst>
                <a:path extrusionOk="0" h="1401" w="961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0"/>
            <p:cNvSpPr/>
            <p:nvPr/>
          </p:nvSpPr>
          <p:spPr>
            <a:xfrm>
              <a:off x="1984283" y="1764950"/>
              <a:ext cx="220829" cy="227286"/>
            </a:xfrm>
            <a:custGeom>
              <a:rect b="b" l="l" r="r" t="t"/>
              <a:pathLst>
                <a:path extrusionOk="0" h="1263" w="1227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0"/>
            <p:cNvSpPr/>
            <p:nvPr/>
          </p:nvSpPr>
          <p:spPr>
            <a:xfrm>
              <a:off x="2129523" y="2117847"/>
              <a:ext cx="255924" cy="119672"/>
            </a:xfrm>
            <a:custGeom>
              <a:rect b="b" l="l" r="r" t="t"/>
              <a:pathLst>
                <a:path extrusionOk="0" h="665" w="1422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0"/>
            <p:cNvSpPr/>
            <p:nvPr/>
          </p:nvSpPr>
          <p:spPr>
            <a:xfrm>
              <a:off x="2141221" y="2319039"/>
              <a:ext cx="251965" cy="92318"/>
            </a:xfrm>
            <a:custGeom>
              <a:rect b="b" l="l" r="r" t="t"/>
              <a:pathLst>
                <a:path extrusionOk="0" h="513" w="140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0"/>
            <p:cNvSpPr/>
            <p:nvPr/>
          </p:nvSpPr>
          <p:spPr>
            <a:xfrm>
              <a:off x="2101087" y="2455447"/>
              <a:ext cx="254485" cy="157103"/>
            </a:xfrm>
            <a:custGeom>
              <a:rect b="b" l="l" r="r" t="t"/>
              <a:pathLst>
                <a:path extrusionOk="0" h="873" w="1414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0"/>
            <p:cNvSpPr/>
            <p:nvPr/>
          </p:nvSpPr>
          <p:spPr>
            <a:xfrm>
              <a:off x="2024417" y="2577458"/>
              <a:ext cx="233788" cy="210370"/>
            </a:xfrm>
            <a:custGeom>
              <a:rect b="b" l="l" r="r" t="t"/>
              <a:pathLst>
                <a:path extrusionOk="0" h="1169" w="1299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0"/>
            <p:cNvSpPr/>
            <p:nvPr/>
          </p:nvSpPr>
          <p:spPr>
            <a:xfrm>
              <a:off x="1916792" y="2674635"/>
              <a:ext cx="193473" cy="244202"/>
            </a:xfrm>
            <a:custGeom>
              <a:rect b="b" l="l" r="r" t="t"/>
              <a:pathLst>
                <a:path extrusionOk="0" h="1357" w="1075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0"/>
            <p:cNvSpPr/>
            <p:nvPr/>
          </p:nvSpPr>
          <p:spPr>
            <a:xfrm>
              <a:off x="1788290" y="2739600"/>
              <a:ext cx="136421" cy="255900"/>
            </a:xfrm>
            <a:custGeom>
              <a:rect b="b" l="l" r="r" t="t"/>
              <a:pathLst>
                <a:path extrusionOk="0" h="1422" w="758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0"/>
            <p:cNvSpPr/>
            <p:nvPr/>
          </p:nvSpPr>
          <p:spPr>
            <a:xfrm>
              <a:off x="1632432" y="2765514"/>
              <a:ext cx="84588" cy="247442"/>
            </a:xfrm>
            <a:custGeom>
              <a:rect b="b" l="l" r="r" t="t"/>
              <a:pathLst>
                <a:path extrusionOk="0" h="1375" w="47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0"/>
            <p:cNvSpPr/>
            <p:nvPr/>
          </p:nvSpPr>
          <p:spPr>
            <a:xfrm>
              <a:off x="1426000" y="2735641"/>
              <a:ext cx="143080" cy="254640"/>
            </a:xfrm>
            <a:custGeom>
              <a:rect b="b" l="l" r="r" t="t"/>
              <a:pathLst>
                <a:path extrusionOk="0" h="1415" w="795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0"/>
            <p:cNvSpPr/>
            <p:nvPr/>
          </p:nvSpPr>
          <p:spPr>
            <a:xfrm>
              <a:off x="1242966" y="2666897"/>
              <a:ext cx="200132" cy="241683"/>
            </a:xfrm>
            <a:custGeom>
              <a:rect b="b" l="l" r="r" t="t"/>
              <a:pathLst>
                <a:path extrusionOk="0" h="1343" w="1112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0"/>
            <p:cNvSpPr/>
            <p:nvPr/>
          </p:nvSpPr>
          <p:spPr>
            <a:xfrm>
              <a:off x="1100246" y="2565761"/>
              <a:ext cx="237747" cy="206411"/>
            </a:xfrm>
            <a:custGeom>
              <a:rect b="b" l="l" r="r" t="t"/>
              <a:pathLst>
                <a:path extrusionOk="0" h="1147" w="1321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0"/>
            <p:cNvSpPr/>
            <p:nvPr/>
          </p:nvSpPr>
          <p:spPr>
            <a:xfrm>
              <a:off x="1008098" y="2442310"/>
              <a:ext cx="254485" cy="152064"/>
            </a:xfrm>
            <a:custGeom>
              <a:rect b="b" l="l" r="r" t="t"/>
              <a:pathLst>
                <a:path extrusionOk="0" h="845" w="1414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40"/>
            <p:cNvSpPr/>
            <p:nvPr/>
          </p:nvSpPr>
          <p:spPr>
            <a:xfrm>
              <a:off x="976963" y="2306082"/>
              <a:ext cx="249445" cy="84580"/>
            </a:xfrm>
            <a:custGeom>
              <a:rect b="b" l="l" r="r" t="t"/>
              <a:pathLst>
                <a:path extrusionOk="0" h="470" w="1386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40"/>
            <p:cNvSpPr/>
            <p:nvPr/>
          </p:nvSpPr>
          <p:spPr>
            <a:xfrm>
              <a:off x="2074990" y="1924572"/>
              <a:ext cx="248186" cy="180497"/>
            </a:xfrm>
            <a:custGeom>
              <a:rect b="b" l="l" r="r" t="t"/>
              <a:pathLst>
                <a:path extrusionOk="0" h="1003" w="1379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1" name="Google Shape;1911;p40"/>
          <p:cNvGrpSpPr/>
          <p:nvPr/>
        </p:nvGrpSpPr>
        <p:grpSpPr>
          <a:xfrm>
            <a:off x="2829579" y="1409609"/>
            <a:ext cx="1416223" cy="1412846"/>
            <a:chOff x="2853388" y="1600109"/>
            <a:chExt cx="1416223" cy="1412846"/>
          </a:xfrm>
        </p:grpSpPr>
        <p:sp>
          <p:nvSpPr>
            <p:cNvPr id="1912" name="Google Shape;1912;p40"/>
            <p:cNvSpPr/>
            <p:nvPr/>
          </p:nvSpPr>
          <p:spPr>
            <a:xfrm>
              <a:off x="2865086" y="2097152"/>
              <a:ext cx="254485" cy="126150"/>
            </a:xfrm>
            <a:custGeom>
              <a:rect b="b" l="l" r="r" t="t"/>
              <a:pathLst>
                <a:path extrusionOk="0" h="701" w="1414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0"/>
            <p:cNvSpPr/>
            <p:nvPr/>
          </p:nvSpPr>
          <p:spPr>
            <a:xfrm>
              <a:off x="2932577" y="1906397"/>
              <a:ext cx="246746" cy="186976"/>
            </a:xfrm>
            <a:custGeom>
              <a:rect b="b" l="l" r="r" t="t"/>
              <a:pathLst>
                <a:path extrusionOk="0" h="1039" w="1371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0"/>
            <p:cNvSpPr/>
            <p:nvPr/>
          </p:nvSpPr>
          <p:spPr>
            <a:xfrm>
              <a:off x="3057119" y="1751813"/>
              <a:ext cx="217050" cy="229986"/>
            </a:xfrm>
            <a:custGeom>
              <a:rect b="b" l="l" r="r" t="t"/>
              <a:pathLst>
                <a:path extrusionOk="0" h="1278" w="1206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0"/>
            <p:cNvSpPr/>
            <p:nvPr/>
          </p:nvSpPr>
          <p:spPr>
            <a:xfrm>
              <a:off x="3225936" y="1646718"/>
              <a:ext cx="167557" cy="251940"/>
            </a:xfrm>
            <a:custGeom>
              <a:rect b="b" l="l" r="r" t="t"/>
              <a:pathLst>
                <a:path extrusionOk="0" h="1400" w="931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0"/>
            <p:cNvSpPr/>
            <p:nvPr/>
          </p:nvSpPr>
          <p:spPr>
            <a:xfrm>
              <a:off x="3424448" y="1600109"/>
              <a:ext cx="102766" cy="251940"/>
            </a:xfrm>
            <a:custGeom>
              <a:rect b="b" l="l" r="r" t="t"/>
              <a:pathLst>
                <a:path extrusionOk="0" h="1400" w="571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0"/>
            <p:cNvSpPr/>
            <p:nvPr/>
          </p:nvSpPr>
          <p:spPr>
            <a:xfrm>
              <a:off x="3610183" y="1601369"/>
              <a:ext cx="109065" cy="254460"/>
            </a:xfrm>
            <a:custGeom>
              <a:rect b="b" l="l" r="r" t="t"/>
              <a:pathLst>
                <a:path extrusionOk="0" h="1414" w="606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0"/>
            <p:cNvSpPr/>
            <p:nvPr/>
          </p:nvSpPr>
          <p:spPr>
            <a:xfrm>
              <a:off x="3743724" y="1654456"/>
              <a:ext cx="172956" cy="252120"/>
            </a:xfrm>
            <a:custGeom>
              <a:rect b="b" l="l" r="r" t="t"/>
              <a:pathLst>
                <a:path extrusionOk="0" h="1401" w="961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0"/>
            <p:cNvSpPr/>
            <p:nvPr/>
          </p:nvSpPr>
          <p:spPr>
            <a:xfrm>
              <a:off x="3860708" y="1764950"/>
              <a:ext cx="220829" cy="227286"/>
            </a:xfrm>
            <a:custGeom>
              <a:rect b="b" l="l" r="r" t="t"/>
              <a:pathLst>
                <a:path extrusionOk="0" h="1263" w="1227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0"/>
            <p:cNvSpPr/>
            <p:nvPr/>
          </p:nvSpPr>
          <p:spPr>
            <a:xfrm>
              <a:off x="4005948" y="2117847"/>
              <a:ext cx="255924" cy="119672"/>
            </a:xfrm>
            <a:custGeom>
              <a:rect b="b" l="l" r="r" t="t"/>
              <a:pathLst>
                <a:path extrusionOk="0" h="665" w="1422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0"/>
            <p:cNvSpPr/>
            <p:nvPr/>
          </p:nvSpPr>
          <p:spPr>
            <a:xfrm>
              <a:off x="4017646" y="2319039"/>
              <a:ext cx="251965" cy="92318"/>
            </a:xfrm>
            <a:custGeom>
              <a:rect b="b" l="l" r="r" t="t"/>
              <a:pathLst>
                <a:path extrusionOk="0" h="513" w="140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0"/>
            <p:cNvSpPr/>
            <p:nvPr/>
          </p:nvSpPr>
          <p:spPr>
            <a:xfrm>
              <a:off x="3977512" y="2455447"/>
              <a:ext cx="254485" cy="157103"/>
            </a:xfrm>
            <a:custGeom>
              <a:rect b="b" l="l" r="r" t="t"/>
              <a:pathLst>
                <a:path extrusionOk="0" h="873" w="1414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40"/>
            <p:cNvSpPr/>
            <p:nvPr/>
          </p:nvSpPr>
          <p:spPr>
            <a:xfrm>
              <a:off x="3900842" y="2577458"/>
              <a:ext cx="233788" cy="210370"/>
            </a:xfrm>
            <a:custGeom>
              <a:rect b="b" l="l" r="r" t="t"/>
              <a:pathLst>
                <a:path extrusionOk="0" h="1169" w="1299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0"/>
            <p:cNvSpPr/>
            <p:nvPr/>
          </p:nvSpPr>
          <p:spPr>
            <a:xfrm>
              <a:off x="3793217" y="2674635"/>
              <a:ext cx="193473" cy="244202"/>
            </a:xfrm>
            <a:custGeom>
              <a:rect b="b" l="l" r="r" t="t"/>
              <a:pathLst>
                <a:path extrusionOk="0" h="1357" w="1075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0"/>
            <p:cNvSpPr/>
            <p:nvPr/>
          </p:nvSpPr>
          <p:spPr>
            <a:xfrm>
              <a:off x="3664715" y="2739600"/>
              <a:ext cx="136421" cy="255900"/>
            </a:xfrm>
            <a:custGeom>
              <a:rect b="b" l="l" r="r" t="t"/>
              <a:pathLst>
                <a:path extrusionOk="0" h="1422" w="758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0"/>
            <p:cNvSpPr/>
            <p:nvPr/>
          </p:nvSpPr>
          <p:spPr>
            <a:xfrm>
              <a:off x="3508857" y="2765514"/>
              <a:ext cx="84588" cy="247442"/>
            </a:xfrm>
            <a:custGeom>
              <a:rect b="b" l="l" r="r" t="t"/>
              <a:pathLst>
                <a:path extrusionOk="0" h="1375" w="47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0"/>
            <p:cNvSpPr/>
            <p:nvPr/>
          </p:nvSpPr>
          <p:spPr>
            <a:xfrm>
              <a:off x="3302425" y="2735641"/>
              <a:ext cx="143080" cy="254640"/>
            </a:xfrm>
            <a:custGeom>
              <a:rect b="b" l="l" r="r" t="t"/>
              <a:pathLst>
                <a:path extrusionOk="0" h="1415" w="795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0"/>
            <p:cNvSpPr/>
            <p:nvPr/>
          </p:nvSpPr>
          <p:spPr>
            <a:xfrm>
              <a:off x="3119391" y="2666897"/>
              <a:ext cx="200132" cy="241683"/>
            </a:xfrm>
            <a:custGeom>
              <a:rect b="b" l="l" r="r" t="t"/>
              <a:pathLst>
                <a:path extrusionOk="0" h="1343" w="1112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2976671" y="2565761"/>
              <a:ext cx="237747" cy="206411"/>
            </a:xfrm>
            <a:custGeom>
              <a:rect b="b" l="l" r="r" t="t"/>
              <a:pathLst>
                <a:path extrusionOk="0" h="1147" w="1321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2884523" y="2442310"/>
              <a:ext cx="254485" cy="152064"/>
            </a:xfrm>
            <a:custGeom>
              <a:rect b="b" l="l" r="r" t="t"/>
              <a:pathLst>
                <a:path extrusionOk="0" h="845" w="1414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2853388" y="2306082"/>
              <a:ext cx="249445" cy="84580"/>
            </a:xfrm>
            <a:custGeom>
              <a:rect b="b" l="l" r="r" t="t"/>
              <a:pathLst>
                <a:path extrusionOk="0" h="470" w="1386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3951415" y="1924572"/>
              <a:ext cx="248186" cy="180497"/>
            </a:xfrm>
            <a:custGeom>
              <a:rect b="b" l="l" r="r" t="t"/>
              <a:pathLst>
                <a:path extrusionOk="0" h="1003" w="1379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3" name="Google Shape;1933;p40"/>
          <p:cNvGrpSpPr/>
          <p:nvPr/>
        </p:nvGrpSpPr>
        <p:grpSpPr>
          <a:xfrm>
            <a:off x="4973376" y="1409609"/>
            <a:ext cx="1416223" cy="1412846"/>
            <a:chOff x="4571988" y="1600109"/>
            <a:chExt cx="1416223" cy="1412846"/>
          </a:xfrm>
        </p:grpSpPr>
        <p:sp>
          <p:nvSpPr>
            <p:cNvPr id="1934" name="Google Shape;1934;p40"/>
            <p:cNvSpPr/>
            <p:nvPr/>
          </p:nvSpPr>
          <p:spPr>
            <a:xfrm>
              <a:off x="4583686" y="2097152"/>
              <a:ext cx="254485" cy="126150"/>
            </a:xfrm>
            <a:custGeom>
              <a:rect b="b" l="l" r="r" t="t"/>
              <a:pathLst>
                <a:path extrusionOk="0" h="701" w="1414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4651177" y="1906397"/>
              <a:ext cx="246746" cy="186976"/>
            </a:xfrm>
            <a:custGeom>
              <a:rect b="b" l="l" r="r" t="t"/>
              <a:pathLst>
                <a:path extrusionOk="0" h="1039" w="1371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4775719" y="1751813"/>
              <a:ext cx="217050" cy="229986"/>
            </a:xfrm>
            <a:custGeom>
              <a:rect b="b" l="l" r="r" t="t"/>
              <a:pathLst>
                <a:path extrusionOk="0" h="1278" w="1206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4944536" y="1646718"/>
              <a:ext cx="167557" cy="251940"/>
            </a:xfrm>
            <a:custGeom>
              <a:rect b="b" l="l" r="r" t="t"/>
              <a:pathLst>
                <a:path extrusionOk="0" h="1400" w="931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5143048" y="1600109"/>
              <a:ext cx="102766" cy="251940"/>
            </a:xfrm>
            <a:custGeom>
              <a:rect b="b" l="l" r="r" t="t"/>
              <a:pathLst>
                <a:path extrusionOk="0" h="1400" w="571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5328783" y="1601369"/>
              <a:ext cx="109065" cy="254460"/>
            </a:xfrm>
            <a:custGeom>
              <a:rect b="b" l="l" r="r" t="t"/>
              <a:pathLst>
                <a:path extrusionOk="0" h="1414" w="606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5462324" y="1654456"/>
              <a:ext cx="172956" cy="252120"/>
            </a:xfrm>
            <a:custGeom>
              <a:rect b="b" l="l" r="r" t="t"/>
              <a:pathLst>
                <a:path extrusionOk="0" h="1401" w="961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5579308" y="1764950"/>
              <a:ext cx="220829" cy="227286"/>
            </a:xfrm>
            <a:custGeom>
              <a:rect b="b" l="l" r="r" t="t"/>
              <a:pathLst>
                <a:path extrusionOk="0" h="1263" w="1227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0"/>
            <p:cNvSpPr/>
            <p:nvPr/>
          </p:nvSpPr>
          <p:spPr>
            <a:xfrm>
              <a:off x="5724548" y="2117847"/>
              <a:ext cx="255924" cy="119672"/>
            </a:xfrm>
            <a:custGeom>
              <a:rect b="b" l="l" r="r" t="t"/>
              <a:pathLst>
                <a:path extrusionOk="0" h="665" w="1422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0"/>
            <p:cNvSpPr/>
            <p:nvPr/>
          </p:nvSpPr>
          <p:spPr>
            <a:xfrm>
              <a:off x="5736246" y="2319039"/>
              <a:ext cx="251965" cy="92318"/>
            </a:xfrm>
            <a:custGeom>
              <a:rect b="b" l="l" r="r" t="t"/>
              <a:pathLst>
                <a:path extrusionOk="0" h="513" w="140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40"/>
            <p:cNvSpPr/>
            <p:nvPr/>
          </p:nvSpPr>
          <p:spPr>
            <a:xfrm>
              <a:off x="5696112" y="2455447"/>
              <a:ext cx="254485" cy="157103"/>
            </a:xfrm>
            <a:custGeom>
              <a:rect b="b" l="l" r="r" t="t"/>
              <a:pathLst>
                <a:path extrusionOk="0" h="873" w="1414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40"/>
            <p:cNvSpPr/>
            <p:nvPr/>
          </p:nvSpPr>
          <p:spPr>
            <a:xfrm>
              <a:off x="5619442" y="2577458"/>
              <a:ext cx="233788" cy="210370"/>
            </a:xfrm>
            <a:custGeom>
              <a:rect b="b" l="l" r="r" t="t"/>
              <a:pathLst>
                <a:path extrusionOk="0" h="1169" w="1299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0"/>
            <p:cNvSpPr/>
            <p:nvPr/>
          </p:nvSpPr>
          <p:spPr>
            <a:xfrm>
              <a:off x="5511817" y="2674635"/>
              <a:ext cx="193473" cy="244202"/>
            </a:xfrm>
            <a:custGeom>
              <a:rect b="b" l="l" r="r" t="t"/>
              <a:pathLst>
                <a:path extrusionOk="0" h="1357" w="1075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0"/>
            <p:cNvSpPr/>
            <p:nvPr/>
          </p:nvSpPr>
          <p:spPr>
            <a:xfrm>
              <a:off x="5383315" y="2739600"/>
              <a:ext cx="136421" cy="255900"/>
            </a:xfrm>
            <a:custGeom>
              <a:rect b="b" l="l" r="r" t="t"/>
              <a:pathLst>
                <a:path extrusionOk="0" h="1422" w="758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40"/>
            <p:cNvSpPr/>
            <p:nvPr/>
          </p:nvSpPr>
          <p:spPr>
            <a:xfrm>
              <a:off x="5227457" y="2765514"/>
              <a:ext cx="84588" cy="247442"/>
            </a:xfrm>
            <a:custGeom>
              <a:rect b="b" l="l" r="r" t="t"/>
              <a:pathLst>
                <a:path extrusionOk="0" h="1375" w="47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40"/>
            <p:cNvSpPr/>
            <p:nvPr/>
          </p:nvSpPr>
          <p:spPr>
            <a:xfrm>
              <a:off x="5021025" y="2735641"/>
              <a:ext cx="143080" cy="254640"/>
            </a:xfrm>
            <a:custGeom>
              <a:rect b="b" l="l" r="r" t="t"/>
              <a:pathLst>
                <a:path extrusionOk="0" h="1415" w="795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40"/>
            <p:cNvSpPr/>
            <p:nvPr/>
          </p:nvSpPr>
          <p:spPr>
            <a:xfrm>
              <a:off x="4837991" y="2666897"/>
              <a:ext cx="200132" cy="241683"/>
            </a:xfrm>
            <a:custGeom>
              <a:rect b="b" l="l" r="r" t="t"/>
              <a:pathLst>
                <a:path extrusionOk="0" h="1343" w="1112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40"/>
            <p:cNvSpPr/>
            <p:nvPr/>
          </p:nvSpPr>
          <p:spPr>
            <a:xfrm>
              <a:off x="4695271" y="2565761"/>
              <a:ext cx="237747" cy="206411"/>
            </a:xfrm>
            <a:custGeom>
              <a:rect b="b" l="l" r="r" t="t"/>
              <a:pathLst>
                <a:path extrusionOk="0" h="1147" w="1321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0"/>
            <p:cNvSpPr/>
            <p:nvPr/>
          </p:nvSpPr>
          <p:spPr>
            <a:xfrm>
              <a:off x="4603123" y="2442310"/>
              <a:ext cx="254485" cy="152064"/>
            </a:xfrm>
            <a:custGeom>
              <a:rect b="b" l="l" r="r" t="t"/>
              <a:pathLst>
                <a:path extrusionOk="0" h="845" w="1414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40"/>
            <p:cNvSpPr/>
            <p:nvPr/>
          </p:nvSpPr>
          <p:spPr>
            <a:xfrm>
              <a:off x="4571988" y="2306082"/>
              <a:ext cx="249445" cy="84580"/>
            </a:xfrm>
            <a:custGeom>
              <a:rect b="b" l="l" r="r" t="t"/>
              <a:pathLst>
                <a:path extrusionOk="0" h="470" w="1386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40"/>
            <p:cNvSpPr/>
            <p:nvPr/>
          </p:nvSpPr>
          <p:spPr>
            <a:xfrm>
              <a:off x="5670015" y="1924572"/>
              <a:ext cx="248186" cy="180497"/>
            </a:xfrm>
            <a:custGeom>
              <a:rect b="b" l="l" r="r" t="t"/>
              <a:pathLst>
                <a:path extrusionOk="0" h="1003" w="1379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5" name="Google Shape;1955;p40"/>
          <p:cNvGrpSpPr/>
          <p:nvPr/>
        </p:nvGrpSpPr>
        <p:grpSpPr>
          <a:xfrm>
            <a:off x="7117163" y="1409609"/>
            <a:ext cx="1416223" cy="1412846"/>
            <a:chOff x="6360588" y="1600109"/>
            <a:chExt cx="1416223" cy="1412846"/>
          </a:xfrm>
        </p:grpSpPr>
        <p:sp>
          <p:nvSpPr>
            <p:cNvPr id="1956" name="Google Shape;1956;p40"/>
            <p:cNvSpPr/>
            <p:nvPr/>
          </p:nvSpPr>
          <p:spPr>
            <a:xfrm>
              <a:off x="6372286" y="2097152"/>
              <a:ext cx="254485" cy="126150"/>
            </a:xfrm>
            <a:custGeom>
              <a:rect b="b" l="l" r="r" t="t"/>
              <a:pathLst>
                <a:path extrusionOk="0" h="701" w="1414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40"/>
            <p:cNvSpPr/>
            <p:nvPr/>
          </p:nvSpPr>
          <p:spPr>
            <a:xfrm>
              <a:off x="6439777" y="1906397"/>
              <a:ext cx="246746" cy="186976"/>
            </a:xfrm>
            <a:custGeom>
              <a:rect b="b" l="l" r="r" t="t"/>
              <a:pathLst>
                <a:path extrusionOk="0" h="1039" w="1371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40"/>
            <p:cNvSpPr/>
            <p:nvPr/>
          </p:nvSpPr>
          <p:spPr>
            <a:xfrm>
              <a:off x="6564319" y="1751813"/>
              <a:ext cx="217050" cy="229986"/>
            </a:xfrm>
            <a:custGeom>
              <a:rect b="b" l="l" r="r" t="t"/>
              <a:pathLst>
                <a:path extrusionOk="0" h="1278" w="1206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40"/>
            <p:cNvSpPr/>
            <p:nvPr/>
          </p:nvSpPr>
          <p:spPr>
            <a:xfrm>
              <a:off x="6733136" y="1646718"/>
              <a:ext cx="167557" cy="251940"/>
            </a:xfrm>
            <a:custGeom>
              <a:rect b="b" l="l" r="r" t="t"/>
              <a:pathLst>
                <a:path extrusionOk="0" h="1400" w="931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40"/>
            <p:cNvSpPr/>
            <p:nvPr/>
          </p:nvSpPr>
          <p:spPr>
            <a:xfrm>
              <a:off x="6931648" y="1600109"/>
              <a:ext cx="102766" cy="251940"/>
            </a:xfrm>
            <a:custGeom>
              <a:rect b="b" l="l" r="r" t="t"/>
              <a:pathLst>
                <a:path extrusionOk="0" h="1400" w="571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40"/>
            <p:cNvSpPr/>
            <p:nvPr/>
          </p:nvSpPr>
          <p:spPr>
            <a:xfrm>
              <a:off x="7117383" y="1601369"/>
              <a:ext cx="109065" cy="254460"/>
            </a:xfrm>
            <a:custGeom>
              <a:rect b="b" l="l" r="r" t="t"/>
              <a:pathLst>
                <a:path extrusionOk="0" h="1414" w="606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40"/>
            <p:cNvSpPr/>
            <p:nvPr/>
          </p:nvSpPr>
          <p:spPr>
            <a:xfrm>
              <a:off x="7250924" y="1654456"/>
              <a:ext cx="172956" cy="252120"/>
            </a:xfrm>
            <a:custGeom>
              <a:rect b="b" l="l" r="r" t="t"/>
              <a:pathLst>
                <a:path extrusionOk="0" h="1401" w="961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40"/>
            <p:cNvSpPr/>
            <p:nvPr/>
          </p:nvSpPr>
          <p:spPr>
            <a:xfrm>
              <a:off x="7367908" y="1764950"/>
              <a:ext cx="220829" cy="227286"/>
            </a:xfrm>
            <a:custGeom>
              <a:rect b="b" l="l" r="r" t="t"/>
              <a:pathLst>
                <a:path extrusionOk="0" h="1263" w="1227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40"/>
            <p:cNvSpPr/>
            <p:nvPr/>
          </p:nvSpPr>
          <p:spPr>
            <a:xfrm>
              <a:off x="7513148" y="2117847"/>
              <a:ext cx="255924" cy="119672"/>
            </a:xfrm>
            <a:custGeom>
              <a:rect b="b" l="l" r="r" t="t"/>
              <a:pathLst>
                <a:path extrusionOk="0" h="665" w="1422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0"/>
            <p:cNvSpPr/>
            <p:nvPr/>
          </p:nvSpPr>
          <p:spPr>
            <a:xfrm>
              <a:off x="7524846" y="2319039"/>
              <a:ext cx="251965" cy="92318"/>
            </a:xfrm>
            <a:custGeom>
              <a:rect b="b" l="l" r="r" t="t"/>
              <a:pathLst>
                <a:path extrusionOk="0" h="513" w="140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0"/>
            <p:cNvSpPr/>
            <p:nvPr/>
          </p:nvSpPr>
          <p:spPr>
            <a:xfrm>
              <a:off x="7484712" y="2455447"/>
              <a:ext cx="254485" cy="157103"/>
            </a:xfrm>
            <a:custGeom>
              <a:rect b="b" l="l" r="r" t="t"/>
              <a:pathLst>
                <a:path extrusionOk="0" h="873" w="1414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40"/>
            <p:cNvSpPr/>
            <p:nvPr/>
          </p:nvSpPr>
          <p:spPr>
            <a:xfrm>
              <a:off x="7408042" y="2577458"/>
              <a:ext cx="233788" cy="210370"/>
            </a:xfrm>
            <a:custGeom>
              <a:rect b="b" l="l" r="r" t="t"/>
              <a:pathLst>
                <a:path extrusionOk="0" h="1169" w="1299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40"/>
            <p:cNvSpPr/>
            <p:nvPr/>
          </p:nvSpPr>
          <p:spPr>
            <a:xfrm>
              <a:off x="7300417" y="2674635"/>
              <a:ext cx="193473" cy="244202"/>
            </a:xfrm>
            <a:custGeom>
              <a:rect b="b" l="l" r="r" t="t"/>
              <a:pathLst>
                <a:path extrusionOk="0" h="1357" w="1075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0"/>
            <p:cNvSpPr/>
            <p:nvPr/>
          </p:nvSpPr>
          <p:spPr>
            <a:xfrm>
              <a:off x="7171915" y="2739600"/>
              <a:ext cx="136421" cy="255900"/>
            </a:xfrm>
            <a:custGeom>
              <a:rect b="b" l="l" r="r" t="t"/>
              <a:pathLst>
                <a:path extrusionOk="0" h="1422" w="758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0"/>
            <p:cNvSpPr/>
            <p:nvPr/>
          </p:nvSpPr>
          <p:spPr>
            <a:xfrm>
              <a:off x="7016057" y="2765514"/>
              <a:ext cx="84588" cy="247442"/>
            </a:xfrm>
            <a:custGeom>
              <a:rect b="b" l="l" r="r" t="t"/>
              <a:pathLst>
                <a:path extrusionOk="0" h="1375" w="47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0"/>
            <p:cNvSpPr/>
            <p:nvPr/>
          </p:nvSpPr>
          <p:spPr>
            <a:xfrm>
              <a:off x="6809625" y="2735641"/>
              <a:ext cx="143080" cy="254640"/>
            </a:xfrm>
            <a:custGeom>
              <a:rect b="b" l="l" r="r" t="t"/>
              <a:pathLst>
                <a:path extrusionOk="0" h="1415" w="795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0"/>
            <p:cNvSpPr/>
            <p:nvPr/>
          </p:nvSpPr>
          <p:spPr>
            <a:xfrm>
              <a:off x="6626591" y="2666897"/>
              <a:ext cx="200132" cy="241683"/>
            </a:xfrm>
            <a:custGeom>
              <a:rect b="b" l="l" r="r" t="t"/>
              <a:pathLst>
                <a:path extrusionOk="0" h="1343" w="1112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0"/>
            <p:cNvSpPr/>
            <p:nvPr/>
          </p:nvSpPr>
          <p:spPr>
            <a:xfrm>
              <a:off x="6483871" y="2565761"/>
              <a:ext cx="237747" cy="206411"/>
            </a:xfrm>
            <a:custGeom>
              <a:rect b="b" l="l" r="r" t="t"/>
              <a:pathLst>
                <a:path extrusionOk="0" h="1147" w="1321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0"/>
            <p:cNvSpPr/>
            <p:nvPr/>
          </p:nvSpPr>
          <p:spPr>
            <a:xfrm>
              <a:off x="6391723" y="2442310"/>
              <a:ext cx="254485" cy="152064"/>
            </a:xfrm>
            <a:custGeom>
              <a:rect b="b" l="l" r="r" t="t"/>
              <a:pathLst>
                <a:path extrusionOk="0" h="845" w="1414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0"/>
            <p:cNvSpPr/>
            <p:nvPr/>
          </p:nvSpPr>
          <p:spPr>
            <a:xfrm>
              <a:off x="6360588" y="2306082"/>
              <a:ext cx="249445" cy="84580"/>
            </a:xfrm>
            <a:custGeom>
              <a:rect b="b" l="l" r="r" t="t"/>
              <a:pathLst>
                <a:path extrusionOk="0" h="470" w="1386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0"/>
            <p:cNvSpPr/>
            <p:nvPr/>
          </p:nvSpPr>
          <p:spPr>
            <a:xfrm>
              <a:off x="7458615" y="1924572"/>
              <a:ext cx="248186" cy="180497"/>
            </a:xfrm>
            <a:custGeom>
              <a:rect b="b" l="l" r="r" t="t"/>
              <a:pathLst>
                <a:path extrusionOk="0" h="1003" w="1379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7" name="Google Shape;1977;p40"/>
          <p:cNvGrpSpPr/>
          <p:nvPr/>
        </p:nvGrpSpPr>
        <p:grpSpPr>
          <a:xfrm>
            <a:off x="484298" y="3366856"/>
            <a:ext cx="1819203" cy="917078"/>
            <a:chOff x="690611" y="3290656"/>
            <a:chExt cx="1819203" cy="917078"/>
          </a:xfrm>
        </p:grpSpPr>
        <p:sp>
          <p:nvSpPr>
            <p:cNvPr id="1978" name="Google Shape;1978;p40"/>
            <p:cNvSpPr txBox="1"/>
            <p:nvPr/>
          </p:nvSpPr>
          <p:spPr>
            <a:xfrm>
              <a:off x="690611" y="3644635"/>
              <a:ext cx="18192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9" name="Google Shape;1979;p40"/>
            <p:cNvSpPr txBox="1"/>
            <p:nvPr/>
          </p:nvSpPr>
          <p:spPr>
            <a:xfrm>
              <a:off x="690614" y="3290656"/>
              <a:ext cx="18192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PHP</a:t>
              </a:r>
              <a:endParaRPr b="1" sz="18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80" name="Google Shape;1980;p40"/>
          <p:cNvGrpSpPr/>
          <p:nvPr/>
        </p:nvGrpSpPr>
        <p:grpSpPr>
          <a:xfrm>
            <a:off x="2628086" y="3366856"/>
            <a:ext cx="1819203" cy="917078"/>
            <a:chOff x="2671811" y="3290656"/>
            <a:chExt cx="1819203" cy="917078"/>
          </a:xfrm>
        </p:grpSpPr>
        <p:sp>
          <p:nvSpPr>
            <p:cNvPr id="1981" name="Google Shape;1981;p40"/>
            <p:cNvSpPr txBox="1"/>
            <p:nvPr/>
          </p:nvSpPr>
          <p:spPr>
            <a:xfrm>
              <a:off x="2671811" y="3644635"/>
              <a:ext cx="18192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2" name="Google Shape;1982;p40"/>
            <p:cNvSpPr txBox="1"/>
            <p:nvPr/>
          </p:nvSpPr>
          <p:spPr>
            <a:xfrm>
              <a:off x="2671814" y="3290656"/>
              <a:ext cx="18192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JAVA</a:t>
              </a:r>
              <a:endParaRPr b="1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83" name="Google Shape;1983;p40"/>
          <p:cNvGrpSpPr/>
          <p:nvPr/>
        </p:nvGrpSpPr>
        <p:grpSpPr>
          <a:xfrm>
            <a:off x="4771886" y="3366856"/>
            <a:ext cx="1819203" cy="917078"/>
            <a:chOff x="4653011" y="3290656"/>
            <a:chExt cx="1819203" cy="917078"/>
          </a:xfrm>
        </p:grpSpPr>
        <p:sp>
          <p:nvSpPr>
            <p:cNvPr id="1984" name="Google Shape;1984;p40"/>
            <p:cNvSpPr txBox="1"/>
            <p:nvPr/>
          </p:nvSpPr>
          <p:spPr>
            <a:xfrm>
              <a:off x="4653011" y="3644635"/>
              <a:ext cx="18192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place. It’s full of iron oxide dust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5" name="Google Shape;1985;p40"/>
            <p:cNvSpPr txBox="1"/>
            <p:nvPr/>
          </p:nvSpPr>
          <p:spPr>
            <a:xfrm>
              <a:off x="4653014" y="3290656"/>
              <a:ext cx="18192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CSS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986" name="Google Shape;1986;p40"/>
          <p:cNvGrpSpPr/>
          <p:nvPr/>
        </p:nvGrpSpPr>
        <p:grpSpPr>
          <a:xfrm>
            <a:off x="6915673" y="3366856"/>
            <a:ext cx="1819203" cy="917078"/>
            <a:chOff x="6634211" y="3290656"/>
            <a:chExt cx="1819203" cy="917078"/>
          </a:xfrm>
        </p:grpSpPr>
        <p:sp>
          <p:nvSpPr>
            <p:cNvPr id="1987" name="Google Shape;1987;p40"/>
            <p:cNvSpPr txBox="1"/>
            <p:nvPr/>
          </p:nvSpPr>
          <p:spPr>
            <a:xfrm>
              <a:off x="6634211" y="3644635"/>
              <a:ext cx="18192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 and is the ringed one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t/>
              </a:r>
              <a:endParaRPr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8" name="Google Shape;1988;p40"/>
            <p:cNvSpPr txBox="1"/>
            <p:nvPr/>
          </p:nvSpPr>
          <p:spPr>
            <a:xfrm>
              <a:off x="6634214" y="3290656"/>
              <a:ext cx="18192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HTML</a:t>
              </a:r>
              <a:endParaRPr b="1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989" name="Google Shape;1989;p40"/>
          <p:cNvSpPr txBox="1"/>
          <p:nvPr/>
        </p:nvSpPr>
        <p:spPr>
          <a:xfrm>
            <a:off x="903400" y="1777925"/>
            <a:ext cx="981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95%</a:t>
            </a:r>
            <a:endParaRPr b="1" sz="25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90" name="Google Shape;1990;p40"/>
          <p:cNvSpPr txBox="1"/>
          <p:nvPr/>
        </p:nvSpPr>
        <p:spPr>
          <a:xfrm>
            <a:off x="3047188" y="1777925"/>
            <a:ext cx="981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25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5%</a:t>
            </a:r>
            <a:endParaRPr b="1" sz="25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91" name="Google Shape;1991;p40"/>
          <p:cNvSpPr txBox="1"/>
          <p:nvPr/>
        </p:nvSpPr>
        <p:spPr>
          <a:xfrm>
            <a:off x="5190975" y="1777925"/>
            <a:ext cx="981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45</a:t>
            </a:r>
            <a:r>
              <a:rPr b="1" lang="en" sz="25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25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92" name="Google Shape;1992;p40"/>
          <p:cNvSpPr txBox="1"/>
          <p:nvPr/>
        </p:nvSpPr>
        <p:spPr>
          <a:xfrm>
            <a:off x="7334775" y="1777925"/>
            <a:ext cx="981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</a:t>
            </a:r>
            <a:r>
              <a:rPr b="1" lang="en" sz="25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25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993" name="Google Shape;1993;p40"/>
          <p:cNvCxnSpPr>
            <a:endCxn id="1979" idx="0"/>
          </p:cNvCxnSpPr>
          <p:nvPr/>
        </p:nvCxnSpPr>
        <p:spPr>
          <a:xfrm flipH="1">
            <a:off x="1393901" y="2914756"/>
            <a:ext cx="6300" cy="4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94" name="Google Shape;1994;p40"/>
          <p:cNvCxnSpPr/>
          <p:nvPr/>
        </p:nvCxnSpPr>
        <p:spPr>
          <a:xfrm flipH="1">
            <a:off x="3534539" y="2914756"/>
            <a:ext cx="6300" cy="4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95" name="Google Shape;1995;p40"/>
          <p:cNvCxnSpPr/>
          <p:nvPr/>
        </p:nvCxnSpPr>
        <p:spPr>
          <a:xfrm flipH="1">
            <a:off x="5678326" y="2914756"/>
            <a:ext cx="6300" cy="4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96" name="Google Shape;1996;p40"/>
          <p:cNvCxnSpPr/>
          <p:nvPr/>
        </p:nvCxnSpPr>
        <p:spPr>
          <a:xfrm flipH="1">
            <a:off x="7822126" y="2914756"/>
            <a:ext cx="6300" cy="4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1" name="Google Shape;2001;p41"/>
          <p:cNvGrpSpPr/>
          <p:nvPr/>
        </p:nvGrpSpPr>
        <p:grpSpPr>
          <a:xfrm>
            <a:off x="1233452" y="1461925"/>
            <a:ext cx="1722240" cy="3269942"/>
            <a:chOff x="1081052" y="1461925"/>
            <a:chExt cx="1722240" cy="3269942"/>
          </a:xfrm>
        </p:grpSpPr>
        <p:grpSp>
          <p:nvGrpSpPr>
            <p:cNvPr id="2002" name="Google Shape;2002;p41"/>
            <p:cNvGrpSpPr/>
            <p:nvPr/>
          </p:nvGrpSpPr>
          <p:grpSpPr>
            <a:xfrm>
              <a:off x="1081052" y="3852889"/>
              <a:ext cx="1722240" cy="878978"/>
              <a:chOff x="484298" y="3852631"/>
              <a:chExt cx="1819203" cy="878978"/>
            </a:xfrm>
          </p:grpSpPr>
          <p:sp>
            <p:nvSpPr>
              <p:cNvPr id="2003" name="Google Shape;2003;p41"/>
              <p:cNvSpPr txBox="1"/>
              <p:nvPr/>
            </p:nvSpPr>
            <p:spPr>
              <a:xfrm>
                <a:off x="484298" y="4168510"/>
                <a:ext cx="18192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04" name="Google Shape;2004;p41"/>
              <p:cNvSpPr txBox="1"/>
              <p:nvPr/>
            </p:nvSpPr>
            <p:spPr>
              <a:xfrm>
                <a:off x="484301" y="3852631"/>
                <a:ext cx="18192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600">
                    <a:solidFill>
                      <a:schemeClr val="lt2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SPANISH</a:t>
                </a:r>
                <a:endParaRPr b="1" sz="1600">
                  <a:solidFill>
                    <a:schemeClr val="l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2005" name="Google Shape;2005;p41"/>
            <p:cNvSpPr/>
            <p:nvPr/>
          </p:nvSpPr>
          <p:spPr>
            <a:xfrm rot="-5400000">
              <a:off x="851672" y="2333275"/>
              <a:ext cx="2181000" cy="4383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41"/>
          <p:cNvGrpSpPr/>
          <p:nvPr/>
        </p:nvGrpSpPr>
        <p:grpSpPr>
          <a:xfrm>
            <a:off x="3150180" y="1794625"/>
            <a:ext cx="1722240" cy="2937242"/>
            <a:chOff x="2959689" y="1794625"/>
            <a:chExt cx="1722240" cy="2937242"/>
          </a:xfrm>
        </p:grpSpPr>
        <p:grpSp>
          <p:nvGrpSpPr>
            <p:cNvPr id="2007" name="Google Shape;2007;p41"/>
            <p:cNvGrpSpPr/>
            <p:nvPr/>
          </p:nvGrpSpPr>
          <p:grpSpPr>
            <a:xfrm>
              <a:off x="2959689" y="3852889"/>
              <a:ext cx="1722240" cy="878978"/>
              <a:chOff x="2628086" y="3852631"/>
              <a:chExt cx="1819203" cy="878978"/>
            </a:xfrm>
          </p:grpSpPr>
          <p:sp>
            <p:nvSpPr>
              <p:cNvPr id="2008" name="Google Shape;2008;p41"/>
              <p:cNvSpPr txBox="1"/>
              <p:nvPr/>
            </p:nvSpPr>
            <p:spPr>
              <a:xfrm>
                <a:off x="2628086" y="4168510"/>
                <a:ext cx="18192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09" name="Google Shape;2009;p41"/>
              <p:cNvSpPr txBox="1"/>
              <p:nvPr/>
            </p:nvSpPr>
            <p:spPr>
              <a:xfrm>
                <a:off x="2628089" y="3852631"/>
                <a:ext cx="18192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600">
                    <a:solidFill>
                      <a:schemeClr val="accen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ENGLISH</a:t>
                </a:r>
                <a:endParaRPr b="1" sz="16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2010" name="Google Shape;2010;p41"/>
            <p:cNvSpPr/>
            <p:nvPr/>
          </p:nvSpPr>
          <p:spPr>
            <a:xfrm rot="-5400000">
              <a:off x="2896659" y="2499625"/>
              <a:ext cx="1848300" cy="438300"/>
            </a:xfrm>
            <a:prstGeom prst="homePlat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1" name="Google Shape;2011;p41"/>
          <p:cNvGrpSpPr/>
          <p:nvPr/>
        </p:nvGrpSpPr>
        <p:grpSpPr>
          <a:xfrm>
            <a:off x="5066909" y="2337925"/>
            <a:ext cx="1722240" cy="2393942"/>
            <a:chOff x="4838327" y="2337925"/>
            <a:chExt cx="1722240" cy="2393942"/>
          </a:xfrm>
        </p:grpSpPr>
        <p:grpSp>
          <p:nvGrpSpPr>
            <p:cNvPr id="2012" name="Google Shape;2012;p41"/>
            <p:cNvGrpSpPr/>
            <p:nvPr/>
          </p:nvGrpSpPr>
          <p:grpSpPr>
            <a:xfrm>
              <a:off x="4838327" y="3852889"/>
              <a:ext cx="1722240" cy="878978"/>
              <a:chOff x="4771886" y="3852631"/>
              <a:chExt cx="1819203" cy="878978"/>
            </a:xfrm>
          </p:grpSpPr>
          <p:sp>
            <p:nvSpPr>
              <p:cNvPr id="2013" name="Google Shape;2013;p41"/>
              <p:cNvSpPr txBox="1"/>
              <p:nvPr/>
            </p:nvSpPr>
            <p:spPr>
              <a:xfrm>
                <a:off x="4771886" y="4168510"/>
                <a:ext cx="18192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Mars is actually a very cold place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14" name="Google Shape;2014;p41"/>
              <p:cNvSpPr txBox="1"/>
              <p:nvPr/>
            </p:nvSpPr>
            <p:spPr>
              <a:xfrm>
                <a:off x="4771889" y="3852631"/>
                <a:ext cx="18192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600">
                    <a:solidFill>
                      <a:schemeClr val="accent2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FRENCH</a:t>
                </a:r>
                <a:endParaRPr b="1" sz="16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2015" name="Google Shape;2015;p41"/>
            <p:cNvSpPr/>
            <p:nvPr/>
          </p:nvSpPr>
          <p:spPr>
            <a:xfrm rot="-5400000">
              <a:off x="5046946" y="2771275"/>
              <a:ext cx="1305000" cy="438300"/>
            </a:xfrm>
            <a:prstGeom prst="homePlat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6" name="Google Shape;2016;p41"/>
          <p:cNvGrpSpPr/>
          <p:nvPr/>
        </p:nvGrpSpPr>
        <p:grpSpPr>
          <a:xfrm>
            <a:off x="6983637" y="2762125"/>
            <a:ext cx="1722240" cy="1969742"/>
            <a:chOff x="6716937" y="2762125"/>
            <a:chExt cx="1722240" cy="1969742"/>
          </a:xfrm>
        </p:grpSpPr>
        <p:grpSp>
          <p:nvGrpSpPr>
            <p:cNvPr id="2017" name="Google Shape;2017;p41"/>
            <p:cNvGrpSpPr/>
            <p:nvPr/>
          </p:nvGrpSpPr>
          <p:grpSpPr>
            <a:xfrm>
              <a:off x="6716937" y="3852889"/>
              <a:ext cx="1722240" cy="878978"/>
              <a:chOff x="4771886" y="3852631"/>
              <a:chExt cx="1819203" cy="878978"/>
            </a:xfrm>
          </p:grpSpPr>
          <p:sp>
            <p:nvSpPr>
              <p:cNvPr id="2018" name="Google Shape;2018;p41"/>
              <p:cNvSpPr txBox="1"/>
              <p:nvPr/>
            </p:nvSpPr>
            <p:spPr>
              <a:xfrm>
                <a:off x="4771886" y="4168510"/>
                <a:ext cx="1819200" cy="5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Saturn is composed of hydrogen and helium</a:t>
                </a:r>
                <a:endParaRPr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19" name="Google Shape;2019;p41"/>
              <p:cNvSpPr txBox="1"/>
              <p:nvPr/>
            </p:nvSpPr>
            <p:spPr>
              <a:xfrm>
                <a:off x="4771889" y="3852631"/>
                <a:ext cx="1819200" cy="39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b="1" lang="en" sz="1600">
                    <a:solidFill>
                      <a:schemeClr val="accent3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GERMAN</a:t>
                </a:r>
                <a:endParaRPr b="1" sz="16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</p:grpSp>
        <p:sp>
          <p:nvSpPr>
            <p:cNvPr id="2020" name="Google Shape;2020;p41"/>
            <p:cNvSpPr/>
            <p:nvPr/>
          </p:nvSpPr>
          <p:spPr>
            <a:xfrm rot="-5400000">
              <a:off x="7137657" y="2983375"/>
              <a:ext cx="880800" cy="438300"/>
            </a:xfrm>
            <a:prstGeom prst="homePlate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21" name="Google Shape;2021;p41"/>
          <p:cNvCxnSpPr/>
          <p:nvPr/>
        </p:nvCxnSpPr>
        <p:spPr>
          <a:xfrm>
            <a:off x="1614450" y="3747775"/>
            <a:ext cx="669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41"/>
          <p:cNvSpPr txBox="1"/>
          <p:nvPr/>
        </p:nvSpPr>
        <p:spPr>
          <a:xfrm>
            <a:off x="457275" y="1425700"/>
            <a:ext cx="904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99999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</a:t>
            </a:r>
            <a:endParaRPr sz="1600">
              <a:solidFill>
                <a:srgbClr val="99999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23" name="Google Shape;2023;p41"/>
          <p:cNvSpPr txBox="1"/>
          <p:nvPr/>
        </p:nvSpPr>
        <p:spPr>
          <a:xfrm>
            <a:off x="457200" y="2130550"/>
            <a:ext cx="904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99999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Medium</a:t>
            </a:r>
            <a:endParaRPr sz="1600">
              <a:solidFill>
                <a:srgbClr val="99999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24" name="Google Shape;2024;p41"/>
          <p:cNvSpPr txBox="1"/>
          <p:nvPr/>
        </p:nvSpPr>
        <p:spPr>
          <a:xfrm>
            <a:off x="457274" y="2840150"/>
            <a:ext cx="9048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999999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Low</a:t>
            </a:r>
            <a:endParaRPr sz="1600">
              <a:solidFill>
                <a:srgbClr val="999999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025" name="Google Shape;2025;p41"/>
          <p:cNvCxnSpPr/>
          <p:nvPr/>
        </p:nvCxnSpPr>
        <p:spPr>
          <a:xfrm>
            <a:off x="1362075" y="3033400"/>
            <a:ext cx="694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oval"/>
            <a:tailEnd len="med" w="med" type="none"/>
          </a:ln>
        </p:spPr>
      </p:cxnSp>
      <p:cxnSp>
        <p:nvCxnSpPr>
          <p:cNvPr id="2026" name="Google Shape;2026;p41"/>
          <p:cNvCxnSpPr/>
          <p:nvPr/>
        </p:nvCxnSpPr>
        <p:spPr>
          <a:xfrm>
            <a:off x="1362075" y="2328550"/>
            <a:ext cx="694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oval"/>
            <a:tailEnd len="med" w="med" type="none"/>
          </a:ln>
        </p:spPr>
      </p:cxnSp>
      <p:cxnSp>
        <p:nvCxnSpPr>
          <p:cNvPr id="2027" name="Google Shape;2027;p41"/>
          <p:cNvCxnSpPr/>
          <p:nvPr/>
        </p:nvCxnSpPr>
        <p:spPr>
          <a:xfrm>
            <a:off x="1362075" y="1623700"/>
            <a:ext cx="694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42"/>
          <p:cNvSpPr txBox="1"/>
          <p:nvPr/>
        </p:nvSpPr>
        <p:spPr>
          <a:xfrm>
            <a:off x="5410350" y="948425"/>
            <a:ext cx="2034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EDUCATION</a:t>
            </a:r>
            <a:endParaRPr b="1" sz="15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033" name="Google Shape;2033;p42"/>
          <p:cNvCxnSpPr/>
          <p:nvPr/>
        </p:nvCxnSpPr>
        <p:spPr>
          <a:xfrm>
            <a:off x="5286525" y="1085850"/>
            <a:ext cx="0" cy="3657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4" name="Google Shape;2034;p42"/>
          <p:cNvSpPr/>
          <p:nvPr/>
        </p:nvSpPr>
        <p:spPr>
          <a:xfrm rot="2700000">
            <a:off x="5201460" y="1106209"/>
            <a:ext cx="170130" cy="1701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42"/>
          <p:cNvSpPr txBox="1"/>
          <p:nvPr/>
        </p:nvSpPr>
        <p:spPr>
          <a:xfrm>
            <a:off x="5486550" y="1483800"/>
            <a:ext cx="2563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/>
          </a:p>
        </p:txBody>
      </p:sp>
      <p:sp>
        <p:nvSpPr>
          <p:cNvPr id="2036" name="Google Shape;2036;p42"/>
          <p:cNvSpPr txBox="1"/>
          <p:nvPr/>
        </p:nvSpPr>
        <p:spPr>
          <a:xfrm>
            <a:off x="3785950" y="1536000"/>
            <a:ext cx="1047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2008 - 2010</a:t>
            </a:r>
            <a:endParaRPr b="1" sz="1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37" name="Google Shape;2037;p42"/>
          <p:cNvSpPr/>
          <p:nvPr/>
        </p:nvSpPr>
        <p:spPr>
          <a:xfrm rot="2700000">
            <a:off x="5235613" y="1675738"/>
            <a:ext cx="101823" cy="10182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42"/>
          <p:cNvSpPr txBox="1"/>
          <p:nvPr/>
        </p:nvSpPr>
        <p:spPr>
          <a:xfrm>
            <a:off x="5486550" y="2290017"/>
            <a:ext cx="2563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42"/>
          <p:cNvSpPr txBox="1"/>
          <p:nvPr/>
        </p:nvSpPr>
        <p:spPr>
          <a:xfrm>
            <a:off x="3785950" y="2342217"/>
            <a:ext cx="1047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2008 - 2010</a:t>
            </a:r>
            <a:endParaRPr b="1" sz="1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40" name="Google Shape;2040;p42"/>
          <p:cNvSpPr/>
          <p:nvPr/>
        </p:nvSpPr>
        <p:spPr>
          <a:xfrm rot="2700000">
            <a:off x="5235613" y="2481955"/>
            <a:ext cx="101823" cy="10182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42"/>
          <p:cNvSpPr txBox="1"/>
          <p:nvPr/>
        </p:nvSpPr>
        <p:spPr>
          <a:xfrm>
            <a:off x="5486550" y="3096233"/>
            <a:ext cx="2563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place. It’s full of iron oxide dust</a:t>
            </a:r>
            <a:endParaRPr/>
          </a:p>
        </p:txBody>
      </p:sp>
      <p:sp>
        <p:nvSpPr>
          <p:cNvPr id="2042" name="Google Shape;2042;p42"/>
          <p:cNvSpPr txBox="1"/>
          <p:nvPr/>
        </p:nvSpPr>
        <p:spPr>
          <a:xfrm>
            <a:off x="3785950" y="3148433"/>
            <a:ext cx="1047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2008 - 2010</a:t>
            </a:r>
            <a:endParaRPr b="1" sz="1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43" name="Google Shape;2043;p42"/>
          <p:cNvSpPr/>
          <p:nvPr/>
        </p:nvSpPr>
        <p:spPr>
          <a:xfrm rot="2700000">
            <a:off x="5235613" y="3288172"/>
            <a:ext cx="101823" cy="10182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42"/>
          <p:cNvSpPr txBox="1"/>
          <p:nvPr/>
        </p:nvSpPr>
        <p:spPr>
          <a:xfrm>
            <a:off x="5486550" y="3902450"/>
            <a:ext cx="25635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/>
          </a:p>
        </p:txBody>
      </p:sp>
      <p:sp>
        <p:nvSpPr>
          <p:cNvPr id="2045" name="Google Shape;2045;p42"/>
          <p:cNvSpPr txBox="1"/>
          <p:nvPr/>
        </p:nvSpPr>
        <p:spPr>
          <a:xfrm>
            <a:off x="3785950" y="3954650"/>
            <a:ext cx="1047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2008 - 2010</a:t>
            </a:r>
            <a:endParaRPr b="1" sz="1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46" name="Google Shape;2046;p42"/>
          <p:cNvSpPr/>
          <p:nvPr/>
        </p:nvSpPr>
        <p:spPr>
          <a:xfrm rot="2700000">
            <a:off x="5235613" y="4094388"/>
            <a:ext cx="101823" cy="10182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7" name="Google Shape;2047;p42"/>
          <p:cNvPicPr preferRelativeResize="0"/>
          <p:nvPr/>
        </p:nvPicPr>
        <p:blipFill rotWithShape="1">
          <a:blip r:embed="rId3">
            <a:alphaModFix/>
          </a:blip>
          <a:srcRect b="25657" l="7216" r="964" t="3228"/>
          <a:stretch/>
        </p:blipFill>
        <p:spPr>
          <a:xfrm>
            <a:off x="486000" y="1070975"/>
            <a:ext cx="2894700" cy="365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8" name="Google Shape;2048;p42"/>
          <p:cNvSpPr txBox="1"/>
          <p:nvPr/>
        </p:nvSpPr>
        <p:spPr>
          <a:xfrm>
            <a:off x="774581" y="3581925"/>
            <a:ext cx="230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JOHN</a:t>
            </a:r>
            <a:r>
              <a:rPr b="1" lang="en" sz="29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SMITH</a:t>
            </a:r>
            <a:endParaRPr b="1" sz="29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49" name="Google Shape;2049;p42"/>
          <p:cNvSpPr txBox="1"/>
          <p:nvPr/>
        </p:nvSpPr>
        <p:spPr>
          <a:xfrm>
            <a:off x="774581" y="4026450"/>
            <a:ext cx="2306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MARKETING SPECIALIST</a:t>
            </a:r>
            <a:endParaRPr sz="180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um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F9B9B"/>
      </a:lt2>
      <a:accent1>
        <a:srgbClr val="FD826C"/>
      </a:accent1>
      <a:accent2>
        <a:srgbClr val="FFAA6D"/>
      </a:accent2>
      <a:accent3>
        <a:srgbClr val="FFCE70"/>
      </a:accent3>
      <a:accent4>
        <a:srgbClr val="D5CD9F"/>
      </a:accent4>
      <a:accent5>
        <a:srgbClr val="C54E38"/>
      </a:accent5>
      <a:accent6>
        <a:srgbClr val="DB6000"/>
      </a:accent6>
      <a:hlink>
        <a:srgbClr val="EEAC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