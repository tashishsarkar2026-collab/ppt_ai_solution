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7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3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2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4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9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3197881" y="869375"/>
            <a:ext cx="5484547" cy="3866517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457200" y="411475"/>
            <a:ext cx="36108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latin typeface="Fira Sans SemiBold"/>
                <a:ea typeface="Fira Sans SemiBold"/>
                <a:cs typeface="Fira Sans SemiBold"/>
                <a:sym typeface="Fira Sans SemiBold"/>
              </a:rPr>
              <a:t>Technology Infographic</a:t>
            </a:r>
            <a:r>
              <a:rPr lang="en" sz="4500">
                <a:latin typeface="Fira Sans SemiBold"/>
                <a:ea typeface="Fira Sans SemiBold"/>
                <a:cs typeface="Fira Sans SemiBold"/>
                <a:sym typeface="Fira Sans SemiBold"/>
              </a:rPr>
              <a:t>s</a:t>
            </a:r>
            <a:endParaRPr sz="4400">
              <a:solidFill>
                <a:srgbClr val="00002A"/>
              </a:solidFill>
              <a:highlight>
                <a:srgbClr val="FFFFFF"/>
              </a:highlight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457200" y="2045950"/>
            <a:ext cx="230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"/>
                <a:ea typeface="Fira Sans"/>
                <a:cs typeface="Fira Sans"/>
                <a:sym typeface="Fira Sans"/>
              </a:rPr>
              <a:t>Here is where this template begins</a:t>
            </a:r>
            <a:endParaRPr sz="16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1135675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1135675" y="15062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135675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135675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1135682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135682" y="383795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6371500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6371500" y="15062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6371500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6371500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6371507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371507" y="38379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83" name="Google Shape;183;p14"/>
          <p:cNvGrpSpPr/>
          <p:nvPr/>
        </p:nvGrpSpPr>
        <p:grpSpPr>
          <a:xfrm>
            <a:off x="8056664" y="1361318"/>
            <a:ext cx="630131" cy="630131"/>
            <a:chOff x="6323089" y="1361318"/>
            <a:chExt cx="630131" cy="630131"/>
          </a:xfrm>
        </p:grpSpPr>
        <p:sp>
          <p:nvSpPr>
            <p:cNvPr id="184" name="Google Shape;184;p14"/>
            <p:cNvSpPr/>
            <p:nvPr/>
          </p:nvSpPr>
          <p:spPr>
            <a:xfrm>
              <a:off x="6332385" y="1406385"/>
              <a:ext cx="612392" cy="539652"/>
            </a:xfrm>
            <a:custGeom>
              <a:rect b="b" l="l" r="r" t="t"/>
              <a:pathLst>
                <a:path extrusionOk="0" h="20261" w="22992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6474935" y="1526642"/>
              <a:ext cx="326465" cy="299484"/>
            </a:xfrm>
            <a:custGeom>
              <a:rect b="b" l="l" r="r" t="t"/>
              <a:pathLst>
                <a:path extrusionOk="0" h="11244" w="12257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6533133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6323089" y="1446524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8056664" y="3637093"/>
            <a:ext cx="630131" cy="630131"/>
            <a:chOff x="6323089" y="3637093"/>
            <a:chExt cx="630131" cy="630131"/>
          </a:xfrm>
        </p:grpSpPr>
        <p:sp>
          <p:nvSpPr>
            <p:cNvPr id="189" name="Google Shape;189;p14"/>
            <p:cNvSpPr/>
            <p:nvPr/>
          </p:nvSpPr>
          <p:spPr>
            <a:xfrm>
              <a:off x="6368635" y="3682639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6504447" y="3817598"/>
              <a:ext cx="124013" cy="124865"/>
            </a:xfrm>
            <a:custGeom>
              <a:rect b="b" l="l" r="r" t="t"/>
              <a:pathLst>
                <a:path extrusionOk="0" h="4688" w="4656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647850" y="3817598"/>
              <a:ext cx="124865" cy="124865"/>
            </a:xfrm>
            <a:custGeom>
              <a:rect b="b" l="l" r="r" t="t"/>
              <a:pathLst>
                <a:path extrusionOk="0" h="4688" w="4688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6504447" y="3961827"/>
              <a:ext cx="124013" cy="124039"/>
            </a:xfrm>
            <a:custGeom>
              <a:rect b="b" l="l" r="r" t="t"/>
              <a:pathLst>
                <a:path extrusionOk="0" h="4657" w="4656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6647850" y="3961827"/>
              <a:ext cx="124865" cy="124039"/>
            </a:xfrm>
            <a:custGeom>
              <a:rect b="b" l="l" r="r" t="t"/>
              <a:pathLst>
                <a:path extrusionOk="0" h="4657" w="4688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6533133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323089" y="37222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8056664" y="2499219"/>
            <a:ext cx="630131" cy="630104"/>
            <a:chOff x="6323089" y="2499219"/>
            <a:chExt cx="630131" cy="630104"/>
          </a:xfrm>
        </p:grpSpPr>
        <p:sp>
          <p:nvSpPr>
            <p:cNvPr id="197" name="Google Shape;197;p14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14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03" name="Google Shape;203;p14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457201" y="3637093"/>
            <a:ext cx="630104" cy="630131"/>
            <a:chOff x="2190776" y="3637093"/>
            <a:chExt cx="630104" cy="630131"/>
          </a:xfrm>
        </p:grpSpPr>
        <p:sp>
          <p:nvSpPr>
            <p:cNvPr id="211" name="Google Shape;211;p14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457201" y="2499219"/>
            <a:ext cx="630104" cy="630104"/>
            <a:chOff x="2190776" y="2499219"/>
            <a:chExt cx="630104" cy="630104"/>
          </a:xfrm>
        </p:grpSpPr>
        <p:sp>
          <p:nvSpPr>
            <p:cNvPr id="216" name="Google Shape;216;p14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4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rect b="b" l="l" r="r" t="t"/>
              <a:pathLst>
                <a:path extrusionOk="0" h="28997" w="107264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rect b="b" l="l" r="r" t="t"/>
              <a:pathLst>
                <a:path extrusionOk="0" h="27521" w="19604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rect b="b" l="l" r="r" t="t"/>
              <a:pathLst>
                <a:path extrusionOk="0" h="28997" w="107264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rect b="b" l="l" r="r" t="t"/>
              <a:pathLst>
                <a:path extrusionOk="0" h="28995" w="107264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rect b="b" l="l" r="r" t="t"/>
              <a:pathLst>
                <a:path extrusionOk="0" h="27553" w="19604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rect b="b" l="l" r="r" t="t"/>
              <a:pathLst>
                <a:path extrusionOk="0" h="19446" w="19446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rect b="b" l="l" r="r" t="t"/>
              <a:pathLst>
                <a:path extrusionOk="0" h="7745" w="9026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rect b="b" l="l" r="r" t="t"/>
              <a:pathLst>
                <a:path extrusionOk="0" h="8011" w="9059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rect b="b" l="l" r="r" t="t"/>
              <a:pathLst>
                <a:path extrusionOk="0" h="4783" w="3548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rect b="b" l="l" r="r" t="t"/>
              <a:pathLst>
                <a:path extrusionOk="0" h="19446" w="19415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rect b="b" l="l" r="r" t="t"/>
              <a:pathLst>
                <a:path extrusionOk="0" h="11872" w="928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rect b="b" l="l" r="r" t="t"/>
              <a:pathLst>
                <a:path extrusionOk="0" h="3390" w="586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rect b="b" l="l" r="r" t="t"/>
              <a:pathLst>
                <a:path extrusionOk="0" h="19414" w="19415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rect b="b" l="l" r="r" t="t"/>
              <a:pathLst>
                <a:path extrusionOk="0" h="8013" w="8014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rect b="b" l="l" r="r" t="t"/>
              <a:pathLst>
                <a:path extrusionOk="0" h="2091" w="2091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rect b="b" l="l" r="r" t="t"/>
              <a:pathLst>
                <a:path extrusionOk="0" h="6651" w="6651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rect b="b" l="l" r="r" t="t"/>
              <a:pathLst>
                <a:path extrusionOk="0" h="1521" w="1521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rect b="b" l="l" r="r" t="t"/>
              <a:pathLst>
                <a:path extrusionOk="0" h="10270" w="12415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rect b="b" l="l" r="r" t="t"/>
              <a:pathLst>
                <a:path extrusionOk="0" h="34457" w="45731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rect b="b" l="l" r="r" t="t"/>
              <a:pathLst>
                <a:path extrusionOk="0" h="34457" w="45731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rect b="b" l="l" r="r" t="t"/>
              <a:pathLst>
                <a:path extrusionOk="0" h="26762" w="19129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rect b="b" l="l" r="r" t="t"/>
              <a:pathLst>
                <a:path extrusionOk="0" h="37396" w="24323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rect b="b" l="l" r="r" t="t"/>
              <a:pathLst>
                <a:path extrusionOk="0" h="7383" w="13239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rect b="b" l="l" r="r" t="t"/>
              <a:pathLst>
                <a:path extrusionOk="0" h="4221" w="5385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rect b="b" l="l" r="r" t="t"/>
              <a:pathLst>
                <a:path extrusionOk="0" h="7134" w="14411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rect b="b" l="l" r="r" t="t"/>
              <a:pathLst>
                <a:path extrusionOk="0" h="7134" w="14411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rect b="b" l="l" r="r" t="t"/>
              <a:pathLst>
                <a:path extrusionOk="0" h="5348" w="13524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rect b="b" l="l" r="r" t="t"/>
              <a:pathLst>
                <a:path extrusionOk="0" h="5005" w="3802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rect b="b" l="l" r="r" t="t"/>
              <a:pathLst>
                <a:path extrusionOk="0" h="2421" w="15582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rect b="b" l="l" r="r" t="t"/>
              <a:pathLst>
                <a:path extrusionOk="0" h="2421" w="15582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rect b="b" l="l" r="r" t="t"/>
              <a:pathLst>
                <a:path extrusionOk="0" h="9625" w="8488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rect b="b" l="l" r="r" t="t"/>
              <a:pathLst>
                <a:path extrusionOk="0" h="8222" w="833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rect b="b" l="l" r="r" t="t"/>
              <a:pathLst>
                <a:path extrusionOk="0" h="68140" w="94281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rect b="b" l="l" r="r" t="t"/>
              <a:pathLst>
                <a:path extrusionOk="0" h="9979" w="10832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rect b="b" l="l" r="r" t="t"/>
              <a:pathLst>
                <a:path extrusionOk="0" h="8807" w="9565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rect b="b" l="l" r="r" t="t"/>
              <a:pathLst>
                <a:path extrusionOk="0" h="19813" w="21536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rect b="b" l="l" r="r" t="t"/>
              <a:pathLst>
                <a:path extrusionOk="0" h="19813" w="21536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rect b="b" l="l" r="r" t="t"/>
              <a:pathLst>
                <a:path extrusionOk="0" h="17292" w="18781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rect b="b" l="l" r="r" t="t"/>
              <a:pathLst>
                <a:path extrusionOk="0" h="14382" w="16595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rect b="b" l="l" r="r" t="t"/>
              <a:pathLst>
                <a:path extrusionOk="0" h="4356" w="6208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rect b="b" l="l" r="r" t="t"/>
              <a:pathLst>
                <a:path extrusionOk="0" h="4356" w="6209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rect b="b" l="l" r="r" t="t"/>
              <a:pathLst>
                <a:path extrusionOk="0" h="3215" w="5891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rect b="b" l="l" r="r" t="t"/>
              <a:pathLst>
                <a:path extrusionOk="0" h="2502" w="6209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rect b="b" l="l" r="r" t="t"/>
              <a:pathLst>
                <a:path extrusionOk="0" h="6098" w="4467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rect b="b" l="l" r="r" t="t"/>
              <a:pathLst>
                <a:path extrusionOk="0" h="6098" w="4434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rect b="b" l="l" r="r" t="t"/>
              <a:pathLst>
                <a:path extrusionOk="0" h="6098" w="2408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rect b="b" l="l" r="r" t="t"/>
              <a:pathLst>
                <a:path extrusionOk="0" h="5860" w="3231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rect b="b" l="l" r="r" t="t"/>
              <a:pathLst>
                <a:path extrusionOk="0" h="52903" w="26731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rect b="b" l="l" r="r" t="t"/>
              <a:pathLst>
                <a:path extrusionOk="0" h="52655" w="35059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rect b="b" l="l" r="r" t="t"/>
              <a:pathLst>
                <a:path extrusionOk="0" h="16438" w="1479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rect b="b" l="l" r="r" t="t"/>
              <a:pathLst>
                <a:path extrusionOk="0" h="34116" w="31828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rect b="b" l="l" r="r" t="t"/>
              <a:pathLst>
                <a:path extrusionOk="0" h="31607" w="20015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rect b="b" l="l" r="r" t="t"/>
              <a:pathLst>
                <a:path extrusionOk="0" h="18686" w="10991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rect b="b" l="l" r="r" t="t"/>
              <a:pathLst>
                <a:path extrusionOk="0" h="4652" w="795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rect b="b" l="l" r="r" t="t"/>
              <a:pathLst>
                <a:path extrusionOk="0" h="4674" w="795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rect b="b" l="l" r="r" t="t"/>
              <a:pathLst>
                <a:path extrusionOk="0" h="4652" w="795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rect b="b" l="l" r="r" t="t"/>
              <a:pathLst>
                <a:path extrusionOk="0" h="4674" w="795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rect b="b" l="l" r="r" t="t"/>
              <a:pathLst>
                <a:path extrusionOk="0" h="3167" w="6303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rect b="b" l="l" r="r" t="t"/>
              <a:pathLst>
                <a:path extrusionOk="0" h="3169" w="6335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rect b="b" l="l" r="r" t="t"/>
              <a:pathLst>
                <a:path extrusionOk="0" h="2324" w="6177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rect b="b" l="l" r="r" t="t"/>
              <a:pathLst>
                <a:path extrusionOk="0" h="2355" w="6208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rect b="b" l="l" r="r" t="t"/>
              <a:pathLst>
                <a:path extrusionOk="0" h="18549" w="8773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rect b="b" l="l" r="r" t="t"/>
              <a:pathLst>
                <a:path extrusionOk="0" h="8861" w="9596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rect b="b" l="l" r="r" t="t"/>
              <a:pathLst>
                <a:path extrusionOk="0" h="8861" w="9596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rect b="b" l="l" r="r" t="t"/>
              <a:pathLst>
                <a:path extrusionOk="0" h="6638" w="7222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rect b="b" l="l" r="r" t="t"/>
              <a:pathLst>
                <a:path extrusionOk="0" h="5821" w="643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rect b="b" l="l" r="r" t="t"/>
              <a:pathLst>
                <a:path extrusionOk="0" h="8847" w="9628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rect b="b" l="l" r="r" t="t"/>
              <a:pathLst>
                <a:path extrusionOk="0" h="8847" w="9628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rect b="b" l="l" r="r" t="t"/>
              <a:pathLst>
                <a:path extrusionOk="0" h="6647" w="7222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rect b="b" l="l" r="r" t="t"/>
              <a:pathLst>
                <a:path extrusionOk="0" h="5831" w="6398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rect b="b" l="l" r="r" t="t"/>
              <a:pathLst>
                <a:path extrusionOk="0" h="8861" w="9629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rect b="b" l="l" r="r" t="t"/>
              <a:pathLst>
                <a:path extrusionOk="0" h="8861" w="9629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rect b="b" l="l" r="r" t="t"/>
              <a:pathLst>
                <a:path extrusionOk="0" h="6646" w="7221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rect b="b" l="l" r="r" t="t"/>
              <a:pathLst>
                <a:path extrusionOk="0" h="5820" w="6429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rect b="b" l="l" r="r" t="t"/>
              <a:pathLst>
                <a:path extrusionOk="0" h="8846" w="9629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rect b="b" l="l" r="r" t="t"/>
              <a:pathLst>
                <a:path extrusionOk="0" h="8846" w="9629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rect b="b" l="l" r="r" t="t"/>
              <a:pathLst>
                <a:path extrusionOk="0" h="6648" w="7221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rect b="b" l="l" r="r" t="t"/>
              <a:pathLst>
                <a:path extrusionOk="0" h="5820" w="6429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rect b="b" l="l" r="r" t="t"/>
              <a:pathLst>
                <a:path extrusionOk="0" h="3200" w="3073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rect b="b" l="l" r="r" t="t"/>
              <a:pathLst>
                <a:path extrusionOk="0" h="3394" w="130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rect b="b" l="l" r="r" t="t"/>
              <a:pathLst>
                <a:path extrusionOk="0" h="1241" w="3453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rect b="b" l="l" r="r" t="t"/>
              <a:pathLst>
                <a:path extrusionOk="0" h="3194" w="3295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rect b="b" l="l" r="r" t="t"/>
              <a:pathLst>
                <a:path extrusionOk="0" h="2865" w="3642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rect b="b" l="l" r="r" t="t"/>
              <a:pathLst>
                <a:path extrusionOk="0" h="9970" w="10831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rect b="b" l="l" r="r" t="t"/>
              <a:pathLst>
                <a:path extrusionOk="0" h="8827" w="9565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rect b="b" l="l" r="r" t="t"/>
              <a:pathLst>
                <a:path extrusionOk="0" h="45159" w="36579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rect b="b" l="l" r="r" t="t"/>
              <a:pathLst>
                <a:path extrusionOk="0" h="27300" w="36357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rect b="b" l="l" r="r" t="t"/>
              <a:pathLst>
                <a:path extrusionOk="0" h="9632" w="5353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rect b="b" l="l" r="r" t="t"/>
              <a:pathLst>
                <a:path extrusionOk="0" h="5521" w="6521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rect b="b" l="l" r="r" t="t"/>
              <a:pathLst>
                <a:path extrusionOk="0" h="5151" w="6394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rect b="b" l="l" r="r" t="t"/>
              <a:pathLst>
                <a:path extrusionOk="0" h="5171" w="6395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rect b="b" l="l" r="r" t="t"/>
              <a:pathLst>
                <a:path extrusionOk="0" h="2701" w="529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rect b="b" l="l" r="r" t="t"/>
              <a:pathLst>
                <a:path extrusionOk="0" h="26033" w="16215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rect b="b" l="l" r="r" t="t"/>
              <a:pathLst>
                <a:path extrusionOk="0" h="45541" w="16944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rect b="b" l="l" r="r" t="t"/>
              <a:pathLst>
                <a:path extrusionOk="0" h="22106" w="9881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rect b="b" l="l" r="r" t="t"/>
              <a:pathLst>
                <a:path extrusionOk="0" h="27553" w="19604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rect b="b" l="l" r="r" t="t"/>
              <a:pathLst>
                <a:path extrusionOk="0" h="33919" w="32968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rect b="b" l="l" r="r" t="t"/>
              <a:pathLst>
                <a:path extrusionOk="0" h="48993" w="31163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rect b="b" l="l" r="r" t="t"/>
              <a:pathLst>
                <a:path extrusionOk="0" h="35660" w="63815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rect b="b" l="l" r="r" t="t"/>
              <a:pathLst>
                <a:path extrusionOk="0" h="12858" w="14126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rect b="b" l="l" r="r" t="t"/>
              <a:pathLst>
                <a:path extrusionOk="0" h="12858" w="14157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rect b="b" l="l" r="r" t="t"/>
              <a:pathLst>
                <a:path extrusionOk="0" h="59601" w="61408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rect b="b" l="l" r="r" t="t"/>
              <a:pathLst>
                <a:path extrusionOk="0" h="13460" w="14031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rect b="b" l="l" r="r" t="t"/>
              <a:pathLst>
                <a:path extrusionOk="0" h="13460" w="14031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</a:t>
            </a: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rect b="b" l="l" r="r" t="t"/>
              <a:pathLst>
                <a:path extrusionOk="0" h="17672" w="32399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rect b="b" l="l" r="r" t="t"/>
              <a:pathLst>
                <a:path extrusionOk="0" h="46301" w="46302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rect b="b" l="l" r="r" t="t"/>
              <a:pathLst>
                <a:path extrusionOk="0" h="40047" w="4399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rect b="b" l="l" r="r" t="t"/>
              <a:pathLst>
                <a:path extrusionOk="0" h="1901" w="1901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rect b="b" l="l" r="r" t="t"/>
              <a:pathLst>
                <a:path extrusionOk="0" h="8552" w="8551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rect b="b" l="l" r="r" t="t"/>
              <a:pathLst>
                <a:path extrusionOk="0" h="1680" w="1679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rect b="b" l="l" r="r" t="t"/>
              <a:pathLst>
                <a:path extrusionOk="0" h="1299" w="1331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rect b="b" l="l" r="r" t="t"/>
              <a:pathLst>
                <a:path extrusionOk="0" h="1300" w="1299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rect b="b" l="l" r="r" t="t"/>
              <a:pathLst>
                <a:path extrusionOk="0" h="6398" w="8298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rect b="b" l="l" r="r" t="t"/>
              <a:pathLst>
                <a:path extrusionOk="0" h="2598" w="149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rect b="b" l="l" r="r" t="t"/>
              <a:pathLst>
                <a:path extrusionOk="0" h="3327" w="149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rect b="b" l="l" r="r" t="t"/>
              <a:pathLst>
                <a:path extrusionOk="0" h="4087" w="149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rect b="b" l="l" r="r" t="t"/>
              <a:pathLst>
                <a:path extrusionOk="0" h="4815" w="1489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rect b="b" l="l" r="r" t="t"/>
              <a:pathLst>
                <a:path extrusionOk="0" h="2852" w="6905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rect b="b" l="l" r="r" t="t"/>
              <a:pathLst>
                <a:path extrusionOk="0" h="602" w="1616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rect b="b" l="l" r="r" t="t"/>
              <a:pathLst>
                <a:path extrusionOk="0" h="602" w="1616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rect b="b" l="l" r="r" t="t"/>
              <a:pathLst>
                <a:path extrusionOk="0" h="507" w="2692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rect b="b" l="l" r="r" t="t"/>
              <a:pathLst>
                <a:path extrusionOk="0" h="507" w="1869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rect b="b" l="l" r="r" t="t"/>
              <a:pathLst>
                <a:path extrusionOk="0" h="7285" w="624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rect b="b" l="l" r="r" t="t"/>
              <a:pathLst>
                <a:path extrusionOk="0" h="2940" w="1711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rect b="b" l="l" r="r" t="t"/>
              <a:pathLst>
                <a:path extrusionOk="0" h="9882" w="9881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rect b="b" l="l" r="r" t="t"/>
              <a:pathLst>
                <a:path extrusionOk="0" h="7158" w="3738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rect b="b" l="l" r="r" t="t"/>
              <a:pathLst>
                <a:path extrusionOk="0" h="15741" w="26382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rect b="b" l="l" r="r" t="t"/>
              <a:pathLst>
                <a:path extrusionOk="0" h="2186" w="25273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rect b="b" l="l" r="r" t="t"/>
              <a:pathLst>
                <a:path extrusionOk="0" h="4467" w="4466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rect b="b" l="l" r="r" t="t"/>
              <a:pathLst>
                <a:path extrusionOk="0" h="1141" w="12447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rect b="b" l="l" r="r" t="t"/>
              <a:pathLst>
                <a:path extrusionOk="0" h="3833" w="3801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rect b="b" l="l" r="r" t="t"/>
              <a:pathLst>
                <a:path extrusionOk="0" h="5638" w="3801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rect b="b" l="l" r="r" t="t"/>
              <a:pathLst>
                <a:path extrusionOk="0" h="7570" w="3801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rect b="b" l="l" r="r" t="t"/>
              <a:pathLst>
                <a:path extrusionOk="0" fill="none" h="18686" w="1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rect b="b" l="l" r="r" t="t"/>
              <a:pathLst>
                <a:path extrusionOk="0" fill="none" h="1" w="18686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rect b="b" l="l" r="r" t="t"/>
              <a:pathLst>
                <a:path extrusionOk="0" fill="none" h="18685" w="1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rect b="b" l="l" r="r" t="t"/>
              <a:pathLst>
                <a:path extrusionOk="0" fill="none" h="12479" w="12479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rect b="b" l="l" r="r" t="t"/>
              <a:pathLst>
                <a:path extrusionOk="0" fill="none" h="12478" w="12479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rect b="b" l="l" r="r" t="t"/>
              <a:pathLst>
                <a:path extrusionOk="0" h="32398" w="17641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rect b="b" l="l" r="r" t="t"/>
              <a:pathLst>
                <a:path extrusionOk="0" h="32398" w="17673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rect b="b" l="l" r="r" t="t"/>
              <a:pathLst>
                <a:path extrusionOk="0" h="17673" w="32399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rect b="b" l="l" r="r" t="t"/>
              <a:pathLst>
                <a:path extrusionOk="0" h="64035" w="31259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rect b="b" l="l" r="r" t="t"/>
              <a:pathLst>
                <a:path extrusionOk="0" h="59919" w="28376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rect b="b" l="l" r="r" t="t"/>
              <a:pathLst>
                <a:path extrusionOk="0" h="1173" w="951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rect b="b" l="l" r="r" t="t"/>
              <a:pathLst>
                <a:path extrusionOk="0" h="888" w="856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rect b="b" l="l" r="r" t="t"/>
              <a:pathLst>
                <a:path extrusionOk="0" h="888" w="824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rect b="b" l="l" r="r" t="t"/>
              <a:pathLst>
                <a:path extrusionOk="0" h="1078" w="603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rect b="b" l="l" r="r" t="t"/>
              <a:pathLst>
                <a:path extrusionOk="0" h="2242" w="2217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rect b="b" l="l" r="r" t="t"/>
              <a:pathLst>
                <a:path extrusionOk="0" fill="none" h="4308" w="23214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rect b="b" l="l" r="r" t="t"/>
              <a:pathLst>
                <a:path extrusionOk="0" h="1957" w="1711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20"/>
          <p:cNvSpPr/>
          <p:nvPr/>
        </p:nvSpPr>
        <p:spPr>
          <a:xfrm>
            <a:off x="887900" y="280770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0"/>
          <p:cNvSpPr/>
          <p:nvPr/>
        </p:nvSpPr>
        <p:spPr>
          <a:xfrm>
            <a:off x="2837949" y="280770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222831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20"/>
          <p:cNvSpPr/>
          <p:nvPr/>
        </p:nvSpPr>
        <p:spPr>
          <a:xfrm>
            <a:off x="4787107" y="280770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20"/>
          <p:cNvSpPr/>
          <p:nvPr/>
        </p:nvSpPr>
        <p:spPr>
          <a:xfrm>
            <a:off x="6737184" y="280770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3" name="Google Shape;1643;p20"/>
          <p:cNvGrpSpPr/>
          <p:nvPr/>
        </p:nvGrpSpPr>
        <p:grpSpPr>
          <a:xfrm>
            <a:off x="7002705" y="1494746"/>
            <a:ext cx="987877" cy="1111795"/>
            <a:chOff x="7228274" y="1201022"/>
            <a:chExt cx="1260851" cy="1419011"/>
          </a:xfrm>
        </p:grpSpPr>
        <p:sp>
          <p:nvSpPr>
            <p:cNvPr id="1644" name="Google Shape;1644;p20"/>
            <p:cNvSpPr/>
            <p:nvPr/>
          </p:nvSpPr>
          <p:spPr>
            <a:xfrm>
              <a:off x="7682044" y="2249445"/>
              <a:ext cx="335007" cy="370588"/>
            </a:xfrm>
            <a:custGeom>
              <a:rect b="b" l="l" r="r" t="t"/>
              <a:pathLst>
                <a:path extrusionOk="0" h="11561" w="10451">
                  <a:moveTo>
                    <a:pt x="0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722827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8888" y="1"/>
                  </a:moveTo>
                  <a:cubicBezTo>
                    <a:pt x="13304" y="1"/>
                    <a:pt x="7787" y="2456"/>
                    <a:pt x="4149" y="7119"/>
                  </a:cubicBezTo>
                  <a:cubicBezTo>
                    <a:pt x="2217" y="9590"/>
                    <a:pt x="1045" y="12377"/>
                    <a:pt x="602" y="15258"/>
                  </a:cubicBezTo>
                  <a:cubicBezTo>
                    <a:pt x="0" y="19027"/>
                    <a:pt x="633" y="22891"/>
                    <a:pt x="2470" y="26279"/>
                  </a:cubicBezTo>
                  <a:cubicBezTo>
                    <a:pt x="3262" y="27799"/>
                    <a:pt x="4307" y="29224"/>
                    <a:pt x="5606" y="30491"/>
                  </a:cubicBezTo>
                  <a:cubicBezTo>
                    <a:pt x="6239" y="31124"/>
                    <a:pt x="6936" y="31758"/>
                    <a:pt x="7696" y="32296"/>
                  </a:cubicBezTo>
                  <a:cubicBezTo>
                    <a:pt x="11040" y="34769"/>
                    <a:pt x="14967" y="35963"/>
                    <a:pt x="18862" y="35963"/>
                  </a:cubicBezTo>
                  <a:cubicBezTo>
                    <a:pt x="24446" y="35963"/>
                    <a:pt x="29963" y="33508"/>
                    <a:pt x="33601" y="28844"/>
                  </a:cubicBezTo>
                  <a:cubicBezTo>
                    <a:pt x="39333" y="21529"/>
                    <a:pt x="38383" y="11300"/>
                    <a:pt x="31764" y="5061"/>
                  </a:cubicBezTo>
                  <a:lnTo>
                    <a:pt x="31733" y="5061"/>
                  </a:lnTo>
                  <a:cubicBezTo>
                    <a:pt x="31226" y="4554"/>
                    <a:pt x="30656" y="4111"/>
                    <a:pt x="30054" y="3668"/>
                  </a:cubicBezTo>
                  <a:cubicBezTo>
                    <a:pt x="26710" y="1195"/>
                    <a:pt x="22782" y="1"/>
                    <a:pt x="188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7407942" y="1363221"/>
              <a:ext cx="1081183" cy="990628"/>
            </a:xfrm>
            <a:custGeom>
              <a:rect b="b" l="l" r="r" t="t"/>
              <a:pathLst>
                <a:path extrusionOk="0" h="30904" w="33729">
                  <a:moveTo>
                    <a:pt x="26128" y="1"/>
                  </a:moveTo>
                  <a:lnTo>
                    <a:pt x="19224" y="6746"/>
                  </a:lnTo>
                  <a:lnTo>
                    <a:pt x="8678" y="16976"/>
                  </a:lnTo>
                  <a:lnTo>
                    <a:pt x="1077" y="24386"/>
                  </a:lnTo>
                  <a:lnTo>
                    <a:pt x="1" y="25431"/>
                  </a:lnTo>
                  <a:cubicBezTo>
                    <a:pt x="634" y="26064"/>
                    <a:pt x="1331" y="26698"/>
                    <a:pt x="2091" y="27236"/>
                  </a:cubicBezTo>
                  <a:cubicBezTo>
                    <a:pt x="5435" y="29709"/>
                    <a:pt x="9362" y="30903"/>
                    <a:pt x="13257" y="30903"/>
                  </a:cubicBezTo>
                  <a:cubicBezTo>
                    <a:pt x="18841" y="30903"/>
                    <a:pt x="24358" y="28448"/>
                    <a:pt x="27996" y="23784"/>
                  </a:cubicBezTo>
                  <a:cubicBezTo>
                    <a:pt x="33728" y="16469"/>
                    <a:pt x="32778" y="6240"/>
                    <a:pt x="26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7477982" y="1450859"/>
              <a:ext cx="727905" cy="662224"/>
            </a:xfrm>
            <a:custGeom>
              <a:rect b="b" l="l" r="r" t="t"/>
              <a:pathLst>
                <a:path extrusionOk="0" h="20659" w="22708">
                  <a:moveTo>
                    <a:pt x="11334" y="0"/>
                  </a:moveTo>
                  <a:cubicBezTo>
                    <a:pt x="6640" y="0"/>
                    <a:pt x="2412" y="3195"/>
                    <a:pt x="1299" y="7971"/>
                  </a:cubicBezTo>
                  <a:cubicBezTo>
                    <a:pt x="1" y="13513"/>
                    <a:pt x="3421" y="19087"/>
                    <a:pt x="8995" y="20385"/>
                  </a:cubicBezTo>
                  <a:cubicBezTo>
                    <a:pt x="9784" y="20570"/>
                    <a:pt x="10573" y="20659"/>
                    <a:pt x="11351" y="20659"/>
                  </a:cubicBezTo>
                  <a:cubicBezTo>
                    <a:pt x="16037" y="20659"/>
                    <a:pt x="20295" y="17443"/>
                    <a:pt x="21409" y="12690"/>
                  </a:cubicBezTo>
                  <a:cubicBezTo>
                    <a:pt x="22707" y="7148"/>
                    <a:pt x="19256" y="1574"/>
                    <a:pt x="13713" y="276"/>
                  </a:cubicBezTo>
                  <a:cubicBezTo>
                    <a:pt x="12916" y="90"/>
                    <a:pt x="12118" y="0"/>
                    <a:pt x="11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7692174" y="1657870"/>
              <a:ext cx="287341" cy="274904"/>
            </a:xfrm>
            <a:custGeom>
              <a:rect b="b" l="l" r="r" t="t"/>
              <a:pathLst>
                <a:path extrusionOk="0" h="8576" w="8964">
                  <a:moveTo>
                    <a:pt x="2775" y="0"/>
                  </a:moveTo>
                  <a:cubicBezTo>
                    <a:pt x="2704" y="0"/>
                    <a:pt x="2632" y="19"/>
                    <a:pt x="2566" y="56"/>
                  </a:cubicBezTo>
                  <a:cubicBezTo>
                    <a:pt x="1014" y="785"/>
                    <a:pt x="1" y="2368"/>
                    <a:pt x="1" y="4078"/>
                  </a:cubicBezTo>
                  <a:cubicBezTo>
                    <a:pt x="1" y="6548"/>
                    <a:pt x="2028" y="8575"/>
                    <a:pt x="4498" y="8575"/>
                  </a:cubicBezTo>
                  <a:cubicBezTo>
                    <a:pt x="6936" y="8575"/>
                    <a:pt x="8963" y="6548"/>
                    <a:pt x="8963" y="4078"/>
                  </a:cubicBezTo>
                  <a:cubicBezTo>
                    <a:pt x="8963" y="2368"/>
                    <a:pt x="7950" y="785"/>
                    <a:pt x="6398" y="56"/>
                  </a:cubicBezTo>
                  <a:cubicBezTo>
                    <a:pt x="6332" y="19"/>
                    <a:pt x="6260" y="0"/>
                    <a:pt x="6189" y="0"/>
                  </a:cubicBezTo>
                  <a:cubicBezTo>
                    <a:pt x="6023" y="0"/>
                    <a:pt x="5863" y="100"/>
                    <a:pt x="5796" y="278"/>
                  </a:cubicBezTo>
                  <a:cubicBezTo>
                    <a:pt x="5701" y="500"/>
                    <a:pt x="5796" y="753"/>
                    <a:pt x="6018" y="880"/>
                  </a:cubicBezTo>
                  <a:cubicBezTo>
                    <a:pt x="7253" y="1450"/>
                    <a:pt x="8045" y="2716"/>
                    <a:pt x="8045" y="4078"/>
                  </a:cubicBezTo>
                  <a:cubicBezTo>
                    <a:pt x="8045" y="6042"/>
                    <a:pt x="6461" y="7657"/>
                    <a:pt x="4498" y="7657"/>
                  </a:cubicBezTo>
                  <a:cubicBezTo>
                    <a:pt x="2503" y="7657"/>
                    <a:pt x="919" y="6073"/>
                    <a:pt x="919" y="4078"/>
                  </a:cubicBezTo>
                  <a:cubicBezTo>
                    <a:pt x="919" y="2716"/>
                    <a:pt x="1711" y="1450"/>
                    <a:pt x="2946" y="880"/>
                  </a:cubicBezTo>
                  <a:cubicBezTo>
                    <a:pt x="3168" y="753"/>
                    <a:pt x="3294" y="500"/>
                    <a:pt x="3168" y="278"/>
                  </a:cubicBezTo>
                  <a:cubicBezTo>
                    <a:pt x="3101" y="100"/>
                    <a:pt x="2941" y="0"/>
                    <a:pt x="277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7821099" y="1589625"/>
              <a:ext cx="29491" cy="168545"/>
            </a:xfrm>
            <a:custGeom>
              <a:rect b="b" l="l" r="r" t="t"/>
              <a:pathLst>
                <a:path extrusionOk="0" h="5258" w="920">
                  <a:moveTo>
                    <a:pt x="476" y="0"/>
                  </a:moveTo>
                  <a:cubicBezTo>
                    <a:pt x="223" y="0"/>
                    <a:pt x="1" y="190"/>
                    <a:pt x="1" y="444"/>
                  </a:cubicBezTo>
                  <a:lnTo>
                    <a:pt x="1" y="4782"/>
                  </a:lnTo>
                  <a:cubicBezTo>
                    <a:pt x="1" y="5036"/>
                    <a:pt x="223" y="5257"/>
                    <a:pt x="476" y="5257"/>
                  </a:cubicBezTo>
                  <a:cubicBezTo>
                    <a:pt x="698" y="5257"/>
                    <a:pt x="919" y="5036"/>
                    <a:pt x="919" y="4782"/>
                  </a:cubicBezTo>
                  <a:lnTo>
                    <a:pt x="919" y="444"/>
                  </a:lnTo>
                  <a:cubicBezTo>
                    <a:pt x="919" y="190"/>
                    <a:pt x="698" y="0"/>
                    <a:pt x="47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0" name="Google Shape;1650;p20"/>
          <p:cNvGrpSpPr/>
          <p:nvPr/>
        </p:nvGrpSpPr>
        <p:grpSpPr>
          <a:xfrm>
            <a:off x="1133139" y="1494746"/>
            <a:ext cx="1028438" cy="1111795"/>
            <a:chOff x="643984" y="1201022"/>
            <a:chExt cx="1312620" cy="1419011"/>
          </a:xfrm>
        </p:grpSpPr>
        <p:sp>
          <p:nvSpPr>
            <p:cNvPr id="1651" name="Google Shape;1651;p20"/>
            <p:cNvSpPr/>
            <p:nvPr/>
          </p:nvSpPr>
          <p:spPr>
            <a:xfrm>
              <a:off x="1135323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0" y="1"/>
                  </a:moveTo>
                  <a:lnTo>
                    <a:pt x="5226" y="11560"/>
                  </a:lnTo>
                  <a:lnTo>
                    <a:pt x="104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43984" y="1201022"/>
              <a:ext cx="1307556" cy="1152826"/>
            </a:xfrm>
            <a:custGeom>
              <a:rect b="b" l="l" r="r" t="t"/>
              <a:pathLst>
                <a:path extrusionOk="0" h="35964" w="40791">
                  <a:moveTo>
                    <a:pt x="20535" y="1"/>
                  </a:moveTo>
                  <a:cubicBezTo>
                    <a:pt x="14951" y="1"/>
                    <a:pt x="9434" y="2456"/>
                    <a:pt x="5796" y="7119"/>
                  </a:cubicBezTo>
                  <a:cubicBezTo>
                    <a:pt x="1" y="14530"/>
                    <a:pt x="1046" y="24917"/>
                    <a:pt x="7918" y="31124"/>
                  </a:cubicBezTo>
                  <a:cubicBezTo>
                    <a:pt x="8393" y="31536"/>
                    <a:pt x="8868" y="31948"/>
                    <a:pt x="9375" y="32296"/>
                  </a:cubicBezTo>
                  <a:cubicBezTo>
                    <a:pt x="12719" y="34769"/>
                    <a:pt x="16646" y="35963"/>
                    <a:pt x="20541" y="35963"/>
                  </a:cubicBezTo>
                  <a:cubicBezTo>
                    <a:pt x="26125" y="35963"/>
                    <a:pt x="31642" y="33508"/>
                    <a:pt x="35280" y="28844"/>
                  </a:cubicBezTo>
                  <a:cubicBezTo>
                    <a:pt x="40790" y="21782"/>
                    <a:pt x="40094" y="11996"/>
                    <a:pt x="34076" y="5726"/>
                  </a:cubicBezTo>
                  <a:cubicBezTo>
                    <a:pt x="33348" y="4966"/>
                    <a:pt x="32588" y="4301"/>
                    <a:pt x="31701" y="3668"/>
                  </a:cubicBezTo>
                  <a:cubicBezTo>
                    <a:pt x="28357" y="1195"/>
                    <a:pt x="24430" y="1"/>
                    <a:pt x="205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902861" y="1384569"/>
              <a:ext cx="1053744" cy="969279"/>
            </a:xfrm>
            <a:custGeom>
              <a:rect b="b" l="l" r="r" t="t"/>
              <a:pathLst>
                <a:path extrusionOk="0" h="30238" w="32873">
                  <a:moveTo>
                    <a:pt x="26159" y="0"/>
                  </a:moveTo>
                  <a:lnTo>
                    <a:pt x="17196" y="8709"/>
                  </a:lnTo>
                  <a:lnTo>
                    <a:pt x="8772" y="16880"/>
                  </a:lnTo>
                  <a:lnTo>
                    <a:pt x="0" y="25398"/>
                  </a:lnTo>
                  <a:cubicBezTo>
                    <a:pt x="444" y="25810"/>
                    <a:pt x="919" y="26222"/>
                    <a:pt x="1425" y="26570"/>
                  </a:cubicBezTo>
                  <a:cubicBezTo>
                    <a:pt x="4770" y="29043"/>
                    <a:pt x="8702" y="30237"/>
                    <a:pt x="12603" y="30237"/>
                  </a:cubicBezTo>
                  <a:cubicBezTo>
                    <a:pt x="18196" y="30237"/>
                    <a:pt x="23724" y="27782"/>
                    <a:pt x="27362" y="23118"/>
                  </a:cubicBezTo>
                  <a:cubicBezTo>
                    <a:pt x="32873" y="16056"/>
                    <a:pt x="32176" y="6270"/>
                    <a:pt x="2615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933313" y="1436018"/>
              <a:ext cx="712647" cy="662513"/>
            </a:xfrm>
            <a:custGeom>
              <a:rect b="b" l="l" r="r" t="t"/>
              <a:pathLst>
                <a:path extrusionOk="0" h="20668" w="22232">
                  <a:moveTo>
                    <a:pt x="11090" y="1"/>
                  </a:moveTo>
                  <a:cubicBezTo>
                    <a:pt x="6114" y="1"/>
                    <a:pt x="1745" y="3613"/>
                    <a:pt x="919" y="8687"/>
                  </a:cubicBezTo>
                  <a:cubicBezTo>
                    <a:pt x="0" y="14324"/>
                    <a:pt x="3832" y="19613"/>
                    <a:pt x="9469" y="20532"/>
                  </a:cubicBezTo>
                  <a:cubicBezTo>
                    <a:pt x="10032" y="20623"/>
                    <a:pt x="10591" y="20668"/>
                    <a:pt x="11142" y="20668"/>
                  </a:cubicBezTo>
                  <a:cubicBezTo>
                    <a:pt x="16118" y="20668"/>
                    <a:pt x="20487" y="17059"/>
                    <a:pt x="21314" y="12013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1" y="45"/>
                    <a:pt x="11642" y="1"/>
                    <a:pt x="11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1154621" y="1737719"/>
              <a:ext cx="270063" cy="231597"/>
            </a:xfrm>
            <a:custGeom>
              <a:rect b="b" l="l" r="r" t="t"/>
              <a:pathLst>
                <a:path extrusionOk="0" h="7225" w="8425">
                  <a:moveTo>
                    <a:pt x="486" y="1"/>
                  </a:moveTo>
                  <a:cubicBezTo>
                    <a:pt x="472" y="1"/>
                    <a:pt x="458" y="2"/>
                    <a:pt x="443" y="4"/>
                  </a:cubicBezTo>
                  <a:cubicBezTo>
                    <a:pt x="190" y="35"/>
                    <a:pt x="0" y="225"/>
                    <a:pt x="0" y="479"/>
                  </a:cubicBezTo>
                  <a:cubicBezTo>
                    <a:pt x="127" y="2569"/>
                    <a:pt x="1742" y="4216"/>
                    <a:pt x="3769" y="4437"/>
                  </a:cubicBezTo>
                  <a:lnTo>
                    <a:pt x="3769" y="6781"/>
                  </a:lnTo>
                  <a:cubicBezTo>
                    <a:pt x="3769" y="7003"/>
                    <a:pt x="3959" y="7224"/>
                    <a:pt x="4212" y="7224"/>
                  </a:cubicBezTo>
                  <a:cubicBezTo>
                    <a:pt x="4465" y="7224"/>
                    <a:pt x="4655" y="7003"/>
                    <a:pt x="4655" y="6781"/>
                  </a:cubicBezTo>
                  <a:lnTo>
                    <a:pt x="4655" y="4437"/>
                  </a:lnTo>
                  <a:cubicBezTo>
                    <a:pt x="6682" y="4216"/>
                    <a:pt x="8297" y="2569"/>
                    <a:pt x="8424" y="479"/>
                  </a:cubicBezTo>
                  <a:cubicBezTo>
                    <a:pt x="8424" y="225"/>
                    <a:pt x="8234" y="35"/>
                    <a:pt x="7981" y="4"/>
                  </a:cubicBezTo>
                  <a:cubicBezTo>
                    <a:pt x="7966" y="2"/>
                    <a:pt x="7952" y="1"/>
                    <a:pt x="7938" y="1"/>
                  </a:cubicBezTo>
                  <a:cubicBezTo>
                    <a:pt x="7731" y="1"/>
                    <a:pt x="7535" y="210"/>
                    <a:pt x="7506" y="447"/>
                  </a:cubicBezTo>
                  <a:cubicBezTo>
                    <a:pt x="7411" y="2189"/>
                    <a:pt x="5986" y="3582"/>
                    <a:pt x="4212" y="3582"/>
                  </a:cubicBezTo>
                  <a:cubicBezTo>
                    <a:pt x="2470" y="3582"/>
                    <a:pt x="1013" y="2189"/>
                    <a:pt x="918" y="447"/>
                  </a:cubicBezTo>
                  <a:cubicBezTo>
                    <a:pt x="889" y="210"/>
                    <a:pt x="693" y="1"/>
                    <a:pt x="4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1207383" y="1566257"/>
              <a:ext cx="165500" cy="261953"/>
            </a:xfrm>
            <a:custGeom>
              <a:rect b="b" l="l" r="r" t="t"/>
              <a:pathLst>
                <a:path extrusionOk="0" h="8172" w="5163">
                  <a:moveTo>
                    <a:pt x="2566" y="887"/>
                  </a:moveTo>
                  <a:cubicBezTo>
                    <a:pt x="3009" y="887"/>
                    <a:pt x="3421" y="1078"/>
                    <a:pt x="3769" y="1394"/>
                  </a:cubicBezTo>
                  <a:cubicBezTo>
                    <a:pt x="4055" y="1711"/>
                    <a:pt x="4245" y="2123"/>
                    <a:pt x="4245" y="2566"/>
                  </a:cubicBezTo>
                  <a:lnTo>
                    <a:pt x="4245" y="5606"/>
                  </a:lnTo>
                  <a:cubicBezTo>
                    <a:pt x="4245" y="5669"/>
                    <a:pt x="4245" y="5701"/>
                    <a:pt x="4245" y="5765"/>
                  </a:cubicBezTo>
                  <a:cubicBezTo>
                    <a:pt x="4150" y="6620"/>
                    <a:pt x="3453" y="7285"/>
                    <a:pt x="2566" y="7285"/>
                  </a:cubicBezTo>
                  <a:cubicBezTo>
                    <a:pt x="1711" y="7285"/>
                    <a:pt x="983" y="6620"/>
                    <a:pt x="919" y="5765"/>
                  </a:cubicBezTo>
                  <a:cubicBezTo>
                    <a:pt x="919" y="5701"/>
                    <a:pt x="888" y="5669"/>
                    <a:pt x="888" y="5606"/>
                  </a:cubicBezTo>
                  <a:lnTo>
                    <a:pt x="888" y="2566"/>
                  </a:lnTo>
                  <a:cubicBezTo>
                    <a:pt x="888" y="1648"/>
                    <a:pt x="1648" y="887"/>
                    <a:pt x="2566" y="887"/>
                  </a:cubicBezTo>
                  <a:close/>
                  <a:moveTo>
                    <a:pt x="2566" y="1"/>
                  </a:moveTo>
                  <a:cubicBezTo>
                    <a:pt x="1141" y="1"/>
                    <a:pt x="1" y="1141"/>
                    <a:pt x="1" y="2566"/>
                  </a:cubicBezTo>
                  <a:lnTo>
                    <a:pt x="1" y="5606"/>
                  </a:lnTo>
                  <a:cubicBezTo>
                    <a:pt x="1" y="5669"/>
                    <a:pt x="1" y="5733"/>
                    <a:pt x="1" y="5860"/>
                  </a:cubicBezTo>
                  <a:cubicBezTo>
                    <a:pt x="128" y="7190"/>
                    <a:pt x="1236" y="8171"/>
                    <a:pt x="2566" y="8171"/>
                  </a:cubicBezTo>
                  <a:cubicBezTo>
                    <a:pt x="3896" y="8171"/>
                    <a:pt x="5005" y="7190"/>
                    <a:pt x="5131" y="5828"/>
                  </a:cubicBezTo>
                  <a:cubicBezTo>
                    <a:pt x="5131" y="5765"/>
                    <a:pt x="5163" y="5669"/>
                    <a:pt x="5163" y="5606"/>
                  </a:cubicBezTo>
                  <a:lnTo>
                    <a:pt x="5163" y="2566"/>
                  </a:lnTo>
                  <a:cubicBezTo>
                    <a:pt x="5163" y="1901"/>
                    <a:pt x="4878" y="1236"/>
                    <a:pt x="4403" y="729"/>
                  </a:cubicBezTo>
                  <a:cubicBezTo>
                    <a:pt x="3896" y="254"/>
                    <a:pt x="3263" y="1"/>
                    <a:pt x="256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7" name="Google Shape;1657;p20"/>
          <p:cNvGrpSpPr/>
          <p:nvPr/>
        </p:nvGrpSpPr>
        <p:grpSpPr>
          <a:xfrm>
            <a:off x="5049464" y="1494746"/>
            <a:ext cx="994256" cy="1111795"/>
            <a:chOff x="5044655" y="1201022"/>
            <a:chExt cx="1268993" cy="1419011"/>
          </a:xfrm>
        </p:grpSpPr>
        <p:sp>
          <p:nvSpPr>
            <p:cNvPr id="1658" name="Google Shape;1658;p20"/>
            <p:cNvSpPr/>
            <p:nvPr/>
          </p:nvSpPr>
          <p:spPr>
            <a:xfrm>
              <a:off x="5502497" y="2249445"/>
              <a:ext cx="335039" cy="370588"/>
            </a:xfrm>
            <a:custGeom>
              <a:rect b="b" l="l" r="r" t="t"/>
              <a:pathLst>
                <a:path extrusionOk="0" h="11561" w="10452">
                  <a:moveTo>
                    <a:pt x="1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5044655" y="1201022"/>
              <a:ext cx="1268993" cy="1152826"/>
            </a:xfrm>
            <a:custGeom>
              <a:rect b="b" l="l" r="r" t="t"/>
              <a:pathLst>
                <a:path extrusionOk="0" h="35964" w="39588">
                  <a:moveTo>
                    <a:pt x="19142" y="1"/>
                  </a:moveTo>
                  <a:cubicBezTo>
                    <a:pt x="13558" y="1"/>
                    <a:pt x="8041" y="2456"/>
                    <a:pt x="4403" y="7119"/>
                  </a:cubicBezTo>
                  <a:cubicBezTo>
                    <a:pt x="2788" y="9210"/>
                    <a:pt x="1679" y="11490"/>
                    <a:pt x="1109" y="13897"/>
                  </a:cubicBezTo>
                  <a:cubicBezTo>
                    <a:pt x="1" y="18520"/>
                    <a:pt x="824" y="23397"/>
                    <a:pt x="3390" y="27451"/>
                  </a:cubicBezTo>
                  <a:cubicBezTo>
                    <a:pt x="4086" y="28496"/>
                    <a:pt x="4878" y="29509"/>
                    <a:pt x="5796" y="30428"/>
                  </a:cubicBezTo>
                  <a:cubicBezTo>
                    <a:pt x="6430" y="31093"/>
                    <a:pt x="7158" y="31726"/>
                    <a:pt x="7950" y="32296"/>
                  </a:cubicBezTo>
                  <a:cubicBezTo>
                    <a:pt x="11294" y="34769"/>
                    <a:pt x="15222" y="35963"/>
                    <a:pt x="19116" y="35963"/>
                  </a:cubicBezTo>
                  <a:cubicBezTo>
                    <a:pt x="24700" y="35963"/>
                    <a:pt x="30217" y="33508"/>
                    <a:pt x="33855" y="28844"/>
                  </a:cubicBezTo>
                  <a:cubicBezTo>
                    <a:pt x="39587" y="21497"/>
                    <a:pt x="38637" y="11236"/>
                    <a:pt x="31955" y="4998"/>
                  </a:cubicBezTo>
                  <a:cubicBezTo>
                    <a:pt x="31448" y="4523"/>
                    <a:pt x="30878" y="4079"/>
                    <a:pt x="30308" y="3668"/>
                  </a:cubicBezTo>
                  <a:cubicBezTo>
                    <a:pt x="26964" y="1195"/>
                    <a:pt x="23037" y="1"/>
                    <a:pt x="1914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5230446" y="1361201"/>
              <a:ext cx="1083203" cy="992647"/>
            </a:xfrm>
            <a:custGeom>
              <a:rect b="b" l="l" r="r" t="t"/>
              <a:pathLst>
                <a:path extrusionOk="0" h="30967" w="33792">
                  <a:moveTo>
                    <a:pt x="26159" y="1"/>
                  </a:moveTo>
                  <a:lnTo>
                    <a:pt x="19255" y="6714"/>
                  </a:lnTo>
                  <a:lnTo>
                    <a:pt x="0" y="25431"/>
                  </a:lnTo>
                  <a:cubicBezTo>
                    <a:pt x="634" y="26096"/>
                    <a:pt x="1362" y="26729"/>
                    <a:pt x="2154" y="27299"/>
                  </a:cubicBezTo>
                  <a:cubicBezTo>
                    <a:pt x="5498" y="29772"/>
                    <a:pt x="9426" y="30966"/>
                    <a:pt x="13320" y="30966"/>
                  </a:cubicBezTo>
                  <a:cubicBezTo>
                    <a:pt x="18904" y="30966"/>
                    <a:pt x="24421" y="28511"/>
                    <a:pt x="28059" y="23847"/>
                  </a:cubicBezTo>
                  <a:cubicBezTo>
                    <a:pt x="33791" y="16500"/>
                    <a:pt x="32841" y="6239"/>
                    <a:pt x="261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5297441" y="1466470"/>
              <a:ext cx="712679" cy="662513"/>
            </a:xfrm>
            <a:custGeom>
              <a:rect b="b" l="l" r="r" t="t"/>
              <a:pathLst>
                <a:path extrusionOk="0" h="20668" w="22233">
                  <a:moveTo>
                    <a:pt x="11098" y="1"/>
                  </a:moveTo>
                  <a:cubicBezTo>
                    <a:pt x="6140" y="1"/>
                    <a:pt x="1746" y="3610"/>
                    <a:pt x="919" y="8656"/>
                  </a:cubicBezTo>
                  <a:cubicBezTo>
                    <a:pt x="1" y="14293"/>
                    <a:pt x="3833" y="19613"/>
                    <a:pt x="9438" y="20532"/>
                  </a:cubicBezTo>
                  <a:cubicBezTo>
                    <a:pt x="10000" y="20623"/>
                    <a:pt x="10559" y="20668"/>
                    <a:pt x="11111" y="20668"/>
                  </a:cubicBezTo>
                  <a:cubicBezTo>
                    <a:pt x="16093" y="20668"/>
                    <a:pt x="20487" y="17056"/>
                    <a:pt x="21314" y="11981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4" y="45"/>
                    <a:pt x="11647" y="1"/>
                    <a:pt x="11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5746147" y="1705760"/>
              <a:ext cx="40646" cy="180309"/>
            </a:xfrm>
            <a:custGeom>
              <a:rect b="b" l="l" r="r" t="t"/>
              <a:pathLst>
                <a:path extrusionOk="0" h="5625" w="1268">
                  <a:moveTo>
                    <a:pt x="539" y="0"/>
                  </a:moveTo>
                  <a:cubicBezTo>
                    <a:pt x="475" y="0"/>
                    <a:pt x="409" y="16"/>
                    <a:pt x="349" y="51"/>
                  </a:cubicBezTo>
                  <a:cubicBezTo>
                    <a:pt x="127" y="146"/>
                    <a:pt x="0" y="399"/>
                    <a:pt x="95" y="621"/>
                  </a:cubicBezTo>
                  <a:cubicBezTo>
                    <a:pt x="285" y="1032"/>
                    <a:pt x="349" y="1444"/>
                    <a:pt x="349" y="1856"/>
                  </a:cubicBezTo>
                  <a:lnTo>
                    <a:pt x="349" y="5149"/>
                  </a:lnTo>
                  <a:cubicBezTo>
                    <a:pt x="349" y="5403"/>
                    <a:pt x="570" y="5624"/>
                    <a:pt x="792" y="5624"/>
                  </a:cubicBezTo>
                  <a:cubicBezTo>
                    <a:pt x="1045" y="5624"/>
                    <a:pt x="1267" y="5403"/>
                    <a:pt x="1267" y="5149"/>
                  </a:cubicBezTo>
                  <a:lnTo>
                    <a:pt x="1267" y="1856"/>
                  </a:lnTo>
                  <a:cubicBezTo>
                    <a:pt x="1267" y="1317"/>
                    <a:pt x="1140" y="779"/>
                    <a:pt x="950" y="272"/>
                  </a:cubicBezTo>
                  <a:cubicBezTo>
                    <a:pt x="881" y="111"/>
                    <a:pt x="712" y="0"/>
                    <a:pt x="5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5520768" y="1632258"/>
              <a:ext cx="217269" cy="184765"/>
            </a:xfrm>
            <a:custGeom>
              <a:rect b="b" l="l" r="r" t="t"/>
              <a:pathLst>
                <a:path extrusionOk="0" h="5764" w="6778">
                  <a:moveTo>
                    <a:pt x="4149" y="0"/>
                  </a:moveTo>
                  <a:cubicBezTo>
                    <a:pt x="1838" y="0"/>
                    <a:pt x="1" y="1869"/>
                    <a:pt x="1" y="4149"/>
                  </a:cubicBezTo>
                  <a:lnTo>
                    <a:pt x="1" y="5321"/>
                  </a:lnTo>
                  <a:cubicBezTo>
                    <a:pt x="1" y="5574"/>
                    <a:pt x="191" y="5764"/>
                    <a:pt x="444" y="5764"/>
                  </a:cubicBezTo>
                  <a:cubicBezTo>
                    <a:pt x="697" y="5764"/>
                    <a:pt x="887" y="5574"/>
                    <a:pt x="887" y="5321"/>
                  </a:cubicBezTo>
                  <a:lnTo>
                    <a:pt x="887" y="4149"/>
                  </a:lnTo>
                  <a:cubicBezTo>
                    <a:pt x="887" y="2375"/>
                    <a:pt x="2344" y="919"/>
                    <a:pt x="4118" y="919"/>
                  </a:cubicBezTo>
                  <a:cubicBezTo>
                    <a:pt x="4814" y="919"/>
                    <a:pt x="5448" y="1109"/>
                    <a:pt x="6018" y="1489"/>
                  </a:cubicBezTo>
                  <a:cubicBezTo>
                    <a:pt x="6097" y="1555"/>
                    <a:pt x="6193" y="1588"/>
                    <a:pt x="6287" y="1588"/>
                  </a:cubicBezTo>
                  <a:cubicBezTo>
                    <a:pt x="6418" y="1588"/>
                    <a:pt x="6546" y="1523"/>
                    <a:pt x="6620" y="1394"/>
                  </a:cubicBezTo>
                  <a:cubicBezTo>
                    <a:pt x="6778" y="1204"/>
                    <a:pt x="6715" y="919"/>
                    <a:pt x="6525" y="760"/>
                  </a:cubicBezTo>
                  <a:cubicBezTo>
                    <a:pt x="5828" y="254"/>
                    <a:pt x="5004" y="0"/>
                    <a:pt x="41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5578627" y="1691143"/>
              <a:ext cx="149280" cy="272083"/>
            </a:xfrm>
            <a:custGeom>
              <a:rect b="b" l="l" r="r" t="t"/>
              <a:pathLst>
                <a:path extrusionOk="0" h="8488" w="4657">
                  <a:moveTo>
                    <a:pt x="2344" y="0"/>
                  </a:moveTo>
                  <a:cubicBezTo>
                    <a:pt x="1046" y="0"/>
                    <a:pt x="1" y="1045"/>
                    <a:pt x="1" y="2312"/>
                  </a:cubicBezTo>
                  <a:lnTo>
                    <a:pt x="1" y="6239"/>
                  </a:lnTo>
                  <a:cubicBezTo>
                    <a:pt x="1" y="6460"/>
                    <a:pt x="191" y="6682"/>
                    <a:pt x="444" y="6682"/>
                  </a:cubicBezTo>
                  <a:cubicBezTo>
                    <a:pt x="698" y="6682"/>
                    <a:pt x="888" y="6460"/>
                    <a:pt x="888" y="6239"/>
                  </a:cubicBezTo>
                  <a:lnTo>
                    <a:pt x="888" y="2312"/>
                  </a:lnTo>
                  <a:cubicBezTo>
                    <a:pt x="888" y="1520"/>
                    <a:pt x="1553" y="887"/>
                    <a:pt x="2344" y="887"/>
                  </a:cubicBezTo>
                  <a:cubicBezTo>
                    <a:pt x="2693" y="887"/>
                    <a:pt x="3073" y="1045"/>
                    <a:pt x="3326" y="1298"/>
                  </a:cubicBezTo>
                  <a:cubicBezTo>
                    <a:pt x="3611" y="1583"/>
                    <a:pt x="3738" y="1932"/>
                    <a:pt x="3738" y="2312"/>
                  </a:cubicBezTo>
                  <a:lnTo>
                    <a:pt x="3738" y="8012"/>
                  </a:lnTo>
                  <a:cubicBezTo>
                    <a:pt x="3738" y="8266"/>
                    <a:pt x="3960" y="8487"/>
                    <a:pt x="4213" y="8487"/>
                  </a:cubicBezTo>
                  <a:cubicBezTo>
                    <a:pt x="4466" y="8487"/>
                    <a:pt x="4656" y="8266"/>
                    <a:pt x="4656" y="8012"/>
                  </a:cubicBezTo>
                  <a:lnTo>
                    <a:pt x="4656" y="2312"/>
                  </a:lnTo>
                  <a:cubicBezTo>
                    <a:pt x="4656" y="1710"/>
                    <a:pt x="4403" y="1108"/>
                    <a:pt x="3960" y="665"/>
                  </a:cubicBezTo>
                  <a:cubicBezTo>
                    <a:pt x="3548" y="222"/>
                    <a:pt x="2946" y="0"/>
                    <a:pt x="23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5521794" y="1841385"/>
              <a:ext cx="29459" cy="120815"/>
            </a:xfrm>
            <a:custGeom>
              <a:rect b="b" l="l" r="r" t="t"/>
              <a:pathLst>
                <a:path extrusionOk="0" h="3769" w="919">
                  <a:moveTo>
                    <a:pt x="444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3325"/>
                  </a:lnTo>
                  <a:cubicBezTo>
                    <a:pt x="0" y="3579"/>
                    <a:pt x="190" y="3769"/>
                    <a:pt x="444" y="3769"/>
                  </a:cubicBezTo>
                  <a:cubicBezTo>
                    <a:pt x="697" y="3769"/>
                    <a:pt x="919" y="3579"/>
                    <a:pt x="919" y="3325"/>
                  </a:cubicBezTo>
                  <a:lnTo>
                    <a:pt x="919" y="443"/>
                  </a:lnTo>
                  <a:cubicBezTo>
                    <a:pt x="919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5756276" y="1891102"/>
              <a:ext cx="28465" cy="72124"/>
            </a:xfrm>
            <a:custGeom>
              <a:rect b="b" l="l" r="r" t="t"/>
              <a:pathLst>
                <a:path extrusionOk="0" h="2250" w="888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774"/>
                  </a:lnTo>
                  <a:cubicBezTo>
                    <a:pt x="1" y="2028"/>
                    <a:pt x="191" y="2249"/>
                    <a:pt x="444" y="2249"/>
                  </a:cubicBezTo>
                  <a:cubicBezTo>
                    <a:pt x="698" y="2249"/>
                    <a:pt x="888" y="2028"/>
                    <a:pt x="888" y="1774"/>
                  </a:cubicBezTo>
                  <a:lnTo>
                    <a:pt x="888" y="444"/>
                  </a:ln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5638538" y="1747977"/>
              <a:ext cx="30484" cy="215249"/>
            </a:xfrm>
            <a:custGeom>
              <a:rect b="b" l="l" r="r" t="t"/>
              <a:pathLst>
                <a:path extrusionOk="0" h="6715" w="951">
                  <a:moveTo>
                    <a:pt x="475" y="0"/>
                  </a:moveTo>
                  <a:cubicBezTo>
                    <a:pt x="222" y="0"/>
                    <a:pt x="0" y="222"/>
                    <a:pt x="0" y="476"/>
                  </a:cubicBezTo>
                  <a:lnTo>
                    <a:pt x="0" y="4814"/>
                  </a:lnTo>
                  <a:cubicBezTo>
                    <a:pt x="0" y="5036"/>
                    <a:pt x="159" y="5194"/>
                    <a:pt x="317" y="5258"/>
                  </a:cubicBezTo>
                  <a:cubicBezTo>
                    <a:pt x="159" y="5321"/>
                    <a:pt x="64" y="5479"/>
                    <a:pt x="64" y="5669"/>
                  </a:cubicBezTo>
                  <a:lnTo>
                    <a:pt x="64" y="6239"/>
                  </a:lnTo>
                  <a:cubicBezTo>
                    <a:pt x="64" y="6493"/>
                    <a:pt x="254" y="6714"/>
                    <a:pt x="507" y="6714"/>
                  </a:cubicBezTo>
                  <a:cubicBezTo>
                    <a:pt x="760" y="6714"/>
                    <a:pt x="950" y="6493"/>
                    <a:pt x="950" y="6239"/>
                  </a:cubicBezTo>
                  <a:lnTo>
                    <a:pt x="950" y="5669"/>
                  </a:lnTo>
                  <a:cubicBezTo>
                    <a:pt x="950" y="5448"/>
                    <a:pt x="824" y="5289"/>
                    <a:pt x="634" y="5226"/>
                  </a:cubicBezTo>
                  <a:cubicBezTo>
                    <a:pt x="792" y="5163"/>
                    <a:pt x="919" y="5004"/>
                    <a:pt x="919" y="4814"/>
                  </a:cubicBezTo>
                  <a:lnTo>
                    <a:pt x="919" y="476"/>
                  </a:lnTo>
                  <a:cubicBezTo>
                    <a:pt x="919" y="222"/>
                    <a:pt x="729" y="0"/>
                    <a:pt x="475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5576608" y="1905335"/>
              <a:ext cx="29459" cy="56866"/>
            </a:xfrm>
            <a:custGeom>
              <a:rect b="b" l="l" r="r" t="t"/>
              <a:pathLst>
                <a:path extrusionOk="0" h="1774" w="919">
                  <a:moveTo>
                    <a:pt x="444" y="0"/>
                  </a:moveTo>
                  <a:cubicBezTo>
                    <a:pt x="191" y="0"/>
                    <a:pt x="1" y="222"/>
                    <a:pt x="1" y="444"/>
                  </a:cubicBezTo>
                  <a:lnTo>
                    <a:pt x="1" y="1330"/>
                  </a:lnTo>
                  <a:cubicBezTo>
                    <a:pt x="1" y="1584"/>
                    <a:pt x="191" y="1774"/>
                    <a:pt x="444" y="1774"/>
                  </a:cubicBezTo>
                  <a:cubicBezTo>
                    <a:pt x="697" y="1774"/>
                    <a:pt x="919" y="1584"/>
                    <a:pt x="919" y="1330"/>
                  </a:cubicBezTo>
                  <a:lnTo>
                    <a:pt x="919" y="444"/>
                  </a:lnTo>
                  <a:cubicBezTo>
                    <a:pt x="919" y="222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20"/>
          <p:cNvGrpSpPr/>
          <p:nvPr/>
        </p:nvGrpSpPr>
        <p:grpSpPr>
          <a:xfrm>
            <a:off x="3111582" y="1494746"/>
            <a:ext cx="987877" cy="1111795"/>
            <a:chOff x="2870204" y="1201022"/>
            <a:chExt cx="1260851" cy="1419011"/>
          </a:xfrm>
        </p:grpSpPr>
        <p:sp>
          <p:nvSpPr>
            <p:cNvPr id="1670" name="Google Shape;1670;p20"/>
            <p:cNvSpPr/>
            <p:nvPr/>
          </p:nvSpPr>
          <p:spPr>
            <a:xfrm>
              <a:off x="3323975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1" y="1"/>
                  </a:moveTo>
                  <a:lnTo>
                    <a:pt x="5226" y="11560"/>
                  </a:lnTo>
                  <a:lnTo>
                    <a:pt x="1042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287020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9110" y="1"/>
                  </a:moveTo>
                  <a:cubicBezTo>
                    <a:pt x="13526" y="1"/>
                    <a:pt x="8009" y="2456"/>
                    <a:pt x="4371" y="7119"/>
                  </a:cubicBezTo>
                  <a:cubicBezTo>
                    <a:pt x="2693" y="9241"/>
                    <a:pt x="1616" y="11616"/>
                    <a:pt x="1046" y="14055"/>
                  </a:cubicBezTo>
                  <a:cubicBezTo>
                    <a:pt x="1" y="18584"/>
                    <a:pt x="824" y="23334"/>
                    <a:pt x="3294" y="27324"/>
                  </a:cubicBezTo>
                  <a:cubicBezTo>
                    <a:pt x="4181" y="28749"/>
                    <a:pt x="5290" y="30079"/>
                    <a:pt x="6620" y="31251"/>
                  </a:cubicBezTo>
                  <a:cubicBezTo>
                    <a:pt x="7031" y="31600"/>
                    <a:pt x="7475" y="31980"/>
                    <a:pt x="7918" y="32296"/>
                  </a:cubicBezTo>
                  <a:cubicBezTo>
                    <a:pt x="11262" y="34769"/>
                    <a:pt x="15195" y="35963"/>
                    <a:pt x="19096" y="35963"/>
                  </a:cubicBezTo>
                  <a:cubicBezTo>
                    <a:pt x="24689" y="35963"/>
                    <a:pt x="30217" y="33508"/>
                    <a:pt x="33855" y="28844"/>
                  </a:cubicBezTo>
                  <a:cubicBezTo>
                    <a:pt x="39334" y="21814"/>
                    <a:pt x="38669" y="12123"/>
                    <a:pt x="32747" y="5853"/>
                  </a:cubicBezTo>
                  <a:cubicBezTo>
                    <a:pt x="32018" y="5061"/>
                    <a:pt x="31195" y="4333"/>
                    <a:pt x="30276" y="3668"/>
                  </a:cubicBezTo>
                  <a:cubicBezTo>
                    <a:pt x="26932" y="1195"/>
                    <a:pt x="23005" y="1"/>
                    <a:pt x="191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3082376" y="1388608"/>
              <a:ext cx="1048679" cy="965240"/>
            </a:xfrm>
            <a:custGeom>
              <a:rect b="b" l="l" r="r" t="t"/>
              <a:pathLst>
                <a:path extrusionOk="0" h="30112" w="32715">
                  <a:moveTo>
                    <a:pt x="26128" y="1"/>
                  </a:moveTo>
                  <a:lnTo>
                    <a:pt x="18685" y="7221"/>
                  </a:lnTo>
                  <a:lnTo>
                    <a:pt x="9216" y="16437"/>
                  </a:lnTo>
                  <a:lnTo>
                    <a:pt x="1" y="25399"/>
                  </a:lnTo>
                  <a:cubicBezTo>
                    <a:pt x="412" y="25748"/>
                    <a:pt x="856" y="26128"/>
                    <a:pt x="1299" y="26444"/>
                  </a:cubicBezTo>
                  <a:cubicBezTo>
                    <a:pt x="4643" y="28917"/>
                    <a:pt x="8571" y="30111"/>
                    <a:pt x="12466" y="30111"/>
                  </a:cubicBezTo>
                  <a:cubicBezTo>
                    <a:pt x="18049" y="30111"/>
                    <a:pt x="23566" y="27656"/>
                    <a:pt x="27204" y="22992"/>
                  </a:cubicBezTo>
                  <a:cubicBezTo>
                    <a:pt x="32715" y="15962"/>
                    <a:pt x="32050" y="6271"/>
                    <a:pt x="2612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3147352" y="1440377"/>
              <a:ext cx="662929" cy="662929"/>
            </a:xfrm>
            <a:custGeom>
              <a:rect b="b" l="l" r="r" t="t"/>
              <a:pathLst>
                <a:path extrusionOk="0" h="20681" w="20681">
                  <a:moveTo>
                    <a:pt x="10325" y="1"/>
                  </a:moveTo>
                  <a:cubicBezTo>
                    <a:pt x="4624" y="1"/>
                    <a:pt x="0" y="4624"/>
                    <a:pt x="0" y="10357"/>
                  </a:cubicBezTo>
                  <a:cubicBezTo>
                    <a:pt x="0" y="16057"/>
                    <a:pt x="4624" y="20681"/>
                    <a:pt x="10325" y="20681"/>
                  </a:cubicBezTo>
                  <a:cubicBezTo>
                    <a:pt x="16025" y="20681"/>
                    <a:pt x="20680" y="16057"/>
                    <a:pt x="20680" y="10357"/>
                  </a:cubicBezTo>
                  <a:cubicBezTo>
                    <a:pt x="20680" y="4624"/>
                    <a:pt x="16025" y="1"/>
                    <a:pt x="10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3276277" y="1668801"/>
              <a:ext cx="405079" cy="206114"/>
            </a:xfrm>
            <a:custGeom>
              <a:rect b="b" l="l" r="r" t="t"/>
              <a:pathLst>
                <a:path extrusionOk="0" h="6430" w="12637">
                  <a:moveTo>
                    <a:pt x="11718" y="2154"/>
                  </a:moveTo>
                  <a:lnTo>
                    <a:pt x="11718" y="4307"/>
                  </a:lnTo>
                  <a:lnTo>
                    <a:pt x="11021" y="4307"/>
                  </a:lnTo>
                  <a:lnTo>
                    <a:pt x="11021" y="2154"/>
                  </a:lnTo>
                  <a:close/>
                  <a:moveTo>
                    <a:pt x="10135" y="919"/>
                  </a:moveTo>
                  <a:lnTo>
                    <a:pt x="10135" y="1679"/>
                  </a:lnTo>
                  <a:lnTo>
                    <a:pt x="10135" y="4751"/>
                  </a:lnTo>
                  <a:lnTo>
                    <a:pt x="10135" y="5511"/>
                  </a:lnTo>
                  <a:lnTo>
                    <a:pt x="887" y="5511"/>
                  </a:lnTo>
                  <a:lnTo>
                    <a:pt x="887" y="919"/>
                  </a:lnTo>
                  <a:close/>
                  <a:moveTo>
                    <a:pt x="444" y="0"/>
                  </a:moveTo>
                  <a:cubicBezTo>
                    <a:pt x="190" y="0"/>
                    <a:pt x="0" y="222"/>
                    <a:pt x="0" y="475"/>
                  </a:cubicBezTo>
                  <a:lnTo>
                    <a:pt x="0" y="5954"/>
                  </a:lnTo>
                  <a:cubicBezTo>
                    <a:pt x="0" y="6207"/>
                    <a:pt x="190" y="6429"/>
                    <a:pt x="444" y="6429"/>
                  </a:cubicBezTo>
                  <a:lnTo>
                    <a:pt x="10578" y="6429"/>
                  </a:lnTo>
                  <a:cubicBezTo>
                    <a:pt x="10831" y="6429"/>
                    <a:pt x="11021" y="6207"/>
                    <a:pt x="11021" y="5954"/>
                  </a:cubicBezTo>
                  <a:lnTo>
                    <a:pt x="11021" y="5194"/>
                  </a:lnTo>
                  <a:lnTo>
                    <a:pt x="12193" y="5194"/>
                  </a:lnTo>
                  <a:cubicBezTo>
                    <a:pt x="12415" y="5194"/>
                    <a:pt x="12636" y="5004"/>
                    <a:pt x="12636" y="4751"/>
                  </a:cubicBezTo>
                  <a:lnTo>
                    <a:pt x="12636" y="1679"/>
                  </a:lnTo>
                  <a:cubicBezTo>
                    <a:pt x="12636" y="1425"/>
                    <a:pt x="12415" y="1235"/>
                    <a:pt x="12193" y="1235"/>
                  </a:cubicBezTo>
                  <a:lnTo>
                    <a:pt x="11021" y="1235"/>
                  </a:lnTo>
                  <a:lnTo>
                    <a:pt x="11021" y="475"/>
                  </a:lnTo>
                  <a:cubicBezTo>
                    <a:pt x="11021" y="222"/>
                    <a:pt x="10831" y="0"/>
                    <a:pt x="105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3318910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3373724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3428538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3" y="3959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8" name="Google Shape;1678;p20"/>
          <p:cNvSpPr txBox="1"/>
          <p:nvPr/>
        </p:nvSpPr>
        <p:spPr>
          <a:xfrm>
            <a:off x="887900" y="2807702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79" name="Google Shape;1679;p20"/>
          <p:cNvSpPr txBox="1"/>
          <p:nvPr/>
        </p:nvSpPr>
        <p:spPr>
          <a:xfrm>
            <a:off x="887900" y="3288949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0" name="Google Shape;1680;p20"/>
          <p:cNvSpPr txBox="1"/>
          <p:nvPr/>
        </p:nvSpPr>
        <p:spPr>
          <a:xfrm>
            <a:off x="2837516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1" name="Google Shape;1681;p20"/>
          <p:cNvSpPr txBox="1"/>
          <p:nvPr/>
        </p:nvSpPr>
        <p:spPr>
          <a:xfrm>
            <a:off x="2837515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2" name="Google Shape;1682;p20"/>
          <p:cNvSpPr txBox="1"/>
          <p:nvPr/>
        </p:nvSpPr>
        <p:spPr>
          <a:xfrm>
            <a:off x="4787344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3" name="Google Shape;1683;p20"/>
          <p:cNvSpPr txBox="1"/>
          <p:nvPr/>
        </p:nvSpPr>
        <p:spPr>
          <a:xfrm>
            <a:off x="4787343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4" name="Google Shape;1684;p20"/>
          <p:cNvSpPr txBox="1"/>
          <p:nvPr/>
        </p:nvSpPr>
        <p:spPr>
          <a:xfrm>
            <a:off x="6736702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5" name="Google Shape;1685;p20"/>
          <p:cNvSpPr txBox="1"/>
          <p:nvPr/>
        </p:nvSpPr>
        <p:spPr>
          <a:xfrm>
            <a:off x="6736700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rect b="b" l="l" r="r" t="t"/>
              <a:pathLst>
                <a:path extrusionOk="0" h="128" w="64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rect b="b" l="l" r="r" t="t"/>
              <a:pathLst>
                <a:path extrusionOk="0" h="39208" w="23119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rect b="b" l="l" r="r" t="t"/>
              <a:pathLst>
                <a:path extrusionOk="0" h="4529" w="23088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rect b="b" l="l" r="r" t="t"/>
              <a:pathLst>
                <a:path extrusionOk="0" h="18148" w="18179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rect b="b" l="l" r="r" t="t"/>
              <a:pathLst>
                <a:path extrusionOk="0" h="9470" w="4308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rect b="b" l="l" r="r" t="t"/>
              <a:pathLst>
                <a:path extrusionOk="0" h="7823" w="3738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rect b="b" l="l" r="r" t="t"/>
              <a:pathLst>
                <a:path extrusionOk="0" h="7823" w="3738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rect b="b" l="l" r="r" t="t"/>
              <a:pathLst>
                <a:path extrusionOk="0" h="4244" w="635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rect b="b" l="l" r="r" t="t"/>
              <a:pathLst>
                <a:path extrusionOk="0" h="3041" w="476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rect b="b" l="l" r="r" t="t"/>
              <a:pathLst>
                <a:path extrusionOk="0" h="3960" w="476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rect b="b" l="l" r="r" t="t"/>
              <a:pathLst>
                <a:path extrusionOk="0" h="3137" w="476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rect b="b" l="l" r="r" t="t"/>
              <a:pathLst>
                <a:path extrusionOk="0" h="4530" w="476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rect b="b" l="l" r="r" t="t"/>
              <a:pathLst>
                <a:path extrusionOk="0" h="5448" w="508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rect b="b" l="l" r="r" t="t"/>
              <a:pathLst>
                <a:path extrusionOk="0" h="4625" w="507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rect b="b" l="l" r="r" t="t"/>
              <a:pathLst>
                <a:path extrusionOk="0" h="3263" w="508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rect b="b" l="l" r="r" t="t"/>
              <a:pathLst>
                <a:path extrusionOk="0" h="2282" w="476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rect b="b" l="l" r="r" t="t"/>
              <a:pathLst>
                <a:path extrusionOk="0" h="2915" w="476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rect b="b" l="l" r="r" t="t"/>
              <a:pathLst>
                <a:path extrusionOk="0" h="3960" w="476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rect b="b" l="l" r="r" t="t"/>
              <a:pathLst>
                <a:path extrusionOk="0" h="3263" w="476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rect b="b" l="l" r="r" t="t"/>
              <a:pathLst>
                <a:path extrusionOk="0" h="540" w="888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rect b="b" l="l" r="r" t="t"/>
              <a:pathLst>
                <a:path extrusionOk="0" h="761" w="2122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rect b="b" l="l" r="r" t="t"/>
              <a:pathLst>
                <a:path extrusionOk="0" h="1394" w="453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rect b="b" l="l" r="r" t="t"/>
              <a:pathLst>
                <a:path extrusionOk="0" h="1015" w="3232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rect b="b" l="l" r="r" t="t"/>
              <a:pathLst>
                <a:path extrusionOk="0" h="41772" w="24197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rect b="b" l="l" r="r" t="t"/>
              <a:pathLst>
                <a:path extrusionOk="0" h="11344" w="510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rect b="b" l="l" r="r" t="t"/>
              <a:pathLst>
                <a:path extrusionOk="0" h="1088" w="3073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rect b="b" l="l" r="r" t="t"/>
              <a:pathLst>
                <a:path extrusionOk="0" h="750" w="1426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rect b="b" l="l" r="r" t="t"/>
              <a:pathLst>
                <a:path extrusionOk="0" h="919" w="1173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rect b="b" l="l" r="r" t="t"/>
              <a:pathLst>
                <a:path extrusionOk="0" h="1434" w="2439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rect b="b" l="l" r="r" t="t"/>
              <a:pathLst>
                <a:path extrusionOk="0" h="777" w="1901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rect b="b" l="l" r="r" t="t"/>
              <a:pathLst>
                <a:path extrusionOk="0" h="1147" w="1647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rect b="b" l="l" r="r" t="t"/>
              <a:pathLst>
                <a:path extrusionOk="0" h="2059" w="1394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rect b="b" l="l" r="r" t="t"/>
              <a:pathLst>
                <a:path extrusionOk="0" h="1403" w="2313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rect b="b" l="l" r="r" t="t"/>
              <a:pathLst>
                <a:path extrusionOk="0" h="1376" w="1299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rect b="b" l="l" r="r" t="t"/>
              <a:pathLst>
                <a:path extrusionOk="0" h="718" w="1173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rect b="b" l="l" r="r" t="t"/>
              <a:pathLst>
                <a:path extrusionOk="0" h="1814" w="887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rect b="b" l="l" r="r" t="t"/>
              <a:pathLst>
                <a:path extrusionOk="0" h="11358" w="5131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rect b="b" l="l" r="r" t="t"/>
              <a:pathLst>
                <a:path extrusionOk="0" h="1088" w="3042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rect b="b" l="l" r="r" t="t"/>
              <a:pathLst>
                <a:path extrusionOk="0" h="750" w="1395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rect b="b" l="l" r="r" t="t"/>
              <a:pathLst>
                <a:path extrusionOk="0" h="919" w="1141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rect b="b" l="l" r="r" t="t"/>
              <a:pathLst>
                <a:path extrusionOk="0" h="1438" w="2439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rect b="b" l="l" r="r" t="t"/>
              <a:pathLst>
                <a:path extrusionOk="0" h="777" w="1901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rect b="b" l="l" r="r" t="t"/>
              <a:pathLst>
                <a:path extrusionOk="0" h="1147" w="1616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rect b="b" l="l" r="r" t="t"/>
              <a:pathLst>
                <a:path extrusionOk="0" h="2059" w="1394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rect b="b" l="l" r="r" t="t"/>
              <a:pathLst>
                <a:path extrusionOk="0" h="1419" w="2313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rect b="b" l="l" r="r" t="t"/>
              <a:pathLst>
                <a:path extrusionOk="0" h="1376" w="1299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rect b="b" l="l" r="r" t="t"/>
              <a:pathLst>
                <a:path extrusionOk="0" h="718" w="1173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rect b="b" l="l" r="r" t="t"/>
              <a:pathLst>
                <a:path extrusionOk="0" h="1806" w="887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rect b="b" l="l" r="r" t="t"/>
              <a:pathLst>
                <a:path extrusionOk="0" h="12619" w="12637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rect b="b" l="l" r="r" t="t"/>
              <a:pathLst>
                <a:path extrusionOk="0" h="5651" w="6145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rect b="b" l="l" r="r" t="t"/>
              <a:pathLst>
                <a:path extrusionOk="0" h="5385" w="7823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rect b="b" l="l" r="r" t="t"/>
              <a:pathLst>
                <a:path extrusionOk="0" h="5638" w="8076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rect b="b" l="l" r="r" t="t"/>
              <a:pathLst>
                <a:path extrusionOk="0" h="5385" w="7824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rect b="b" l="l" r="r" t="t"/>
              <a:pathLst>
                <a:path extrusionOk="0" h="5639" w="8076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rect b="b" l="l" r="r" t="t"/>
              <a:pathLst>
                <a:path extrusionOk="0" h="5384" w="7855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rect b="b" l="l" r="r" t="t"/>
              <a:pathLst>
                <a:path extrusionOk="0" h="5638" w="8108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rect b="b" l="l" r="r" t="t"/>
              <a:pathLst>
                <a:path extrusionOk="0" h="18400" w="18369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rect b="b" l="l" r="r" t="t"/>
              <a:pathLst>
                <a:path extrusionOk="0" h="3136" w="1775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rect b="b" l="l" r="r" t="t"/>
              <a:pathLst>
                <a:path extrusionOk="0" h="3136" w="1774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rect b="b" l="l" r="r" t="t"/>
              <a:pathLst>
                <a:path extrusionOk="0" h="6253" w="8298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rect b="b" l="l" r="r" t="t"/>
              <a:pathLst>
                <a:path extrusionOk="0" h="5036" w="9058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rect b="b" l="l" r="r" t="t"/>
              <a:pathLst>
                <a:path extrusionOk="0" h="255" w="8552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rect b="b" l="l" r="r" t="t"/>
              <a:pathLst>
                <a:path extrusionOk="0" h="3231" w="2661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rect b="b" l="l" r="r" t="t"/>
              <a:pathLst>
                <a:path extrusionOk="0" h="1727" w="1711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rect b="b" l="l" r="r" t="t"/>
              <a:pathLst>
                <a:path extrusionOk="0" h="1727" w="1712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rect b="b" l="l" r="r" t="t"/>
              <a:pathLst>
                <a:path extrusionOk="0" h="286" w="7348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rect b="b" l="l" r="r" t="t"/>
              <a:pathLst>
                <a:path extrusionOk="0" h="1552" w="1395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rect b="b" l="l" r="r" t="t"/>
              <a:pathLst>
                <a:path extrusionOk="0" h="1552" w="1395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rect b="b" l="l" r="r" t="t"/>
              <a:pathLst>
                <a:path extrusionOk="0" h="8805" w="10262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rect b="b" l="l" r="r" t="t"/>
              <a:pathLst>
                <a:path extrusionOk="0" h="4973" w="5955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rect b="b" l="l" r="r" t="t"/>
              <a:pathLst>
                <a:path extrusionOk="0" h="8045" w="9375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rect b="b" l="l" r="r" t="t"/>
              <a:pathLst>
                <a:path extrusionOk="0" h="3959" w="643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rect b="b" l="l" r="r" t="t"/>
              <a:pathLst>
                <a:path extrusionOk="0" h="1996" w="1426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rect b="b" l="l" r="r" t="t"/>
              <a:pathLst>
                <a:path extrusionOk="0" h="1988" w="1426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rect b="b" l="l" r="r" t="t"/>
              <a:pathLst>
                <a:path extrusionOk="0" h="254" w="9312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rect b="b" l="l" r="r" t="t"/>
              <a:pathLst>
                <a:path extrusionOk="0" h="1743" w="4529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rect b="b" l="l" r="r" t="t"/>
              <a:pathLst>
                <a:path extrusionOk="0" h="286" w="4403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rect b="b" l="l" r="r" t="t"/>
              <a:pathLst>
                <a:path extrusionOk="0" h="254" w="4403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rect b="b" l="l" r="r" t="t"/>
              <a:pathLst>
                <a:path extrusionOk="0" h="254" w="6367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rect b="b" l="l" r="r" t="t"/>
              <a:pathLst>
                <a:path extrusionOk="0" h="1577" w="1584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rect b="b" l="l" r="r" t="t"/>
              <a:pathLst>
                <a:path extrusionOk="0" h="761" w="1743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rect b="b" l="l" r="r" t="t"/>
              <a:pathLst>
                <a:path extrusionOk="0" h="1577" w="1584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rect b="b" l="l" r="r" t="t"/>
              <a:pathLst>
                <a:path extrusionOk="0" h="761" w="1711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rect b="b" l="l" r="r" t="t"/>
              <a:pathLst>
                <a:path extrusionOk="0" h="2408" w="2377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rect b="b" l="l" r="r" t="t"/>
              <a:pathLst>
                <a:path extrusionOk="0" h="2408" w="2376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rect b="b" l="l" r="r" t="t"/>
              <a:pathLst>
                <a:path extrusionOk="0" h="18400" w="18369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rect b="b" l="l" r="r" t="t"/>
              <a:pathLst>
                <a:path extrusionOk="0" h="4403" w="3389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rect b="b" l="l" r="r" t="t"/>
              <a:pathLst>
                <a:path extrusionOk="0" h="8013" w="6176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rect b="b" l="l" r="r" t="t"/>
              <a:pathLst>
                <a:path extrusionOk="0" h="10800" w="8298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rect b="b" l="l" r="r" t="t"/>
              <a:pathLst>
                <a:path extrusionOk="0" h="13239" w="10135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rect b="b" l="l" r="r" t="t"/>
              <a:pathLst>
                <a:path extrusionOk="0" h="15266" w="1175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rect b="b" l="l" r="r" t="t"/>
              <a:pathLst>
                <a:path extrusionOk="0" h="15899" w="12289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rect b="b" l="l" r="r" t="t"/>
              <a:pathLst>
                <a:path extrusionOk="0" h="16121" w="12479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rect b="b" l="l" r="r" t="t"/>
              <a:pathLst>
                <a:path extrusionOk="0" h="15994" w="12352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rect b="b" l="l" r="r" t="t"/>
              <a:pathLst>
                <a:path extrusionOk="0" h="15455" w="11972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rect b="b" l="l" r="r" t="t"/>
              <a:pathLst>
                <a:path extrusionOk="0" h="14505" w="11244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rect b="b" l="l" r="r" t="t"/>
              <a:pathLst>
                <a:path extrusionOk="0" h="13048" w="10103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rect b="b" l="l" r="r" t="t"/>
              <a:pathLst>
                <a:path extrusionOk="0" h="10895" w="8393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rect b="b" l="l" r="r" t="t"/>
              <a:pathLst>
                <a:path extrusionOk="0" h="7443" w="5733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rect b="b" l="l" r="r" t="t"/>
              <a:pathLst>
                <a:path extrusionOk="0" h="3674" w="74138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rect b="b" l="l" r="r" t="t"/>
              <a:pathLst>
                <a:path extrusionOk="0" h="824" w="54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rect b="b" l="l" r="r" t="t"/>
              <a:pathLst>
                <a:path extrusionOk="0" h="318" w="413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rect b="b" l="l" r="r" t="t"/>
              <a:pathLst>
                <a:path extrusionOk="0" h="603" w="286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rect b="b" l="l" r="r" t="t"/>
              <a:pathLst>
                <a:path extrusionOk="0" h="33" w="96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rect b="b" l="l" r="r" t="t"/>
              <a:pathLst>
                <a:path extrusionOk="0" h="666" w="572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rect b="b" l="l" r="r" t="t"/>
              <a:pathLst>
                <a:path extrusionOk="0" h="575" w="476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rect b="b" l="l" r="r" t="t"/>
              <a:pathLst>
                <a:path extrusionOk="0" h="793" w="445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rect b="b" l="l" r="r" t="t"/>
              <a:pathLst>
                <a:path extrusionOk="0" h="792" w="476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rect b="b" l="l" r="r" t="t"/>
              <a:pathLst>
                <a:path extrusionOk="0" h="1" w="96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rect b="b" l="l" r="r" t="t"/>
              <a:pathLst>
                <a:path extrusionOk="0" h="507" w="317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rect b="b" l="l" r="r" t="t"/>
              <a:pathLst>
                <a:path extrusionOk="0" h="507" w="96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rect b="b" l="l" r="r" t="t"/>
              <a:pathLst>
                <a:path extrusionOk="0" h="666" w="222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rect b="b" l="l" r="r" t="t"/>
              <a:pathLst>
                <a:path extrusionOk="0" h="730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rect b="b" l="l" r="r" t="t"/>
              <a:pathLst>
                <a:path extrusionOk="0" h="476" w="571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rect b="b" l="l" r="r" t="t"/>
              <a:pathLst>
                <a:path extrusionOk="0" h="761" w="53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rect b="b" l="l" r="r" t="t"/>
              <a:pathLst>
                <a:path extrusionOk="0" h="571" w="54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rect b="b" l="l" r="r" t="t"/>
              <a:pathLst>
                <a:path extrusionOk="0" h="191" w="381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rect b="b" l="l" r="r" t="t"/>
              <a:pathLst>
                <a:path extrusionOk="0" h="349" w="476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rect b="b" l="l" r="r" t="t"/>
              <a:pathLst>
                <a:path extrusionOk="0" h="444" w="508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rect b="b" l="l" r="r" t="t"/>
              <a:pathLst>
                <a:path extrusionOk="0" h="96" w="317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rect b="b" l="l" r="r" t="t"/>
              <a:pathLst>
                <a:path extrusionOk="0" h="540" w="571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rect b="b" l="l" r="r" t="t"/>
              <a:pathLst>
                <a:path extrusionOk="0" h="792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rect b="b" l="l" r="r" t="t"/>
              <a:pathLst>
                <a:path extrusionOk="0" h="635" w="476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rect b="b" l="l" r="r" t="t"/>
              <a:pathLst>
                <a:path extrusionOk="0" h="551" w="476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rect b="b" l="l" r="r" t="t"/>
              <a:pathLst>
                <a:path extrusionOk="0" h="571" w="445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rect b="b" l="l" r="r" t="t"/>
              <a:pathLst>
                <a:path extrusionOk="0" h="634" w="286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rect b="b" l="l" r="r" t="t"/>
              <a:pathLst>
                <a:path extrusionOk="0" h="286" w="444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rect b="b" l="l" r="r" t="t"/>
              <a:pathLst>
                <a:path extrusionOk="0" h="698" w="572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rect b="b" l="l" r="r" t="t"/>
              <a:pathLst>
                <a:path extrusionOk="0" h="729" w="507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rect b="b" l="l" r="r" t="t"/>
              <a:pathLst>
                <a:path extrusionOk="0" h="825" w="54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rect b="b" l="l" r="r" t="t"/>
              <a:pathLst>
                <a:path extrusionOk="0" h="96" w="255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rect b="b" l="l" r="r" t="t"/>
              <a:pathLst>
                <a:path extrusionOk="0" h="33" w="33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rect b="b" l="l" r="r" t="t"/>
              <a:pathLst>
                <a:path extrusionOk="0" h="445" w="508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rect b="b" l="l" r="r" t="t"/>
              <a:pathLst>
                <a:path extrusionOk="0" h="317" w="96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rect b="b" l="l" r="r" t="t"/>
              <a:pathLst>
                <a:path extrusionOk="0" h="761" w="445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rect b="b" l="l" r="r" t="t"/>
              <a:pathLst>
                <a:path extrusionOk="0" h="444" w="222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rect b="b" l="l" r="r" t="t"/>
              <a:pathLst>
                <a:path extrusionOk="0" h="824" w="476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rect b="b" l="l" r="r" t="t"/>
              <a:pathLst>
                <a:path extrusionOk="0" h="792" w="349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rect b="b" l="l" r="r" t="t"/>
              <a:pathLst>
                <a:path extrusionOk="0" h="730" w="539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rect b="b" l="l" r="r" t="t"/>
              <a:pathLst>
                <a:path extrusionOk="0" h="729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rect b="b" l="l" r="r" t="t"/>
              <a:pathLst>
                <a:path extrusionOk="0" h="223" w="34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rect b="b" l="l" r="r" t="t"/>
              <a:pathLst>
                <a:path extrusionOk="0" h="635" w="222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rect b="b" l="l" r="r" t="t"/>
              <a:pathLst>
                <a:path extrusionOk="0" h="444" w="507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rect b="b" l="l" r="r" t="t"/>
              <a:pathLst>
                <a:path extrusionOk="0" h="508" w="571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rect b="b" l="l" r="r" t="t"/>
              <a:pathLst>
                <a:path extrusionOk="0" h="64" w="349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rect b="b" l="l" r="r" t="t"/>
              <a:pathLst>
                <a:path extrusionOk="0" h="318" w="539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rect b="b" l="l" r="r" t="t"/>
              <a:pathLst>
                <a:path extrusionOk="0" h="128" w="381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rect b="b" l="l" r="r" t="t"/>
              <a:pathLst>
                <a:path extrusionOk="0" h="160" w="444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rect b="b" l="l" r="r" t="t"/>
              <a:pathLst>
                <a:path extrusionOk="0" h="698" w="603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rect b="b" l="l" r="r" t="t"/>
              <a:pathLst>
                <a:path extrusionOk="0" h="254" w="476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rect b="b" l="l" r="r" t="t"/>
              <a:pathLst>
                <a:path extrusionOk="0" h="317" w="412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rect b="b" l="l" r="r" t="t"/>
              <a:pathLst>
                <a:path extrusionOk="0" h="445" w="539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rect b="b" l="l" r="r" t="t"/>
              <a:pathLst>
                <a:path extrusionOk="0" h="793" w="35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rect b="b" l="l" r="r" t="t"/>
              <a:pathLst>
                <a:path extrusionOk="0" h="698" w="191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rect b="b" l="l" r="r" t="t"/>
              <a:pathLst>
                <a:path extrusionOk="0" h="793" w="539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rect b="b" l="l" r="r" t="t"/>
              <a:pathLst>
                <a:path extrusionOk="0" h="729" w="476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rect b="b" l="l" r="r" t="t"/>
              <a:pathLst>
                <a:path extrusionOk="0" h="635" w="508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rect b="b" l="l" r="r" t="t"/>
              <a:pathLst>
                <a:path extrusionOk="0" h="413" w="444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rect b="b" l="l" r="r" t="t"/>
              <a:pathLst>
                <a:path extrusionOk="0" h="634" w="318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rect b="b" l="l" r="r" t="t"/>
              <a:pathLst>
                <a:path extrusionOk="0" h="50418" w="72935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rect b="b" l="l" r="r" t="t"/>
              <a:pathLst>
                <a:path extrusionOk="0" h="50639" w="73188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rect b="b" l="l" r="r" t="t"/>
              <a:pathLst>
                <a:path extrusionOk="0" h="42723" w="68058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rect b="b" l="l" r="r" t="t"/>
              <a:pathLst>
                <a:path extrusionOk="0" h="1775" w="40252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rect b="b" l="l" r="r" t="t"/>
              <a:pathLst>
                <a:path extrusionOk="0" h="1965" w="40474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rect b="b" l="l" r="r" t="t"/>
              <a:pathLst>
                <a:path extrusionOk="0" h="381" w="9755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rect b="b" l="l" r="r" t="t"/>
              <a:pathLst>
                <a:path extrusionOk="0" h="412" w="9439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rect b="b" l="l" r="r" t="t"/>
              <a:pathLst>
                <a:path extrusionOk="0" h="381" w="8615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rect b="b" l="l" r="r" t="t"/>
              <a:pathLst>
                <a:path extrusionOk="0" h="412" w="8077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rect b="b" l="l" r="r" t="t"/>
              <a:pathLst>
                <a:path extrusionOk="0" h="381" w="757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rect b="b" l="l" r="r" t="t"/>
              <a:pathLst>
                <a:path extrusionOk="0" h="413" w="6969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rect b="b" l="l" r="r" t="t"/>
              <a:pathLst>
                <a:path extrusionOk="0" h="7824" w="8266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rect b="b" l="l" r="r" t="t"/>
              <a:pathLst>
                <a:path extrusionOk="0" h="1933" w="8235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rect b="b" l="l" r="r" t="t"/>
              <a:pathLst>
                <a:path extrusionOk="0" h="1711" w="38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rect b="b" l="l" r="r" t="t"/>
              <a:pathLst>
                <a:path extrusionOk="0" h="1711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rect b="b" l="l" r="r" t="t"/>
              <a:pathLst>
                <a:path extrusionOk="0" h="887" w="92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rect b="b" l="l" r="r" t="t"/>
              <a:pathLst>
                <a:path extrusionOk="0" h="19636" w="20459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rect b="b" l="l" r="r" t="t"/>
              <a:pathLst>
                <a:path extrusionOk="0" h="5954" w="6113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rect b="b" l="l" r="r" t="t"/>
              <a:pathLst>
                <a:path extrusionOk="0" h="6208" w="624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rect b="b" l="l" r="r" t="t"/>
              <a:pathLst>
                <a:path extrusionOk="0" h="2932" w="1327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rect b="b" l="l" r="r" t="t"/>
              <a:pathLst>
                <a:path extrusionOk="0" h="4751" w="13302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rect b="b" l="l" r="r" t="t"/>
              <a:pathLst>
                <a:path extrusionOk="0" h="96" w="13428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rect b="b" l="l" r="r" t="t"/>
              <a:pathLst>
                <a:path extrusionOk="0" h="29390" w="39745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rect b="b" l="l" r="r" t="t"/>
              <a:pathLst>
                <a:path extrusionOk="0" h="11150" w="32082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rect b="b" l="l" r="r" t="t"/>
              <a:pathLst>
                <a:path extrusionOk="0" h="12067" w="3205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rect b="b" l="l" r="r" t="t"/>
              <a:pathLst>
                <a:path extrusionOk="0" h="255" w="32399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rect b="b" l="l" r="r" t="t"/>
              <a:pathLst>
                <a:path extrusionOk="0" h="29580" w="39873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rect b="b" l="l" r="r" t="t"/>
              <a:pathLst>
                <a:path extrusionOk="0" h="38922" w="53997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rect b="b" l="l" r="r" t="t"/>
              <a:pathLst>
                <a:path extrusionOk="0" h="24196" w="25304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rect b="b" l="l" r="r" t="t"/>
              <a:pathLst>
                <a:path extrusionOk="0" h="476" w="9502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rect b="b" l="l" r="r" t="t"/>
              <a:pathLst>
                <a:path extrusionOk="0" h="508" w="9502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rect b="b" l="l" r="r" t="t"/>
              <a:pathLst>
                <a:path extrusionOk="0" h="9039" w="9027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rect b="b" l="l" r="r" t="t"/>
              <a:pathLst>
                <a:path extrusionOk="0" h="9257" w="928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rect b="b" l="l" r="r" t="t"/>
              <a:pathLst>
                <a:path extrusionOk="0" h="9311" w="9312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rect b="b" l="l" r="r" t="t"/>
              <a:pathLst>
                <a:path extrusionOk="0" h="9071" w="909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2591100" y="411475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0" name="Google Shape;2220;p25"/>
          <p:cNvSpPr txBox="1"/>
          <p:nvPr/>
        </p:nvSpPr>
        <p:spPr>
          <a:xfrm>
            <a:off x="764539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1" name="Google Shape;2221;p25"/>
          <p:cNvSpPr txBox="1"/>
          <p:nvPr/>
        </p:nvSpPr>
        <p:spPr>
          <a:xfrm>
            <a:off x="764539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2" name="Google Shape;2222;p25"/>
          <p:cNvSpPr txBox="1"/>
          <p:nvPr/>
        </p:nvSpPr>
        <p:spPr>
          <a:xfrm>
            <a:off x="3689388" y="3791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3" name="Google Shape;2223;p25"/>
          <p:cNvSpPr txBox="1"/>
          <p:nvPr/>
        </p:nvSpPr>
        <p:spPr>
          <a:xfrm>
            <a:off x="3689388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4" name="Google Shape;2224;p25"/>
          <p:cNvSpPr txBox="1"/>
          <p:nvPr/>
        </p:nvSpPr>
        <p:spPr>
          <a:xfrm>
            <a:off x="2380400" y="291316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5" name="Google Shape;2225;p25"/>
          <p:cNvSpPr txBox="1"/>
          <p:nvPr/>
        </p:nvSpPr>
        <p:spPr>
          <a:xfrm>
            <a:off x="2380400" y="317386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6" name="Google Shape;2226;p25"/>
          <p:cNvSpPr txBox="1"/>
          <p:nvPr/>
        </p:nvSpPr>
        <p:spPr>
          <a:xfrm>
            <a:off x="6589424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7" name="Google Shape;2227;p25"/>
          <p:cNvSpPr txBox="1"/>
          <p:nvPr/>
        </p:nvSpPr>
        <p:spPr>
          <a:xfrm>
            <a:off x="6589424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8" name="Google Shape;2228;p25"/>
          <p:cNvSpPr txBox="1"/>
          <p:nvPr/>
        </p:nvSpPr>
        <p:spPr>
          <a:xfrm>
            <a:off x="5046011" y="291315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9" name="Google Shape;2229;p25"/>
          <p:cNvSpPr txBox="1"/>
          <p:nvPr/>
        </p:nvSpPr>
        <p:spPr>
          <a:xfrm>
            <a:off x="5046011" y="317385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230" name="Google Shape;2230;p25"/>
          <p:cNvGrpSpPr/>
          <p:nvPr/>
        </p:nvGrpSpPr>
        <p:grpSpPr>
          <a:xfrm>
            <a:off x="1234895" y="1191048"/>
            <a:ext cx="6674227" cy="2478421"/>
            <a:chOff x="936425" y="1625150"/>
            <a:chExt cx="5728950" cy="2127400"/>
          </a:xfrm>
        </p:grpSpPr>
        <p:sp>
          <p:nvSpPr>
            <p:cNvPr id="2231" name="Google Shape;2231;p25"/>
            <p:cNvSpPr/>
            <p:nvPr/>
          </p:nvSpPr>
          <p:spPr>
            <a:xfrm>
              <a:off x="2329850" y="2358300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796" y="0"/>
                    <a:pt x="1" y="5827"/>
                    <a:pt x="1" y="12985"/>
                  </a:cubicBezTo>
                  <a:cubicBezTo>
                    <a:pt x="1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5"/>
            <p:cNvSpPr/>
            <p:nvPr/>
          </p:nvSpPr>
          <p:spPr>
            <a:xfrm>
              <a:off x="2344100" y="2372550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43" y="0"/>
                    <a:pt x="1" y="5542"/>
                    <a:pt x="1" y="12415"/>
                  </a:cubicBezTo>
                  <a:cubicBezTo>
                    <a:pt x="1" y="19287"/>
                    <a:pt x="5543" y="24860"/>
                    <a:pt x="12415" y="24860"/>
                  </a:cubicBezTo>
                  <a:cubicBezTo>
                    <a:pt x="19256" y="24860"/>
                    <a:pt x="24829" y="19287"/>
                    <a:pt x="24829" y="12415"/>
                  </a:cubicBezTo>
                  <a:cubicBezTo>
                    <a:pt x="24829" y="5542"/>
                    <a:pt x="19256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5"/>
            <p:cNvSpPr/>
            <p:nvPr/>
          </p:nvSpPr>
          <p:spPr>
            <a:xfrm>
              <a:off x="3473900" y="3102525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5"/>
            <p:cNvSpPr/>
            <p:nvPr/>
          </p:nvSpPr>
          <p:spPr>
            <a:xfrm>
              <a:off x="3488150" y="3116775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43" y="0"/>
                    <a:pt x="1" y="5574"/>
                    <a:pt x="1" y="12446"/>
                  </a:cubicBezTo>
                  <a:cubicBezTo>
                    <a:pt x="1" y="19318"/>
                    <a:pt x="5543" y="24860"/>
                    <a:pt x="12415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5"/>
            <p:cNvSpPr/>
            <p:nvPr/>
          </p:nvSpPr>
          <p:spPr>
            <a:xfrm>
              <a:off x="4617950" y="2358300"/>
              <a:ext cx="649225" cy="650025"/>
            </a:xfrm>
            <a:custGeom>
              <a:rect b="b" l="l" r="r" t="t"/>
              <a:pathLst>
                <a:path extrusionOk="0" h="26001" w="25969">
                  <a:moveTo>
                    <a:pt x="12985" y="0"/>
                  </a:moveTo>
                  <a:cubicBezTo>
                    <a:pt x="5796" y="0"/>
                    <a:pt x="0" y="5827"/>
                    <a:pt x="0" y="12985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5"/>
            <p:cNvSpPr/>
            <p:nvPr/>
          </p:nvSpPr>
          <p:spPr>
            <a:xfrm>
              <a:off x="4631400" y="2372550"/>
              <a:ext cx="621525" cy="621525"/>
            </a:xfrm>
            <a:custGeom>
              <a:rect b="b" l="l" r="r" t="t"/>
              <a:pathLst>
                <a:path extrusionOk="0" h="24861" w="24861">
                  <a:moveTo>
                    <a:pt x="12447" y="0"/>
                  </a:moveTo>
                  <a:cubicBezTo>
                    <a:pt x="5574" y="0"/>
                    <a:pt x="1" y="5542"/>
                    <a:pt x="1" y="12415"/>
                  </a:cubicBezTo>
                  <a:cubicBezTo>
                    <a:pt x="1" y="19287"/>
                    <a:pt x="5574" y="24860"/>
                    <a:pt x="12447" y="24860"/>
                  </a:cubicBezTo>
                  <a:cubicBezTo>
                    <a:pt x="19287" y="24860"/>
                    <a:pt x="24861" y="19287"/>
                    <a:pt x="24861" y="12415"/>
                  </a:cubicBezTo>
                  <a:cubicBezTo>
                    <a:pt x="24861" y="5542"/>
                    <a:pt x="19287" y="0"/>
                    <a:pt x="12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5"/>
            <p:cNvSpPr/>
            <p:nvPr/>
          </p:nvSpPr>
          <p:spPr>
            <a:xfrm>
              <a:off x="6016125" y="3102525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828" y="0"/>
                    <a:pt x="1" y="5827"/>
                    <a:pt x="1" y="13016"/>
                  </a:cubicBezTo>
                  <a:cubicBezTo>
                    <a:pt x="1" y="20173"/>
                    <a:pt x="5828" y="26000"/>
                    <a:pt x="12985" y="26000"/>
                  </a:cubicBezTo>
                  <a:cubicBezTo>
                    <a:pt x="20174" y="26000"/>
                    <a:pt x="25970" y="20173"/>
                    <a:pt x="25970" y="13016"/>
                  </a:cubicBezTo>
                  <a:cubicBezTo>
                    <a:pt x="25970" y="5827"/>
                    <a:pt x="20174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5"/>
            <p:cNvSpPr/>
            <p:nvPr/>
          </p:nvSpPr>
          <p:spPr>
            <a:xfrm>
              <a:off x="6030375" y="3116775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75" y="0"/>
                    <a:pt x="1" y="5574"/>
                    <a:pt x="1" y="12446"/>
                  </a:cubicBezTo>
                  <a:cubicBezTo>
                    <a:pt x="1" y="19318"/>
                    <a:pt x="5575" y="24860"/>
                    <a:pt x="12415" y="24860"/>
                  </a:cubicBezTo>
                  <a:cubicBezTo>
                    <a:pt x="19287" y="24860"/>
                    <a:pt x="24829" y="19318"/>
                    <a:pt x="24829" y="12446"/>
                  </a:cubicBezTo>
                  <a:cubicBezTo>
                    <a:pt x="24829" y="5574"/>
                    <a:pt x="19287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5"/>
            <p:cNvSpPr/>
            <p:nvPr/>
          </p:nvSpPr>
          <p:spPr>
            <a:xfrm>
              <a:off x="5762000" y="1625150"/>
              <a:ext cx="598550" cy="1452050"/>
            </a:xfrm>
            <a:custGeom>
              <a:rect b="b" l="l" r="r" t="t"/>
              <a:pathLst>
                <a:path extrusionOk="0" h="58082" w="23942">
                  <a:moveTo>
                    <a:pt x="887" y="1"/>
                  </a:moveTo>
                  <a:cubicBezTo>
                    <a:pt x="380" y="1"/>
                    <a:pt x="0" y="381"/>
                    <a:pt x="0" y="888"/>
                  </a:cubicBezTo>
                  <a:cubicBezTo>
                    <a:pt x="0" y="1394"/>
                    <a:pt x="380" y="1774"/>
                    <a:pt x="887" y="1774"/>
                  </a:cubicBezTo>
                  <a:cubicBezTo>
                    <a:pt x="1140" y="1774"/>
                    <a:pt x="1362" y="1679"/>
                    <a:pt x="1520" y="1489"/>
                  </a:cubicBezTo>
                  <a:lnTo>
                    <a:pt x="22865" y="15265"/>
                  </a:lnTo>
                  <a:lnTo>
                    <a:pt x="22865" y="56308"/>
                  </a:lnTo>
                  <a:cubicBezTo>
                    <a:pt x="22485" y="56403"/>
                    <a:pt x="22168" y="56752"/>
                    <a:pt x="22168" y="57195"/>
                  </a:cubicBezTo>
                  <a:cubicBezTo>
                    <a:pt x="22168" y="57702"/>
                    <a:pt x="22580" y="58082"/>
                    <a:pt x="23055" y="58082"/>
                  </a:cubicBezTo>
                  <a:cubicBezTo>
                    <a:pt x="23562" y="58082"/>
                    <a:pt x="23942" y="57702"/>
                    <a:pt x="23942" y="57195"/>
                  </a:cubicBezTo>
                  <a:cubicBezTo>
                    <a:pt x="23942" y="56752"/>
                    <a:pt x="23657" y="56403"/>
                    <a:pt x="23245" y="56308"/>
                  </a:cubicBezTo>
                  <a:lnTo>
                    <a:pt x="23245" y="15170"/>
                  </a:lnTo>
                  <a:cubicBezTo>
                    <a:pt x="23245" y="15107"/>
                    <a:pt x="23214" y="15044"/>
                    <a:pt x="23150" y="15012"/>
                  </a:cubicBezTo>
                  <a:lnTo>
                    <a:pt x="1710" y="1173"/>
                  </a:lnTo>
                  <a:cubicBezTo>
                    <a:pt x="1742" y="1078"/>
                    <a:pt x="1774" y="983"/>
                    <a:pt x="1774" y="888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5"/>
            <p:cNvSpPr/>
            <p:nvPr/>
          </p:nvSpPr>
          <p:spPr>
            <a:xfrm>
              <a:off x="6257600" y="3350325"/>
              <a:ext cx="207475" cy="126700"/>
            </a:xfrm>
            <a:custGeom>
              <a:rect b="b" l="l" r="r" t="t"/>
              <a:pathLst>
                <a:path extrusionOk="0" h="5068" w="8299">
                  <a:moveTo>
                    <a:pt x="8298" y="0"/>
                  </a:moveTo>
                  <a:lnTo>
                    <a:pt x="8298" y="0"/>
                  </a:lnTo>
                  <a:cubicBezTo>
                    <a:pt x="7411" y="444"/>
                    <a:pt x="6240" y="855"/>
                    <a:pt x="5321" y="950"/>
                  </a:cubicBezTo>
                  <a:lnTo>
                    <a:pt x="6651" y="1520"/>
                  </a:lnTo>
                  <a:lnTo>
                    <a:pt x="5163" y="3072"/>
                  </a:lnTo>
                  <a:lnTo>
                    <a:pt x="2978" y="1457"/>
                  </a:lnTo>
                  <a:lnTo>
                    <a:pt x="64" y="4782"/>
                  </a:lnTo>
                  <a:cubicBezTo>
                    <a:pt x="1" y="4877"/>
                    <a:pt x="33" y="4972"/>
                    <a:pt x="96" y="5036"/>
                  </a:cubicBezTo>
                  <a:cubicBezTo>
                    <a:pt x="128" y="5036"/>
                    <a:pt x="159" y="5067"/>
                    <a:pt x="191" y="5067"/>
                  </a:cubicBezTo>
                  <a:cubicBezTo>
                    <a:pt x="254" y="5067"/>
                    <a:pt x="286" y="5036"/>
                    <a:pt x="318" y="5004"/>
                  </a:cubicBezTo>
                  <a:lnTo>
                    <a:pt x="3041" y="1901"/>
                  </a:lnTo>
                  <a:lnTo>
                    <a:pt x="5195" y="3516"/>
                  </a:lnTo>
                  <a:lnTo>
                    <a:pt x="6873" y="1742"/>
                  </a:lnTo>
                  <a:lnTo>
                    <a:pt x="7507" y="3041"/>
                  </a:lnTo>
                  <a:cubicBezTo>
                    <a:pt x="7538" y="2122"/>
                    <a:pt x="7918" y="887"/>
                    <a:pt x="829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5"/>
            <p:cNvSpPr/>
            <p:nvPr/>
          </p:nvSpPr>
          <p:spPr>
            <a:xfrm>
              <a:off x="6204575" y="3317850"/>
              <a:ext cx="273150" cy="219350"/>
            </a:xfrm>
            <a:custGeom>
              <a:rect b="b" l="l" r="r" t="t"/>
              <a:pathLst>
                <a:path extrusionOk="0" h="8774" w="10926">
                  <a:moveTo>
                    <a:pt x="633" y="1"/>
                  </a:moveTo>
                  <a:cubicBezTo>
                    <a:pt x="253" y="1"/>
                    <a:pt x="0" y="64"/>
                    <a:pt x="0" y="159"/>
                  </a:cubicBezTo>
                  <a:lnTo>
                    <a:pt x="0" y="8615"/>
                  </a:lnTo>
                  <a:cubicBezTo>
                    <a:pt x="0" y="8710"/>
                    <a:pt x="285" y="8773"/>
                    <a:pt x="633" y="8773"/>
                  </a:cubicBezTo>
                  <a:lnTo>
                    <a:pt x="10768" y="8773"/>
                  </a:lnTo>
                  <a:cubicBezTo>
                    <a:pt x="10863" y="8773"/>
                    <a:pt x="10926" y="8520"/>
                    <a:pt x="10926" y="8172"/>
                  </a:cubicBezTo>
                  <a:cubicBezTo>
                    <a:pt x="10926" y="7823"/>
                    <a:pt x="10863" y="7570"/>
                    <a:pt x="10768" y="7570"/>
                  </a:cubicBezTo>
                  <a:lnTo>
                    <a:pt x="1267" y="7570"/>
                  </a:lnTo>
                  <a:lnTo>
                    <a:pt x="1267" y="159"/>
                  </a:lnTo>
                  <a:cubicBezTo>
                    <a:pt x="1267" y="64"/>
                    <a:pt x="982" y="1"/>
                    <a:pt x="63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5"/>
            <p:cNvSpPr/>
            <p:nvPr/>
          </p:nvSpPr>
          <p:spPr>
            <a:xfrm>
              <a:off x="4731150" y="2042400"/>
              <a:ext cx="232000" cy="296125"/>
            </a:xfrm>
            <a:custGeom>
              <a:rect b="b" l="l" r="r" t="t"/>
              <a:pathLst>
                <a:path extrusionOk="0" h="11845" w="9280">
                  <a:moveTo>
                    <a:pt x="919" y="0"/>
                  </a:moveTo>
                  <a:cubicBezTo>
                    <a:pt x="413" y="0"/>
                    <a:pt x="1" y="380"/>
                    <a:pt x="1" y="887"/>
                  </a:cubicBezTo>
                  <a:cubicBezTo>
                    <a:pt x="1" y="1394"/>
                    <a:pt x="413" y="1774"/>
                    <a:pt x="919" y="1774"/>
                  </a:cubicBezTo>
                  <a:cubicBezTo>
                    <a:pt x="1141" y="1774"/>
                    <a:pt x="1331" y="1711"/>
                    <a:pt x="1489" y="1552"/>
                  </a:cubicBezTo>
                  <a:lnTo>
                    <a:pt x="8172" y="6651"/>
                  </a:lnTo>
                  <a:lnTo>
                    <a:pt x="8203" y="10103"/>
                  </a:lnTo>
                  <a:cubicBezTo>
                    <a:pt x="7792" y="10166"/>
                    <a:pt x="7507" y="10546"/>
                    <a:pt x="7507" y="10958"/>
                  </a:cubicBezTo>
                  <a:cubicBezTo>
                    <a:pt x="7507" y="11465"/>
                    <a:pt x="7887" y="11845"/>
                    <a:pt x="8393" y="11845"/>
                  </a:cubicBezTo>
                  <a:cubicBezTo>
                    <a:pt x="8900" y="11845"/>
                    <a:pt x="9280" y="11465"/>
                    <a:pt x="9280" y="10958"/>
                  </a:cubicBezTo>
                  <a:cubicBezTo>
                    <a:pt x="9280" y="10514"/>
                    <a:pt x="8963" y="10166"/>
                    <a:pt x="8583" y="10071"/>
                  </a:cubicBezTo>
                  <a:lnTo>
                    <a:pt x="8552" y="6556"/>
                  </a:lnTo>
                  <a:cubicBezTo>
                    <a:pt x="8552" y="6493"/>
                    <a:pt x="8520" y="6429"/>
                    <a:pt x="8457" y="6397"/>
                  </a:cubicBezTo>
                  <a:lnTo>
                    <a:pt x="1711" y="1267"/>
                  </a:lnTo>
                  <a:cubicBezTo>
                    <a:pt x="1774" y="1140"/>
                    <a:pt x="1806" y="1014"/>
                    <a:pt x="1806" y="887"/>
                  </a:cubicBezTo>
                  <a:cubicBezTo>
                    <a:pt x="1806" y="380"/>
                    <a:pt x="1394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5"/>
            <p:cNvSpPr/>
            <p:nvPr/>
          </p:nvSpPr>
          <p:spPr>
            <a:xfrm>
              <a:off x="4952050" y="2691600"/>
              <a:ext cx="31700" cy="31700"/>
            </a:xfrm>
            <a:custGeom>
              <a:rect b="b" l="l" r="r" t="t"/>
              <a:pathLst>
                <a:path extrusionOk="0" h="1268" w="1268">
                  <a:moveTo>
                    <a:pt x="444" y="1"/>
                  </a:moveTo>
                  <a:lnTo>
                    <a:pt x="1" y="444"/>
                  </a:lnTo>
                  <a:lnTo>
                    <a:pt x="856" y="1268"/>
                  </a:lnTo>
                  <a:lnTo>
                    <a:pt x="1267" y="85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5"/>
            <p:cNvSpPr/>
            <p:nvPr/>
          </p:nvSpPr>
          <p:spPr>
            <a:xfrm>
              <a:off x="4970275" y="2710025"/>
              <a:ext cx="121150" cy="118975"/>
            </a:xfrm>
            <a:custGeom>
              <a:rect b="b" l="l" r="r" t="t"/>
              <a:pathLst>
                <a:path extrusionOk="0" h="4759" w="4846">
                  <a:moveTo>
                    <a:pt x="681" y="0"/>
                  </a:moveTo>
                  <a:cubicBezTo>
                    <a:pt x="665" y="0"/>
                    <a:pt x="649" y="8"/>
                    <a:pt x="633" y="24"/>
                  </a:cubicBezTo>
                  <a:lnTo>
                    <a:pt x="32" y="626"/>
                  </a:lnTo>
                  <a:cubicBezTo>
                    <a:pt x="0" y="657"/>
                    <a:pt x="0" y="689"/>
                    <a:pt x="32" y="721"/>
                  </a:cubicBezTo>
                  <a:lnTo>
                    <a:pt x="3959" y="4616"/>
                  </a:lnTo>
                  <a:cubicBezTo>
                    <a:pt x="4054" y="4711"/>
                    <a:pt x="4180" y="4758"/>
                    <a:pt x="4307" y="4758"/>
                  </a:cubicBezTo>
                  <a:cubicBezTo>
                    <a:pt x="4434" y="4758"/>
                    <a:pt x="4560" y="4711"/>
                    <a:pt x="4655" y="4616"/>
                  </a:cubicBezTo>
                  <a:cubicBezTo>
                    <a:pt x="4845" y="4426"/>
                    <a:pt x="4845" y="4109"/>
                    <a:pt x="4655" y="3919"/>
                  </a:cubicBezTo>
                  <a:lnTo>
                    <a:pt x="728" y="24"/>
                  </a:lnTo>
                  <a:cubicBezTo>
                    <a:pt x="713" y="8"/>
                    <a:pt x="697" y="0"/>
                    <a:pt x="6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5"/>
            <p:cNvSpPr/>
            <p:nvPr/>
          </p:nvSpPr>
          <p:spPr>
            <a:xfrm>
              <a:off x="4895850" y="2564625"/>
              <a:ext cx="10300" cy="5875"/>
            </a:xfrm>
            <a:custGeom>
              <a:rect b="b" l="l" r="r" t="t"/>
              <a:pathLst>
                <a:path extrusionOk="0" h="235" w="412">
                  <a:moveTo>
                    <a:pt x="77" y="0"/>
                  </a:moveTo>
                  <a:cubicBezTo>
                    <a:pt x="34" y="0"/>
                    <a:pt x="0" y="30"/>
                    <a:pt x="0" y="76"/>
                  </a:cubicBezTo>
                  <a:cubicBezTo>
                    <a:pt x="0" y="140"/>
                    <a:pt x="32" y="171"/>
                    <a:pt x="95" y="203"/>
                  </a:cubicBezTo>
                  <a:cubicBezTo>
                    <a:pt x="158" y="203"/>
                    <a:pt x="222" y="203"/>
                    <a:pt x="285" y="235"/>
                  </a:cubicBezTo>
                  <a:lnTo>
                    <a:pt x="317" y="235"/>
                  </a:lnTo>
                  <a:cubicBezTo>
                    <a:pt x="348" y="235"/>
                    <a:pt x="380" y="203"/>
                    <a:pt x="412" y="171"/>
                  </a:cubicBezTo>
                  <a:cubicBezTo>
                    <a:pt x="412" y="108"/>
                    <a:pt x="380" y="76"/>
                    <a:pt x="348" y="45"/>
                  </a:cubicBezTo>
                  <a:cubicBezTo>
                    <a:pt x="253" y="13"/>
                    <a:pt x="190" y="13"/>
                    <a:pt x="127" y="13"/>
                  </a:cubicBezTo>
                  <a:cubicBezTo>
                    <a:pt x="110" y="4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5"/>
            <p:cNvSpPr/>
            <p:nvPr/>
          </p:nvSpPr>
          <p:spPr>
            <a:xfrm>
              <a:off x="4910875" y="2567800"/>
              <a:ext cx="45150" cy="35950"/>
            </a:xfrm>
            <a:custGeom>
              <a:rect b="b" l="l" r="r" t="t"/>
              <a:pathLst>
                <a:path extrusionOk="0" h="1438" w="1806">
                  <a:moveTo>
                    <a:pt x="109" y="0"/>
                  </a:moveTo>
                  <a:cubicBezTo>
                    <a:pt x="66" y="0"/>
                    <a:pt x="33" y="29"/>
                    <a:pt x="33" y="76"/>
                  </a:cubicBezTo>
                  <a:cubicBezTo>
                    <a:pt x="1" y="139"/>
                    <a:pt x="33" y="203"/>
                    <a:pt x="96" y="234"/>
                  </a:cubicBezTo>
                  <a:cubicBezTo>
                    <a:pt x="603" y="361"/>
                    <a:pt x="1014" y="678"/>
                    <a:pt x="1331" y="1058"/>
                  </a:cubicBezTo>
                  <a:cubicBezTo>
                    <a:pt x="1426" y="1153"/>
                    <a:pt x="1489" y="1279"/>
                    <a:pt x="1553" y="1374"/>
                  </a:cubicBezTo>
                  <a:cubicBezTo>
                    <a:pt x="1584" y="1406"/>
                    <a:pt x="1616" y="1438"/>
                    <a:pt x="1679" y="1438"/>
                  </a:cubicBezTo>
                  <a:cubicBezTo>
                    <a:pt x="1679" y="1438"/>
                    <a:pt x="1711" y="1438"/>
                    <a:pt x="1711" y="1406"/>
                  </a:cubicBezTo>
                  <a:cubicBezTo>
                    <a:pt x="1774" y="1374"/>
                    <a:pt x="1806" y="1311"/>
                    <a:pt x="1774" y="1248"/>
                  </a:cubicBezTo>
                  <a:cubicBezTo>
                    <a:pt x="1679" y="1153"/>
                    <a:pt x="1616" y="1026"/>
                    <a:pt x="1521" y="931"/>
                  </a:cubicBezTo>
                  <a:cubicBezTo>
                    <a:pt x="1173" y="488"/>
                    <a:pt x="698" y="171"/>
                    <a:pt x="159" y="13"/>
                  </a:cubicBezTo>
                  <a:cubicBezTo>
                    <a:pt x="142" y="4"/>
                    <a:pt x="125" y="0"/>
                    <a:pt x="10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5"/>
            <p:cNvSpPr/>
            <p:nvPr/>
          </p:nvSpPr>
          <p:spPr>
            <a:xfrm>
              <a:off x="4794500" y="2537225"/>
              <a:ext cx="190050" cy="189250"/>
            </a:xfrm>
            <a:custGeom>
              <a:rect b="b" l="l" r="r" t="t"/>
              <a:pathLst>
                <a:path extrusionOk="0" h="7570" w="7602">
                  <a:moveTo>
                    <a:pt x="3801" y="539"/>
                  </a:moveTo>
                  <a:cubicBezTo>
                    <a:pt x="5606" y="539"/>
                    <a:pt x="7063" y="1996"/>
                    <a:pt x="7063" y="3801"/>
                  </a:cubicBezTo>
                  <a:cubicBezTo>
                    <a:pt x="7063" y="5606"/>
                    <a:pt x="5606" y="7063"/>
                    <a:pt x="3801" y="7063"/>
                  </a:cubicBezTo>
                  <a:cubicBezTo>
                    <a:pt x="1996" y="7063"/>
                    <a:pt x="539" y="5606"/>
                    <a:pt x="539" y="3801"/>
                  </a:cubicBezTo>
                  <a:cubicBezTo>
                    <a:pt x="539" y="1996"/>
                    <a:pt x="1996" y="539"/>
                    <a:pt x="3801" y="539"/>
                  </a:cubicBezTo>
                  <a:close/>
                  <a:moveTo>
                    <a:pt x="3801" y="0"/>
                  </a:moveTo>
                  <a:cubicBezTo>
                    <a:pt x="1711" y="0"/>
                    <a:pt x="0" y="1711"/>
                    <a:pt x="0" y="3801"/>
                  </a:cubicBezTo>
                  <a:cubicBezTo>
                    <a:pt x="0" y="5891"/>
                    <a:pt x="1711" y="7569"/>
                    <a:pt x="3801" y="7569"/>
                  </a:cubicBezTo>
                  <a:cubicBezTo>
                    <a:pt x="5891" y="7569"/>
                    <a:pt x="7601" y="5891"/>
                    <a:pt x="7601" y="3801"/>
                  </a:cubicBezTo>
                  <a:cubicBezTo>
                    <a:pt x="7601" y="1711"/>
                    <a:pt x="5891" y="0"/>
                    <a:pt x="380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5"/>
            <p:cNvSpPr/>
            <p:nvPr/>
          </p:nvSpPr>
          <p:spPr>
            <a:xfrm>
              <a:off x="3775550" y="2178575"/>
              <a:ext cx="44350" cy="898625"/>
            </a:xfrm>
            <a:custGeom>
              <a:rect b="b" l="l" r="r" t="t"/>
              <a:pathLst>
                <a:path extrusionOk="0" h="35945" w="1774">
                  <a:moveTo>
                    <a:pt x="887" y="0"/>
                  </a:moveTo>
                  <a:cubicBezTo>
                    <a:pt x="380" y="0"/>
                    <a:pt x="0" y="412"/>
                    <a:pt x="0" y="887"/>
                  </a:cubicBezTo>
                  <a:cubicBezTo>
                    <a:pt x="0" y="1331"/>
                    <a:pt x="285" y="1679"/>
                    <a:pt x="697" y="1774"/>
                  </a:cubicBezTo>
                  <a:lnTo>
                    <a:pt x="697" y="34171"/>
                  </a:lnTo>
                  <a:cubicBezTo>
                    <a:pt x="285" y="34266"/>
                    <a:pt x="0" y="34615"/>
                    <a:pt x="0" y="35058"/>
                  </a:cubicBezTo>
                  <a:cubicBezTo>
                    <a:pt x="0" y="35565"/>
                    <a:pt x="380" y="35945"/>
                    <a:pt x="887" y="35945"/>
                  </a:cubicBezTo>
                  <a:cubicBezTo>
                    <a:pt x="1394" y="35945"/>
                    <a:pt x="1774" y="35565"/>
                    <a:pt x="1774" y="35058"/>
                  </a:cubicBezTo>
                  <a:cubicBezTo>
                    <a:pt x="1774" y="34615"/>
                    <a:pt x="1489" y="34266"/>
                    <a:pt x="1077" y="34171"/>
                  </a:cubicBezTo>
                  <a:lnTo>
                    <a:pt x="1077" y="1774"/>
                  </a:lnTo>
                  <a:cubicBezTo>
                    <a:pt x="1489" y="1679"/>
                    <a:pt x="1774" y="1331"/>
                    <a:pt x="1774" y="887"/>
                  </a:cubicBezTo>
                  <a:cubicBezTo>
                    <a:pt x="1774" y="412"/>
                    <a:pt x="1394" y="0"/>
                    <a:pt x="8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5"/>
            <p:cNvSpPr/>
            <p:nvPr/>
          </p:nvSpPr>
          <p:spPr>
            <a:xfrm>
              <a:off x="3709825" y="3338450"/>
              <a:ext cx="172625" cy="196375"/>
            </a:xfrm>
            <a:custGeom>
              <a:rect b="b" l="l" r="r" t="t"/>
              <a:pathLst>
                <a:path extrusionOk="0" h="7855" w="6905">
                  <a:moveTo>
                    <a:pt x="3453" y="507"/>
                  </a:moveTo>
                  <a:cubicBezTo>
                    <a:pt x="4245" y="507"/>
                    <a:pt x="4973" y="792"/>
                    <a:pt x="5511" y="1330"/>
                  </a:cubicBezTo>
                  <a:cubicBezTo>
                    <a:pt x="6081" y="1900"/>
                    <a:pt x="6398" y="2629"/>
                    <a:pt x="6398" y="3421"/>
                  </a:cubicBezTo>
                  <a:cubicBezTo>
                    <a:pt x="6398" y="3959"/>
                    <a:pt x="6303" y="4371"/>
                    <a:pt x="6113" y="4687"/>
                  </a:cubicBezTo>
                  <a:cubicBezTo>
                    <a:pt x="6113" y="4719"/>
                    <a:pt x="6081" y="4719"/>
                    <a:pt x="6050" y="4751"/>
                  </a:cubicBezTo>
                  <a:cubicBezTo>
                    <a:pt x="5416" y="5701"/>
                    <a:pt x="5036" y="6556"/>
                    <a:pt x="4973" y="7348"/>
                  </a:cubicBezTo>
                  <a:lnTo>
                    <a:pt x="1933" y="7348"/>
                  </a:lnTo>
                  <a:cubicBezTo>
                    <a:pt x="1838" y="6239"/>
                    <a:pt x="1204" y="5289"/>
                    <a:pt x="919" y="4877"/>
                  </a:cubicBezTo>
                  <a:cubicBezTo>
                    <a:pt x="888" y="4814"/>
                    <a:pt x="824" y="4751"/>
                    <a:pt x="824" y="4719"/>
                  </a:cubicBezTo>
                  <a:cubicBezTo>
                    <a:pt x="634" y="4371"/>
                    <a:pt x="539" y="3959"/>
                    <a:pt x="508" y="3516"/>
                  </a:cubicBezTo>
                  <a:cubicBezTo>
                    <a:pt x="508" y="2724"/>
                    <a:pt x="793" y="1995"/>
                    <a:pt x="1331" y="1394"/>
                  </a:cubicBezTo>
                  <a:cubicBezTo>
                    <a:pt x="1901" y="824"/>
                    <a:pt x="2629" y="507"/>
                    <a:pt x="3421" y="507"/>
                  </a:cubicBezTo>
                  <a:close/>
                  <a:moveTo>
                    <a:pt x="3421" y="0"/>
                  </a:moveTo>
                  <a:cubicBezTo>
                    <a:pt x="2503" y="0"/>
                    <a:pt x="1648" y="380"/>
                    <a:pt x="983" y="1045"/>
                  </a:cubicBezTo>
                  <a:cubicBezTo>
                    <a:pt x="318" y="1742"/>
                    <a:pt x="1" y="2629"/>
                    <a:pt x="33" y="3547"/>
                  </a:cubicBezTo>
                  <a:cubicBezTo>
                    <a:pt x="33" y="4054"/>
                    <a:pt x="159" y="4497"/>
                    <a:pt x="381" y="4941"/>
                  </a:cubicBezTo>
                  <a:cubicBezTo>
                    <a:pt x="381" y="5004"/>
                    <a:pt x="444" y="5067"/>
                    <a:pt x="508" y="5162"/>
                  </a:cubicBezTo>
                  <a:cubicBezTo>
                    <a:pt x="761" y="5542"/>
                    <a:pt x="1363" y="6429"/>
                    <a:pt x="1458" y="7379"/>
                  </a:cubicBezTo>
                  <a:cubicBezTo>
                    <a:pt x="1458" y="7664"/>
                    <a:pt x="1679" y="7854"/>
                    <a:pt x="1933" y="7854"/>
                  </a:cubicBezTo>
                  <a:lnTo>
                    <a:pt x="4973" y="7854"/>
                  </a:lnTo>
                  <a:cubicBezTo>
                    <a:pt x="5226" y="7854"/>
                    <a:pt x="5448" y="7664"/>
                    <a:pt x="5480" y="7411"/>
                  </a:cubicBezTo>
                  <a:cubicBezTo>
                    <a:pt x="5511" y="6714"/>
                    <a:pt x="5860" y="5922"/>
                    <a:pt x="6461" y="5067"/>
                  </a:cubicBezTo>
                  <a:cubicBezTo>
                    <a:pt x="6493" y="5004"/>
                    <a:pt x="6525" y="4972"/>
                    <a:pt x="6525" y="4941"/>
                  </a:cubicBezTo>
                  <a:cubicBezTo>
                    <a:pt x="6778" y="4561"/>
                    <a:pt x="6873" y="4054"/>
                    <a:pt x="6873" y="3421"/>
                  </a:cubicBezTo>
                  <a:cubicBezTo>
                    <a:pt x="6905" y="2502"/>
                    <a:pt x="6525" y="1647"/>
                    <a:pt x="5891" y="982"/>
                  </a:cubicBezTo>
                  <a:cubicBezTo>
                    <a:pt x="5226" y="349"/>
                    <a:pt x="4371" y="0"/>
                    <a:pt x="34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5"/>
            <p:cNvSpPr/>
            <p:nvPr/>
          </p:nvSpPr>
          <p:spPr>
            <a:xfrm>
              <a:off x="3753375" y="3542700"/>
              <a:ext cx="87900" cy="13500"/>
            </a:xfrm>
            <a:custGeom>
              <a:rect b="b" l="l" r="r" t="t"/>
              <a:pathLst>
                <a:path extrusionOk="0" h="540" w="3516">
                  <a:moveTo>
                    <a:pt x="222" y="1"/>
                  </a:moveTo>
                  <a:cubicBezTo>
                    <a:pt x="96" y="1"/>
                    <a:pt x="1" y="96"/>
                    <a:pt x="1" y="223"/>
                  </a:cubicBezTo>
                  <a:lnTo>
                    <a:pt x="1" y="286"/>
                  </a:lnTo>
                  <a:cubicBezTo>
                    <a:pt x="1" y="444"/>
                    <a:pt x="96" y="539"/>
                    <a:pt x="222" y="539"/>
                  </a:cubicBezTo>
                  <a:lnTo>
                    <a:pt x="3294" y="539"/>
                  </a:lnTo>
                  <a:cubicBezTo>
                    <a:pt x="3421" y="539"/>
                    <a:pt x="3516" y="444"/>
                    <a:pt x="3516" y="286"/>
                  </a:cubicBezTo>
                  <a:lnTo>
                    <a:pt x="3516" y="223"/>
                  </a:lnTo>
                  <a:cubicBezTo>
                    <a:pt x="3516" y="96"/>
                    <a:pt x="3421" y="1"/>
                    <a:pt x="329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5"/>
            <p:cNvSpPr/>
            <p:nvPr/>
          </p:nvSpPr>
          <p:spPr>
            <a:xfrm>
              <a:off x="3757350" y="3563300"/>
              <a:ext cx="77600" cy="14275"/>
            </a:xfrm>
            <a:custGeom>
              <a:rect b="b" l="l" r="r" t="t"/>
              <a:pathLst>
                <a:path extrusionOk="0" h="571" w="3104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349"/>
                  </a:lnTo>
                  <a:cubicBezTo>
                    <a:pt x="0" y="475"/>
                    <a:pt x="95" y="570"/>
                    <a:pt x="222" y="570"/>
                  </a:cubicBezTo>
                  <a:lnTo>
                    <a:pt x="2882" y="570"/>
                  </a:lnTo>
                  <a:cubicBezTo>
                    <a:pt x="3009" y="570"/>
                    <a:pt x="3104" y="475"/>
                    <a:pt x="3104" y="349"/>
                  </a:cubicBezTo>
                  <a:lnTo>
                    <a:pt x="3104" y="222"/>
                  </a:lnTo>
                  <a:cubicBezTo>
                    <a:pt x="3104" y="95"/>
                    <a:pt x="3009" y="0"/>
                    <a:pt x="28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5"/>
            <p:cNvSpPr/>
            <p:nvPr/>
          </p:nvSpPr>
          <p:spPr>
            <a:xfrm>
              <a:off x="3761300" y="3585475"/>
              <a:ext cx="69700" cy="16650"/>
            </a:xfrm>
            <a:custGeom>
              <a:rect b="b" l="l" r="r" t="t"/>
              <a:pathLst>
                <a:path extrusionOk="0" h="666" w="2788">
                  <a:moveTo>
                    <a:pt x="190" y="0"/>
                  </a:moveTo>
                  <a:cubicBezTo>
                    <a:pt x="95" y="0"/>
                    <a:pt x="0" y="63"/>
                    <a:pt x="32" y="127"/>
                  </a:cubicBezTo>
                  <a:cubicBezTo>
                    <a:pt x="159" y="443"/>
                    <a:pt x="729" y="665"/>
                    <a:pt x="1394" y="665"/>
                  </a:cubicBezTo>
                  <a:cubicBezTo>
                    <a:pt x="2091" y="665"/>
                    <a:pt x="2661" y="443"/>
                    <a:pt x="2787" y="127"/>
                  </a:cubicBezTo>
                  <a:cubicBezTo>
                    <a:pt x="2787" y="63"/>
                    <a:pt x="2724" y="0"/>
                    <a:pt x="26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5"/>
            <p:cNvSpPr/>
            <p:nvPr/>
          </p:nvSpPr>
          <p:spPr>
            <a:xfrm>
              <a:off x="3789800" y="3253725"/>
              <a:ext cx="13475" cy="55450"/>
            </a:xfrm>
            <a:custGeom>
              <a:rect b="b" l="l" r="r" t="t"/>
              <a:pathLst>
                <a:path extrusionOk="0" h="2218" w="539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254" y="2218"/>
                  </a:lnTo>
                  <a:lnTo>
                    <a:pt x="507" y="222"/>
                  </a:lnTo>
                  <a:cubicBezTo>
                    <a:pt x="539" y="96"/>
                    <a:pt x="444" y="1"/>
                    <a:pt x="31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5"/>
            <p:cNvSpPr/>
            <p:nvPr/>
          </p:nvSpPr>
          <p:spPr>
            <a:xfrm>
              <a:off x="3665500" y="3305800"/>
              <a:ext cx="41975" cy="41375"/>
            </a:xfrm>
            <a:custGeom>
              <a:rect b="b" l="l" r="r" t="t"/>
              <a:pathLst>
                <a:path extrusionOk="0" h="1655" w="1679">
                  <a:moveTo>
                    <a:pt x="313" y="0"/>
                  </a:moveTo>
                  <a:cubicBezTo>
                    <a:pt x="262" y="0"/>
                    <a:pt x="206" y="24"/>
                    <a:pt x="159" y="71"/>
                  </a:cubicBezTo>
                  <a:lnTo>
                    <a:pt x="95" y="135"/>
                  </a:lnTo>
                  <a:cubicBezTo>
                    <a:pt x="0" y="230"/>
                    <a:pt x="0" y="356"/>
                    <a:pt x="95" y="420"/>
                  </a:cubicBezTo>
                  <a:lnTo>
                    <a:pt x="1679" y="1655"/>
                  </a:lnTo>
                  <a:lnTo>
                    <a:pt x="444" y="71"/>
                  </a:lnTo>
                  <a:cubicBezTo>
                    <a:pt x="412" y="24"/>
                    <a:pt x="365" y="0"/>
                    <a:pt x="3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5"/>
            <p:cNvSpPr/>
            <p:nvPr/>
          </p:nvSpPr>
          <p:spPr>
            <a:xfrm>
              <a:off x="3617200" y="3430925"/>
              <a:ext cx="54650" cy="12200"/>
            </a:xfrm>
            <a:custGeom>
              <a:rect b="b" l="l" r="r" t="t"/>
              <a:pathLst>
                <a:path extrusionOk="0" h="488" w="2186">
                  <a:moveTo>
                    <a:pt x="174" y="0"/>
                  </a:moveTo>
                  <a:cubicBezTo>
                    <a:pt x="72" y="0"/>
                    <a:pt x="1" y="87"/>
                    <a:pt x="1" y="197"/>
                  </a:cubicBezTo>
                  <a:lnTo>
                    <a:pt x="1" y="292"/>
                  </a:lnTo>
                  <a:cubicBezTo>
                    <a:pt x="1" y="402"/>
                    <a:pt x="72" y="488"/>
                    <a:pt x="174" y="488"/>
                  </a:cubicBezTo>
                  <a:cubicBezTo>
                    <a:pt x="190" y="488"/>
                    <a:pt x="206" y="486"/>
                    <a:pt x="222" y="482"/>
                  </a:cubicBezTo>
                  <a:lnTo>
                    <a:pt x="2186" y="228"/>
                  </a:lnTo>
                  <a:lnTo>
                    <a:pt x="222" y="7"/>
                  </a:lnTo>
                  <a:cubicBezTo>
                    <a:pt x="206" y="2"/>
                    <a:pt x="190" y="0"/>
                    <a:pt x="1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5"/>
            <p:cNvSpPr/>
            <p:nvPr/>
          </p:nvSpPr>
          <p:spPr>
            <a:xfrm>
              <a:off x="3924400" y="3426325"/>
              <a:ext cx="55450" cy="12850"/>
            </a:xfrm>
            <a:custGeom>
              <a:rect b="b" l="l" r="r" t="t"/>
              <a:pathLst>
                <a:path extrusionOk="0" h="514" w="2218">
                  <a:moveTo>
                    <a:pt x="1995" y="1"/>
                  </a:moveTo>
                  <a:lnTo>
                    <a:pt x="0" y="254"/>
                  </a:lnTo>
                  <a:lnTo>
                    <a:pt x="1995" y="507"/>
                  </a:lnTo>
                  <a:cubicBezTo>
                    <a:pt x="2008" y="511"/>
                    <a:pt x="2021" y="513"/>
                    <a:pt x="2034" y="513"/>
                  </a:cubicBezTo>
                  <a:cubicBezTo>
                    <a:pt x="2121" y="513"/>
                    <a:pt x="2217" y="427"/>
                    <a:pt x="2217" y="317"/>
                  </a:cubicBezTo>
                  <a:lnTo>
                    <a:pt x="2217" y="222"/>
                  </a:lnTo>
                  <a:cubicBezTo>
                    <a:pt x="2217" y="96"/>
                    <a:pt x="2090" y="1"/>
                    <a:pt x="19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5"/>
            <p:cNvSpPr/>
            <p:nvPr/>
          </p:nvSpPr>
          <p:spPr>
            <a:xfrm>
              <a:off x="3886400" y="3302700"/>
              <a:ext cx="41975" cy="41325"/>
            </a:xfrm>
            <a:custGeom>
              <a:rect b="b" l="l" r="r" t="t"/>
              <a:pathLst>
                <a:path extrusionOk="0" h="1653" w="1679">
                  <a:moveTo>
                    <a:pt x="1363" y="1"/>
                  </a:moveTo>
                  <a:cubicBezTo>
                    <a:pt x="1299" y="1"/>
                    <a:pt x="1237" y="32"/>
                    <a:pt x="1203" y="100"/>
                  </a:cubicBezTo>
                  <a:lnTo>
                    <a:pt x="0" y="1652"/>
                  </a:lnTo>
                  <a:lnTo>
                    <a:pt x="0" y="1652"/>
                  </a:lnTo>
                  <a:lnTo>
                    <a:pt x="1552" y="449"/>
                  </a:lnTo>
                  <a:cubicBezTo>
                    <a:pt x="1647" y="354"/>
                    <a:pt x="1679" y="227"/>
                    <a:pt x="1584" y="132"/>
                  </a:cubicBezTo>
                  <a:lnTo>
                    <a:pt x="1520" y="69"/>
                  </a:lnTo>
                  <a:cubicBezTo>
                    <a:pt x="1476" y="25"/>
                    <a:pt x="1418" y="1"/>
                    <a:pt x="13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5"/>
            <p:cNvSpPr/>
            <p:nvPr/>
          </p:nvSpPr>
          <p:spPr>
            <a:xfrm>
              <a:off x="2628325" y="2042400"/>
              <a:ext cx="232000" cy="296125"/>
            </a:xfrm>
            <a:custGeom>
              <a:rect b="b" l="l" r="r" t="t"/>
              <a:pathLst>
                <a:path extrusionOk="0" h="11845" w="9280">
                  <a:moveTo>
                    <a:pt x="8393" y="0"/>
                  </a:moveTo>
                  <a:cubicBezTo>
                    <a:pt x="7887" y="0"/>
                    <a:pt x="7506" y="380"/>
                    <a:pt x="7506" y="887"/>
                  </a:cubicBezTo>
                  <a:cubicBezTo>
                    <a:pt x="7506" y="1014"/>
                    <a:pt x="7538" y="1140"/>
                    <a:pt x="7570" y="1267"/>
                  </a:cubicBezTo>
                  <a:lnTo>
                    <a:pt x="824" y="6397"/>
                  </a:lnTo>
                  <a:cubicBezTo>
                    <a:pt x="793" y="6429"/>
                    <a:pt x="761" y="6493"/>
                    <a:pt x="761" y="6556"/>
                  </a:cubicBezTo>
                  <a:lnTo>
                    <a:pt x="729" y="10071"/>
                  </a:lnTo>
                  <a:cubicBezTo>
                    <a:pt x="318" y="10166"/>
                    <a:pt x="1" y="10514"/>
                    <a:pt x="1" y="10958"/>
                  </a:cubicBezTo>
                  <a:cubicBezTo>
                    <a:pt x="1" y="11465"/>
                    <a:pt x="413" y="11845"/>
                    <a:pt x="919" y="11845"/>
                  </a:cubicBezTo>
                  <a:cubicBezTo>
                    <a:pt x="1394" y="11845"/>
                    <a:pt x="1806" y="11465"/>
                    <a:pt x="1806" y="10958"/>
                  </a:cubicBezTo>
                  <a:cubicBezTo>
                    <a:pt x="1806" y="10546"/>
                    <a:pt x="1489" y="10166"/>
                    <a:pt x="1109" y="10103"/>
                  </a:cubicBezTo>
                  <a:lnTo>
                    <a:pt x="1141" y="6651"/>
                  </a:lnTo>
                  <a:lnTo>
                    <a:pt x="7823" y="1552"/>
                  </a:lnTo>
                  <a:cubicBezTo>
                    <a:pt x="7982" y="1711"/>
                    <a:pt x="8172" y="1774"/>
                    <a:pt x="8393" y="1774"/>
                  </a:cubicBezTo>
                  <a:cubicBezTo>
                    <a:pt x="8900" y="1774"/>
                    <a:pt x="9280" y="1394"/>
                    <a:pt x="9280" y="887"/>
                  </a:cubicBezTo>
                  <a:cubicBezTo>
                    <a:pt x="9280" y="380"/>
                    <a:pt x="8868" y="0"/>
                    <a:pt x="839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5"/>
            <p:cNvSpPr/>
            <p:nvPr/>
          </p:nvSpPr>
          <p:spPr>
            <a:xfrm>
              <a:off x="2502450" y="2581550"/>
              <a:ext cx="195575" cy="169475"/>
            </a:xfrm>
            <a:custGeom>
              <a:rect b="b" l="l" r="r" t="t"/>
              <a:pathLst>
                <a:path extrusionOk="0" h="6779" w="7823">
                  <a:moveTo>
                    <a:pt x="2344" y="1"/>
                  </a:moveTo>
                  <a:cubicBezTo>
                    <a:pt x="1172" y="1"/>
                    <a:pt x="191" y="983"/>
                    <a:pt x="191" y="2186"/>
                  </a:cubicBezTo>
                  <a:lnTo>
                    <a:pt x="191" y="3706"/>
                  </a:lnTo>
                  <a:cubicBezTo>
                    <a:pt x="191" y="4181"/>
                    <a:pt x="317" y="4593"/>
                    <a:pt x="571" y="4941"/>
                  </a:cubicBezTo>
                  <a:lnTo>
                    <a:pt x="1" y="6778"/>
                  </a:lnTo>
                  <a:lnTo>
                    <a:pt x="1837" y="5828"/>
                  </a:lnTo>
                  <a:cubicBezTo>
                    <a:pt x="2027" y="5860"/>
                    <a:pt x="2186" y="5891"/>
                    <a:pt x="2344" y="5891"/>
                  </a:cubicBezTo>
                  <a:lnTo>
                    <a:pt x="3357" y="5891"/>
                  </a:lnTo>
                  <a:cubicBezTo>
                    <a:pt x="3262" y="5638"/>
                    <a:pt x="3199" y="5353"/>
                    <a:pt x="3199" y="5068"/>
                  </a:cubicBezTo>
                  <a:lnTo>
                    <a:pt x="3199" y="3548"/>
                  </a:lnTo>
                  <a:cubicBezTo>
                    <a:pt x="3199" y="2344"/>
                    <a:pt x="4181" y="1363"/>
                    <a:pt x="5384" y="1363"/>
                  </a:cubicBezTo>
                  <a:lnTo>
                    <a:pt x="7823" y="1363"/>
                  </a:lnTo>
                  <a:cubicBezTo>
                    <a:pt x="7506" y="571"/>
                    <a:pt x="6714" y="33"/>
                    <a:pt x="582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5"/>
            <p:cNvSpPr/>
            <p:nvPr/>
          </p:nvSpPr>
          <p:spPr>
            <a:xfrm>
              <a:off x="2598250" y="2625100"/>
              <a:ext cx="208250" cy="159175"/>
            </a:xfrm>
            <a:custGeom>
              <a:rect b="b" l="l" r="r" t="t"/>
              <a:pathLst>
                <a:path extrusionOk="0" h="6367" w="8330">
                  <a:moveTo>
                    <a:pt x="2186" y="1"/>
                  </a:moveTo>
                  <a:cubicBezTo>
                    <a:pt x="982" y="1"/>
                    <a:pt x="0" y="982"/>
                    <a:pt x="0" y="2154"/>
                  </a:cubicBezTo>
                  <a:lnTo>
                    <a:pt x="0" y="3706"/>
                  </a:lnTo>
                  <a:cubicBezTo>
                    <a:pt x="0" y="4909"/>
                    <a:pt x="982" y="5859"/>
                    <a:pt x="2186" y="5859"/>
                  </a:cubicBezTo>
                  <a:lnTo>
                    <a:pt x="5638" y="5859"/>
                  </a:lnTo>
                  <a:cubicBezTo>
                    <a:pt x="5828" y="5859"/>
                    <a:pt x="5986" y="5859"/>
                    <a:pt x="6144" y="5796"/>
                  </a:cubicBezTo>
                  <a:lnTo>
                    <a:pt x="8329" y="6366"/>
                  </a:lnTo>
                  <a:lnTo>
                    <a:pt x="7411" y="4941"/>
                  </a:lnTo>
                  <a:cubicBezTo>
                    <a:pt x="7664" y="4593"/>
                    <a:pt x="7823" y="4149"/>
                    <a:pt x="7823" y="3706"/>
                  </a:cubicBezTo>
                  <a:lnTo>
                    <a:pt x="7823" y="2154"/>
                  </a:lnTo>
                  <a:cubicBezTo>
                    <a:pt x="7823" y="982"/>
                    <a:pt x="6841" y="1"/>
                    <a:pt x="563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5"/>
            <p:cNvSpPr/>
            <p:nvPr/>
          </p:nvSpPr>
          <p:spPr>
            <a:xfrm>
              <a:off x="1236475" y="1625150"/>
              <a:ext cx="598575" cy="1454425"/>
            </a:xfrm>
            <a:custGeom>
              <a:rect b="b" l="l" r="r" t="t"/>
              <a:pathLst>
                <a:path extrusionOk="0" h="58177" w="23943">
                  <a:moveTo>
                    <a:pt x="23056" y="1"/>
                  </a:moveTo>
                  <a:cubicBezTo>
                    <a:pt x="22549" y="1"/>
                    <a:pt x="22137" y="381"/>
                    <a:pt x="22137" y="888"/>
                  </a:cubicBezTo>
                  <a:cubicBezTo>
                    <a:pt x="22137" y="1014"/>
                    <a:pt x="22169" y="1109"/>
                    <a:pt x="22201" y="1204"/>
                  </a:cubicBezTo>
                  <a:lnTo>
                    <a:pt x="792" y="15012"/>
                  </a:lnTo>
                  <a:cubicBezTo>
                    <a:pt x="761" y="15044"/>
                    <a:pt x="697" y="15107"/>
                    <a:pt x="697" y="15170"/>
                  </a:cubicBezTo>
                  <a:lnTo>
                    <a:pt x="697" y="56403"/>
                  </a:lnTo>
                  <a:cubicBezTo>
                    <a:pt x="317" y="56467"/>
                    <a:pt x="1" y="56847"/>
                    <a:pt x="1" y="57258"/>
                  </a:cubicBezTo>
                  <a:cubicBezTo>
                    <a:pt x="1" y="57765"/>
                    <a:pt x="412" y="58177"/>
                    <a:pt x="887" y="58177"/>
                  </a:cubicBezTo>
                  <a:cubicBezTo>
                    <a:pt x="1394" y="58177"/>
                    <a:pt x="1806" y="57765"/>
                    <a:pt x="1806" y="57258"/>
                  </a:cubicBezTo>
                  <a:cubicBezTo>
                    <a:pt x="1806" y="56847"/>
                    <a:pt x="1489" y="56467"/>
                    <a:pt x="1077" y="56403"/>
                  </a:cubicBezTo>
                  <a:lnTo>
                    <a:pt x="1077" y="15265"/>
                  </a:lnTo>
                  <a:lnTo>
                    <a:pt x="22391" y="1521"/>
                  </a:lnTo>
                  <a:cubicBezTo>
                    <a:pt x="22581" y="1679"/>
                    <a:pt x="22802" y="1774"/>
                    <a:pt x="23024" y="1774"/>
                  </a:cubicBezTo>
                  <a:cubicBezTo>
                    <a:pt x="23531" y="1774"/>
                    <a:pt x="23943" y="1394"/>
                    <a:pt x="23943" y="888"/>
                  </a:cubicBezTo>
                  <a:cubicBezTo>
                    <a:pt x="23943" y="381"/>
                    <a:pt x="23531" y="1"/>
                    <a:pt x="2305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5"/>
            <p:cNvSpPr/>
            <p:nvPr/>
          </p:nvSpPr>
          <p:spPr>
            <a:xfrm>
              <a:off x="936425" y="3102525"/>
              <a:ext cx="649225" cy="650025"/>
            </a:xfrm>
            <a:custGeom>
              <a:rect b="b" l="l" r="r" t="t"/>
              <a:pathLst>
                <a:path extrusionOk="0" h="26001" w="25969">
                  <a:moveTo>
                    <a:pt x="12984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4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5"/>
            <p:cNvSpPr/>
            <p:nvPr/>
          </p:nvSpPr>
          <p:spPr>
            <a:xfrm>
              <a:off x="950675" y="3116775"/>
              <a:ext cx="620725" cy="621525"/>
            </a:xfrm>
            <a:custGeom>
              <a:rect b="b" l="l" r="r" t="t"/>
              <a:pathLst>
                <a:path extrusionOk="0" h="24861" w="24829">
                  <a:moveTo>
                    <a:pt x="12414" y="0"/>
                  </a:moveTo>
                  <a:cubicBezTo>
                    <a:pt x="5542" y="0"/>
                    <a:pt x="0" y="5574"/>
                    <a:pt x="0" y="12446"/>
                  </a:cubicBezTo>
                  <a:cubicBezTo>
                    <a:pt x="0" y="19318"/>
                    <a:pt x="5542" y="24860"/>
                    <a:pt x="12414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5"/>
            <p:cNvSpPr/>
            <p:nvPr/>
          </p:nvSpPr>
          <p:spPr>
            <a:xfrm>
              <a:off x="1124850" y="3277325"/>
              <a:ext cx="273175" cy="301500"/>
            </a:xfrm>
            <a:custGeom>
              <a:rect b="b" l="l" r="r" t="t"/>
              <a:pathLst>
                <a:path extrusionOk="0" h="12060" w="10927">
                  <a:moveTo>
                    <a:pt x="5587" y="1"/>
                  </a:moveTo>
                  <a:cubicBezTo>
                    <a:pt x="5562" y="1"/>
                    <a:pt x="5536" y="3"/>
                    <a:pt x="5511" y="7"/>
                  </a:cubicBezTo>
                  <a:cubicBezTo>
                    <a:pt x="5289" y="7"/>
                    <a:pt x="5162" y="39"/>
                    <a:pt x="5099" y="102"/>
                  </a:cubicBezTo>
                  <a:lnTo>
                    <a:pt x="5162" y="7"/>
                  </a:lnTo>
                  <a:lnTo>
                    <a:pt x="5162" y="7"/>
                  </a:lnTo>
                  <a:cubicBezTo>
                    <a:pt x="5131" y="39"/>
                    <a:pt x="5036" y="70"/>
                    <a:pt x="4972" y="102"/>
                  </a:cubicBezTo>
                  <a:cubicBezTo>
                    <a:pt x="4941" y="102"/>
                    <a:pt x="4877" y="102"/>
                    <a:pt x="4846" y="134"/>
                  </a:cubicBezTo>
                  <a:cubicBezTo>
                    <a:pt x="4276" y="229"/>
                    <a:pt x="3927" y="767"/>
                    <a:pt x="3801" y="957"/>
                  </a:cubicBezTo>
                  <a:cubicBezTo>
                    <a:pt x="3769" y="925"/>
                    <a:pt x="3769" y="862"/>
                    <a:pt x="3769" y="862"/>
                  </a:cubicBezTo>
                  <a:cubicBezTo>
                    <a:pt x="3737" y="925"/>
                    <a:pt x="3737" y="989"/>
                    <a:pt x="3769" y="1020"/>
                  </a:cubicBezTo>
                  <a:cubicBezTo>
                    <a:pt x="3702" y="998"/>
                    <a:pt x="3635" y="975"/>
                    <a:pt x="3579" y="975"/>
                  </a:cubicBezTo>
                  <a:cubicBezTo>
                    <a:pt x="3555" y="975"/>
                    <a:pt x="3534" y="979"/>
                    <a:pt x="3516" y="989"/>
                  </a:cubicBezTo>
                  <a:cubicBezTo>
                    <a:pt x="3516" y="989"/>
                    <a:pt x="3611" y="1020"/>
                    <a:pt x="3706" y="1084"/>
                  </a:cubicBezTo>
                  <a:cubicBezTo>
                    <a:pt x="2946" y="1559"/>
                    <a:pt x="3389" y="3237"/>
                    <a:pt x="3389" y="3237"/>
                  </a:cubicBezTo>
                  <a:cubicBezTo>
                    <a:pt x="2946" y="3997"/>
                    <a:pt x="3706" y="4599"/>
                    <a:pt x="3706" y="4599"/>
                  </a:cubicBezTo>
                  <a:cubicBezTo>
                    <a:pt x="3737" y="4979"/>
                    <a:pt x="3896" y="5391"/>
                    <a:pt x="4022" y="5612"/>
                  </a:cubicBezTo>
                  <a:cubicBezTo>
                    <a:pt x="4054" y="5676"/>
                    <a:pt x="4054" y="5802"/>
                    <a:pt x="4022" y="5897"/>
                  </a:cubicBezTo>
                  <a:cubicBezTo>
                    <a:pt x="4022" y="6056"/>
                    <a:pt x="4022" y="6246"/>
                    <a:pt x="3991" y="6309"/>
                  </a:cubicBezTo>
                  <a:cubicBezTo>
                    <a:pt x="3864" y="6309"/>
                    <a:pt x="3706" y="6277"/>
                    <a:pt x="3642" y="6246"/>
                  </a:cubicBezTo>
                  <a:cubicBezTo>
                    <a:pt x="3484" y="6151"/>
                    <a:pt x="3294" y="6119"/>
                    <a:pt x="3104" y="6119"/>
                  </a:cubicBezTo>
                  <a:lnTo>
                    <a:pt x="3041" y="6119"/>
                  </a:lnTo>
                  <a:cubicBezTo>
                    <a:pt x="1077" y="6119"/>
                    <a:pt x="349" y="8621"/>
                    <a:pt x="64" y="9951"/>
                  </a:cubicBezTo>
                  <a:cubicBezTo>
                    <a:pt x="0" y="10426"/>
                    <a:pt x="159" y="10901"/>
                    <a:pt x="507" y="11028"/>
                  </a:cubicBezTo>
                  <a:cubicBezTo>
                    <a:pt x="1365" y="11418"/>
                    <a:pt x="3171" y="12059"/>
                    <a:pt x="5474" y="12059"/>
                  </a:cubicBezTo>
                  <a:cubicBezTo>
                    <a:pt x="6912" y="12059"/>
                    <a:pt x="8545" y="11809"/>
                    <a:pt x="10261" y="11091"/>
                  </a:cubicBezTo>
                  <a:cubicBezTo>
                    <a:pt x="10673" y="10901"/>
                    <a:pt x="10926" y="10268"/>
                    <a:pt x="10800" y="9666"/>
                  </a:cubicBezTo>
                  <a:cubicBezTo>
                    <a:pt x="10514" y="8304"/>
                    <a:pt x="9723" y="6119"/>
                    <a:pt x="7886" y="6119"/>
                  </a:cubicBezTo>
                  <a:lnTo>
                    <a:pt x="7854" y="6119"/>
                  </a:lnTo>
                  <a:cubicBezTo>
                    <a:pt x="7664" y="6119"/>
                    <a:pt x="7506" y="6151"/>
                    <a:pt x="7379" y="6214"/>
                  </a:cubicBezTo>
                  <a:cubicBezTo>
                    <a:pt x="7284" y="6246"/>
                    <a:pt x="7063" y="6277"/>
                    <a:pt x="6841" y="6309"/>
                  </a:cubicBezTo>
                  <a:lnTo>
                    <a:pt x="6809" y="5929"/>
                  </a:lnTo>
                  <a:cubicBezTo>
                    <a:pt x="6778" y="5834"/>
                    <a:pt x="6778" y="5739"/>
                    <a:pt x="6841" y="5676"/>
                  </a:cubicBezTo>
                  <a:cubicBezTo>
                    <a:pt x="7031" y="5296"/>
                    <a:pt x="7189" y="4631"/>
                    <a:pt x="7189" y="4631"/>
                  </a:cubicBezTo>
                  <a:cubicBezTo>
                    <a:pt x="7854" y="3997"/>
                    <a:pt x="7506" y="3269"/>
                    <a:pt x="7506" y="3269"/>
                  </a:cubicBezTo>
                  <a:cubicBezTo>
                    <a:pt x="7664" y="2509"/>
                    <a:pt x="7664" y="2065"/>
                    <a:pt x="7633" y="1844"/>
                  </a:cubicBezTo>
                  <a:lnTo>
                    <a:pt x="7633" y="1844"/>
                  </a:lnTo>
                  <a:cubicBezTo>
                    <a:pt x="7696" y="1939"/>
                    <a:pt x="7759" y="2002"/>
                    <a:pt x="7759" y="2002"/>
                  </a:cubicBezTo>
                  <a:cubicBezTo>
                    <a:pt x="7664" y="1685"/>
                    <a:pt x="7506" y="1464"/>
                    <a:pt x="7379" y="1305"/>
                  </a:cubicBezTo>
                  <a:cubicBezTo>
                    <a:pt x="7348" y="1274"/>
                    <a:pt x="7316" y="1210"/>
                    <a:pt x="7284" y="1179"/>
                  </a:cubicBezTo>
                  <a:lnTo>
                    <a:pt x="7284" y="1179"/>
                  </a:lnTo>
                  <a:cubicBezTo>
                    <a:pt x="7411" y="1210"/>
                    <a:pt x="7538" y="1274"/>
                    <a:pt x="7538" y="1274"/>
                  </a:cubicBezTo>
                  <a:cubicBezTo>
                    <a:pt x="7411" y="1115"/>
                    <a:pt x="7189" y="957"/>
                    <a:pt x="7063" y="830"/>
                  </a:cubicBezTo>
                  <a:lnTo>
                    <a:pt x="7063" y="830"/>
                  </a:lnTo>
                  <a:cubicBezTo>
                    <a:pt x="7189" y="925"/>
                    <a:pt x="7284" y="957"/>
                    <a:pt x="7284" y="957"/>
                  </a:cubicBezTo>
                  <a:cubicBezTo>
                    <a:pt x="7126" y="799"/>
                    <a:pt x="6936" y="704"/>
                    <a:pt x="6809" y="640"/>
                  </a:cubicBezTo>
                  <a:lnTo>
                    <a:pt x="6841" y="640"/>
                  </a:lnTo>
                  <a:lnTo>
                    <a:pt x="6556" y="482"/>
                  </a:lnTo>
                  <a:lnTo>
                    <a:pt x="6556" y="482"/>
                  </a:lnTo>
                  <a:cubicBezTo>
                    <a:pt x="6746" y="545"/>
                    <a:pt x="6904" y="640"/>
                    <a:pt x="6904" y="640"/>
                  </a:cubicBezTo>
                  <a:cubicBezTo>
                    <a:pt x="6841" y="450"/>
                    <a:pt x="6556" y="260"/>
                    <a:pt x="6556" y="260"/>
                  </a:cubicBezTo>
                  <a:cubicBezTo>
                    <a:pt x="6413" y="189"/>
                    <a:pt x="6289" y="153"/>
                    <a:pt x="6168" y="153"/>
                  </a:cubicBezTo>
                  <a:cubicBezTo>
                    <a:pt x="6128" y="153"/>
                    <a:pt x="6089" y="157"/>
                    <a:pt x="6049" y="165"/>
                  </a:cubicBezTo>
                  <a:cubicBezTo>
                    <a:pt x="5912" y="83"/>
                    <a:pt x="5751" y="1"/>
                    <a:pt x="5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5"/>
            <p:cNvSpPr/>
            <p:nvPr/>
          </p:nvSpPr>
          <p:spPr>
            <a:xfrm>
              <a:off x="1223025" y="3435025"/>
              <a:ext cx="34850" cy="114825"/>
            </a:xfrm>
            <a:custGeom>
              <a:rect b="b" l="l" r="r" t="t"/>
              <a:pathLst>
                <a:path extrusionOk="0" h="4593" w="1394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760" y="4593"/>
                    <a:pt x="982" y="2629"/>
                    <a:pt x="1394" y="2281"/>
                  </a:cubicBezTo>
                  <a:cubicBezTo>
                    <a:pt x="1394" y="2281"/>
                    <a:pt x="1014" y="1774"/>
                    <a:pt x="1045" y="1711"/>
                  </a:cubicBezTo>
                  <a:cubicBezTo>
                    <a:pt x="1045" y="1616"/>
                    <a:pt x="1204" y="1299"/>
                    <a:pt x="1362" y="1173"/>
                  </a:cubicBezTo>
                  <a:cubicBezTo>
                    <a:pt x="1394" y="1141"/>
                    <a:pt x="1394" y="1078"/>
                    <a:pt x="1362" y="1046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5"/>
            <p:cNvSpPr/>
            <p:nvPr/>
          </p:nvSpPr>
          <p:spPr>
            <a:xfrm>
              <a:off x="1223025" y="3435025"/>
              <a:ext cx="19025" cy="114825"/>
            </a:xfrm>
            <a:custGeom>
              <a:rect b="b" l="l" r="r" t="t"/>
              <a:pathLst>
                <a:path extrusionOk="0" h="4593" w="761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186" y="2719"/>
                    <a:pt x="131" y="269"/>
                    <a:pt x="127" y="49"/>
                  </a:cubicBezTo>
                  <a:lnTo>
                    <a:pt x="127" y="49"/>
                  </a:lnTo>
                  <a:lnTo>
                    <a:pt x="190" y="96"/>
                  </a:lnTo>
                  <a:lnTo>
                    <a:pt x="127" y="33"/>
                  </a:lnTo>
                  <a:lnTo>
                    <a:pt x="127" y="33"/>
                  </a:lnTo>
                  <a:cubicBezTo>
                    <a:pt x="127" y="33"/>
                    <a:pt x="127" y="38"/>
                    <a:pt x="127" y="49"/>
                  </a:cubicBezTo>
                  <a:lnTo>
                    <a:pt x="127" y="4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5"/>
            <p:cNvSpPr/>
            <p:nvPr/>
          </p:nvSpPr>
          <p:spPr>
            <a:xfrm>
              <a:off x="1242025" y="3492050"/>
              <a:ext cx="15850" cy="57800"/>
            </a:xfrm>
            <a:custGeom>
              <a:rect b="b" l="l" r="r" t="t"/>
              <a:pathLst>
                <a:path extrusionOk="0" h="2312" w="634">
                  <a:moveTo>
                    <a:pt x="634" y="0"/>
                  </a:moveTo>
                  <a:cubicBezTo>
                    <a:pt x="95" y="317"/>
                    <a:pt x="0" y="2312"/>
                    <a:pt x="0" y="2312"/>
                  </a:cubicBezTo>
                  <a:cubicBezTo>
                    <a:pt x="0" y="2312"/>
                    <a:pt x="222" y="348"/>
                    <a:pt x="634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5"/>
            <p:cNvSpPr/>
            <p:nvPr/>
          </p:nvSpPr>
          <p:spPr>
            <a:xfrm>
              <a:off x="1263400" y="3434250"/>
              <a:ext cx="34850" cy="115600"/>
            </a:xfrm>
            <a:custGeom>
              <a:rect b="b" l="l" r="r" t="t"/>
              <a:pathLst>
                <a:path extrusionOk="0" h="4624" w="1394">
                  <a:moveTo>
                    <a:pt x="1299" y="0"/>
                  </a:moveTo>
                  <a:lnTo>
                    <a:pt x="32" y="1077"/>
                  </a:lnTo>
                  <a:cubicBezTo>
                    <a:pt x="0" y="1109"/>
                    <a:pt x="0" y="1172"/>
                    <a:pt x="64" y="1204"/>
                  </a:cubicBezTo>
                  <a:cubicBezTo>
                    <a:pt x="222" y="1330"/>
                    <a:pt x="380" y="1647"/>
                    <a:pt x="380" y="1742"/>
                  </a:cubicBezTo>
                  <a:cubicBezTo>
                    <a:pt x="412" y="1805"/>
                    <a:pt x="32" y="2312"/>
                    <a:pt x="32" y="2312"/>
                  </a:cubicBezTo>
                  <a:cubicBezTo>
                    <a:pt x="444" y="2660"/>
                    <a:pt x="665" y="4624"/>
                    <a:pt x="665" y="4624"/>
                  </a:cubicBezTo>
                  <a:cubicBezTo>
                    <a:pt x="1394" y="2629"/>
                    <a:pt x="1362" y="317"/>
                    <a:pt x="1331" y="32"/>
                  </a:cubicBezTo>
                  <a:cubicBezTo>
                    <a:pt x="1331" y="0"/>
                    <a:pt x="1331" y="0"/>
                    <a:pt x="1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5"/>
            <p:cNvSpPr/>
            <p:nvPr/>
          </p:nvSpPr>
          <p:spPr>
            <a:xfrm>
              <a:off x="1264200" y="3492050"/>
              <a:ext cx="15850" cy="57800"/>
            </a:xfrm>
            <a:custGeom>
              <a:rect b="b" l="l" r="r" t="t"/>
              <a:pathLst>
                <a:path extrusionOk="0" h="2312" w="634">
                  <a:moveTo>
                    <a:pt x="0" y="0"/>
                  </a:moveTo>
                  <a:cubicBezTo>
                    <a:pt x="412" y="348"/>
                    <a:pt x="633" y="2312"/>
                    <a:pt x="633" y="2312"/>
                  </a:cubicBezTo>
                  <a:cubicBezTo>
                    <a:pt x="633" y="2312"/>
                    <a:pt x="538" y="317"/>
                    <a:pt x="0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5"/>
            <p:cNvSpPr/>
            <p:nvPr/>
          </p:nvSpPr>
          <p:spPr>
            <a:xfrm>
              <a:off x="1280025" y="3435025"/>
              <a:ext cx="18225" cy="114825"/>
            </a:xfrm>
            <a:custGeom>
              <a:rect b="b" l="l" r="r" t="t"/>
              <a:pathLst>
                <a:path extrusionOk="0" h="4593" w="729">
                  <a:moveTo>
                    <a:pt x="666" y="1"/>
                  </a:moveTo>
                  <a:cubicBezTo>
                    <a:pt x="666" y="1"/>
                    <a:pt x="539" y="2915"/>
                    <a:pt x="0" y="4593"/>
                  </a:cubicBezTo>
                  <a:cubicBezTo>
                    <a:pt x="729" y="2598"/>
                    <a:pt x="697" y="286"/>
                    <a:pt x="666" y="1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5"/>
            <p:cNvSpPr/>
            <p:nvPr/>
          </p:nvSpPr>
          <p:spPr>
            <a:xfrm>
              <a:off x="1242025" y="3461950"/>
              <a:ext cx="38025" cy="116425"/>
            </a:xfrm>
            <a:custGeom>
              <a:rect b="b" l="l" r="r" t="t"/>
              <a:pathLst>
                <a:path extrusionOk="0" h="4657" w="1521">
                  <a:moveTo>
                    <a:pt x="634" y="1"/>
                  </a:moveTo>
                  <a:lnTo>
                    <a:pt x="634" y="32"/>
                  </a:lnTo>
                  <a:cubicBezTo>
                    <a:pt x="634" y="64"/>
                    <a:pt x="634" y="96"/>
                    <a:pt x="602" y="96"/>
                  </a:cubicBezTo>
                  <a:cubicBezTo>
                    <a:pt x="444" y="222"/>
                    <a:pt x="285" y="539"/>
                    <a:pt x="285" y="634"/>
                  </a:cubicBezTo>
                  <a:cubicBezTo>
                    <a:pt x="254" y="729"/>
                    <a:pt x="634" y="1204"/>
                    <a:pt x="634" y="1204"/>
                  </a:cubicBezTo>
                  <a:cubicBezTo>
                    <a:pt x="222" y="1552"/>
                    <a:pt x="0" y="3516"/>
                    <a:pt x="0" y="3516"/>
                  </a:cubicBezTo>
                  <a:lnTo>
                    <a:pt x="729" y="4656"/>
                  </a:lnTo>
                  <a:lnTo>
                    <a:pt x="1520" y="3516"/>
                  </a:lnTo>
                  <a:cubicBezTo>
                    <a:pt x="1489" y="3389"/>
                    <a:pt x="1299" y="1521"/>
                    <a:pt x="887" y="1204"/>
                  </a:cubicBezTo>
                  <a:cubicBezTo>
                    <a:pt x="887" y="1204"/>
                    <a:pt x="1235" y="697"/>
                    <a:pt x="1235" y="634"/>
                  </a:cubicBezTo>
                  <a:cubicBezTo>
                    <a:pt x="1235" y="539"/>
                    <a:pt x="1077" y="222"/>
                    <a:pt x="887" y="96"/>
                  </a:cubicBezTo>
                  <a:cubicBezTo>
                    <a:pt x="887" y="64"/>
                    <a:pt x="855" y="32"/>
                    <a:pt x="88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26"/>
          <p:cNvGrpSpPr/>
          <p:nvPr/>
        </p:nvGrpSpPr>
        <p:grpSpPr>
          <a:xfrm>
            <a:off x="2340526" y="1715468"/>
            <a:ext cx="4462948" cy="2516619"/>
            <a:chOff x="2185750" y="2059275"/>
            <a:chExt cx="3230275" cy="1821525"/>
          </a:xfrm>
        </p:grpSpPr>
        <p:sp>
          <p:nvSpPr>
            <p:cNvPr id="2277" name="Google Shape;2277;p26"/>
            <p:cNvSpPr/>
            <p:nvPr/>
          </p:nvSpPr>
          <p:spPr>
            <a:xfrm>
              <a:off x="4530075" y="3260850"/>
              <a:ext cx="552650" cy="552650"/>
            </a:xfrm>
            <a:custGeom>
              <a:rect b="b" l="l" r="r" t="t"/>
              <a:pathLst>
                <a:path extrusionOk="0" h="22106" w="22106">
                  <a:moveTo>
                    <a:pt x="11053" y="2186"/>
                  </a:moveTo>
                  <a:cubicBezTo>
                    <a:pt x="15961" y="2186"/>
                    <a:pt x="19920" y="6176"/>
                    <a:pt x="19920" y="11053"/>
                  </a:cubicBezTo>
                  <a:cubicBezTo>
                    <a:pt x="19920" y="15962"/>
                    <a:pt x="15961" y="19952"/>
                    <a:pt x="11053" y="19952"/>
                  </a:cubicBezTo>
                  <a:cubicBezTo>
                    <a:pt x="6144" y="19952"/>
                    <a:pt x="2154" y="15962"/>
                    <a:pt x="2154" y="11053"/>
                  </a:cubicBezTo>
                  <a:cubicBezTo>
                    <a:pt x="2154" y="6176"/>
                    <a:pt x="6144" y="2186"/>
                    <a:pt x="11053" y="2186"/>
                  </a:cubicBezTo>
                  <a:close/>
                  <a:moveTo>
                    <a:pt x="11053" y="1"/>
                  </a:moveTo>
                  <a:cubicBezTo>
                    <a:pt x="4940" y="1"/>
                    <a:pt x="0" y="4973"/>
                    <a:pt x="0" y="11053"/>
                  </a:cubicBezTo>
                  <a:cubicBezTo>
                    <a:pt x="0" y="17165"/>
                    <a:pt x="4972" y="22106"/>
                    <a:pt x="11053" y="22106"/>
                  </a:cubicBezTo>
                  <a:cubicBezTo>
                    <a:pt x="17133" y="22106"/>
                    <a:pt x="22105" y="17165"/>
                    <a:pt x="22105" y="11053"/>
                  </a:cubicBezTo>
                  <a:cubicBezTo>
                    <a:pt x="22105" y="4973"/>
                    <a:pt x="17133" y="1"/>
                    <a:pt x="1105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4976600" y="2299700"/>
              <a:ext cx="439425" cy="439425"/>
            </a:xfrm>
            <a:custGeom>
              <a:rect b="b" l="l" r="r" t="t"/>
              <a:pathLst>
                <a:path extrusionOk="0" h="17577" w="17577">
                  <a:moveTo>
                    <a:pt x="8804" y="2154"/>
                  </a:moveTo>
                  <a:cubicBezTo>
                    <a:pt x="12446" y="2154"/>
                    <a:pt x="15423" y="5131"/>
                    <a:pt x="15423" y="8805"/>
                  </a:cubicBezTo>
                  <a:cubicBezTo>
                    <a:pt x="15423" y="12447"/>
                    <a:pt x="12446" y="15424"/>
                    <a:pt x="8804" y="15424"/>
                  </a:cubicBezTo>
                  <a:cubicBezTo>
                    <a:pt x="5131" y="15424"/>
                    <a:pt x="2186" y="12447"/>
                    <a:pt x="2186" y="8805"/>
                  </a:cubicBezTo>
                  <a:cubicBezTo>
                    <a:pt x="2186" y="5131"/>
                    <a:pt x="5162" y="2154"/>
                    <a:pt x="8804" y="2154"/>
                  </a:cubicBezTo>
                  <a:close/>
                  <a:moveTo>
                    <a:pt x="8804" y="1"/>
                  </a:moveTo>
                  <a:cubicBezTo>
                    <a:pt x="3959" y="1"/>
                    <a:pt x="0" y="3959"/>
                    <a:pt x="0" y="8805"/>
                  </a:cubicBezTo>
                  <a:cubicBezTo>
                    <a:pt x="0" y="13650"/>
                    <a:pt x="3959" y="17577"/>
                    <a:pt x="8804" y="17577"/>
                  </a:cubicBezTo>
                  <a:cubicBezTo>
                    <a:pt x="13650" y="17577"/>
                    <a:pt x="17577" y="13650"/>
                    <a:pt x="17577" y="8805"/>
                  </a:cubicBezTo>
                  <a:cubicBezTo>
                    <a:pt x="17577" y="3959"/>
                    <a:pt x="13650" y="1"/>
                    <a:pt x="88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2185750" y="2387600"/>
              <a:ext cx="507525" cy="508300"/>
            </a:xfrm>
            <a:custGeom>
              <a:rect b="b" l="l" r="r" t="t"/>
              <a:pathLst>
                <a:path extrusionOk="0" h="20332" w="20301">
                  <a:moveTo>
                    <a:pt x="10135" y="2185"/>
                  </a:moveTo>
                  <a:cubicBezTo>
                    <a:pt x="14569" y="2185"/>
                    <a:pt x="18147" y="5764"/>
                    <a:pt x="18147" y="10166"/>
                  </a:cubicBezTo>
                  <a:cubicBezTo>
                    <a:pt x="18147" y="14599"/>
                    <a:pt x="14569" y="18178"/>
                    <a:pt x="10135" y="18178"/>
                  </a:cubicBezTo>
                  <a:cubicBezTo>
                    <a:pt x="5733" y="18178"/>
                    <a:pt x="2154" y="14599"/>
                    <a:pt x="2154" y="10166"/>
                  </a:cubicBezTo>
                  <a:cubicBezTo>
                    <a:pt x="2154" y="5764"/>
                    <a:pt x="5733" y="2185"/>
                    <a:pt x="10135" y="2185"/>
                  </a:cubicBezTo>
                  <a:close/>
                  <a:moveTo>
                    <a:pt x="10135" y="0"/>
                  </a:moveTo>
                  <a:cubicBezTo>
                    <a:pt x="4530" y="0"/>
                    <a:pt x="1" y="4560"/>
                    <a:pt x="1" y="10166"/>
                  </a:cubicBezTo>
                  <a:cubicBezTo>
                    <a:pt x="1" y="15771"/>
                    <a:pt x="4561" y="20331"/>
                    <a:pt x="10135" y="20331"/>
                  </a:cubicBezTo>
                  <a:cubicBezTo>
                    <a:pt x="15740" y="20331"/>
                    <a:pt x="20301" y="15771"/>
                    <a:pt x="20301" y="10166"/>
                  </a:cubicBezTo>
                  <a:cubicBezTo>
                    <a:pt x="20301" y="4560"/>
                    <a:pt x="15740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2603000" y="3506300"/>
              <a:ext cx="374500" cy="374500"/>
            </a:xfrm>
            <a:custGeom>
              <a:rect b="b" l="l" r="r" t="t"/>
              <a:pathLst>
                <a:path extrusionOk="0" h="14980" w="14980">
                  <a:moveTo>
                    <a:pt x="7506" y="2185"/>
                  </a:moveTo>
                  <a:cubicBezTo>
                    <a:pt x="10420" y="2185"/>
                    <a:pt x="12826" y="4560"/>
                    <a:pt x="12826" y="7506"/>
                  </a:cubicBezTo>
                  <a:cubicBezTo>
                    <a:pt x="12826" y="10419"/>
                    <a:pt x="10420" y="12794"/>
                    <a:pt x="7506" y="12794"/>
                  </a:cubicBezTo>
                  <a:cubicBezTo>
                    <a:pt x="4561" y="12794"/>
                    <a:pt x="2186" y="10419"/>
                    <a:pt x="2186" y="7506"/>
                  </a:cubicBezTo>
                  <a:cubicBezTo>
                    <a:pt x="2186" y="4560"/>
                    <a:pt x="4561" y="2185"/>
                    <a:pt x="7506" y="2185"/>
                  </a:cubicBezTo>
                  <a:close/>
                  <a:moveTo>
                    <a:pt x="7506" y="0"/>
                  </a:moveTo>
                  <a:cubicBezTo>
                    <a:pt x="3357" y="0"/>
                    <a:pt x="1" y="3357"/>
                    <a:pt x="1" y="7474"/>
                  </a:cubicBezTo>
                  <a:cubicBezTo>
                    <a:pt x="1" y="11623"/>
                    <a:pt x="3357" y="14980"/>
                    <a:pt x="7506" y="14980"/>
                  </a:cubicBezTo>
                  <a:cubicBezTo>
                    <a:pt x="11623" y="14980"/>
                    <a:pt x="14980" y="11623"/>
                    <a:pt x="14980" y="7474"/>
                  </a:cubicBezTo>
                  <a:cubicBezTo>
                    <a:pt x="14980" y="3357"/>
                    <a:pt x="11623" y="0"/>
                    <a:pt x="75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4264050" y="3195925"/>
              <a:ext cx="344425" cy="232000"/>
            </a:xfrm>
            <a:custGeom>
              <a:rect b="b" l="l" r="r" t="t"/>
              <a:pathLst>
                <a:path extrusionOk="0" h="9280" w="13777">
                  <a:moveTo>
                    <a:pt x="1077" y="1"/>
                  </a:moveTo>
                  <a:lnTo>
                    <a:pt x="0" y="1869"/>
                  </a:lnTo>
                  <a:lnTo>
                    <a:pt x="12700" y="9280"/>
                  </a:lnTo>
                  <a:lnTo>
                    <a:pt x="13776" y="7411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4263250" y="2574425"/>
              <a:ext cx="749800" cy="292975"/>
            </a:xfrm>
            <a:custGeom>
              <a:rect b="b" l="l" r="r" t="t"/>
              <a:pathLst>
                <a:path extrusionOk="0" h="11719" w="29992">
                  <a:moveTo>
                    <a:pt x="29294" y="1"/>
                  </a:moveTo>
                  <a:lnTo>
                    <a:pt x="1" y="9692"/>
                  </a:lnTo>
                  <a:lnTo>
                    <a:pt x="666" y="11718"/>
                  </a:lnTo>
                  <a:lnTo>
                    <a:pt x="29991" y="2028"/>
                  </a:lnTo>
                  <a:lnTo>
                    <a:pt x="2929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2652075" y="2671025"/>
              <a:ext cx="598575" cy="227250"/>
            </a:xfrm>
            <a:custGeom>
              <a:rect b="b" l="l" r="r" t="t"/>
              <a:pathLst>
                <a:path extrusionOk="0" h="9090" w="23943">
                  <a:moveTo>
                    <a:pt x="603" y="0"/>
                  </a:moveTo>
                  <a:lnTo>
                    <a:pt x="1" y="2091"/>
                  </a:lnTo>
                  <a:lnTo>
                    <a:pt x="23309" y="9089"/>
                  </a:lnTo>
                  <a:lnTo>
                    <a:pt x="23943" y="6999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2920475" y="3168225"/>
              <a:ext cx="183725" cy="183700"/>
            </a:xfrm>
            <a:custGeom>
              <a:rect b="b" l="l" r="r" t="t"/>
              <a:pathLst>
                <a:path extrusionOk="0" h="7348" w="7349">
                  <a:moveTo>
                    <a:pt x="3674" y="2154"/>
                  </a:moveTo>
                  <a:cubicBezTo>
                    <a:pt x="4498" y="2154"/>
                    <a:pt x="5195" y="2851"/>
                    <a:pt x="5195" y="3674"/>
                  </a:cubicBezTo>
                  <a:cubicBezTo>
                    <a:pt x="5195" y="4498"/>
                    <a:pt x="4498" y="5194"/>
                    <a:pt x="3674" y="5194"/>
                  </a:cubicBezTo>
                  <a:cubicBezTo>
                    <a:pt x="2851" y="5194"/>
                    <a:pt x="2154" y="4498"/>
                    <a:pt x="2154" y="3674"/>
                  </a:cubicBezTo>
                  <a:cubicBezTo>
                    <a:pt x="2154" y="2851"/>
                    <a:pt x="2851" y="2154"/>
                    <a:pt x="3674" y="2154"/>
                  </a:cubicBezTo>
                  <a:close/>
                  <a:moveTo>
                    <a:pt x="3674" y="1"/>
                  </a:moveTo>
                  <a:cubicBezTo>
                    <a:pt x="1648" y="1"/>
                    <a:pt x="1" y="1647"/>
                    <a:pt x="1" y="3674"/>
                  </a:cubicBezTo>
                  <a:cubicBezTo>
                    <a:pt x="1" y="5701"/>
                    <a:pt x="1648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1"/>
                    <a:pt x="367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6"/>
            <p:cNvSpPr/>
            <p:nvPr/>
          </p:nvSpPr>
          <p:spPr>
            <a:xfrm>
              <a:off x="3062200" y="3162675"/>
              <a:ext cx="186075" cy="91075"/>
            </a:xfrm>
            <a:custGeom>
              <a:rect b="b" l="l" r="r" t="t"/>
              <a:pathLst>
                <a:path extrusionOk="0" h="3643" w="7443">
                  <a:moveTo>
                    <a:pt x="6999" y="1"/>
                  </a:moveTo>
                  <a:lnTo>
                    <a:pt x="1" y="1521"/>
                  </a:lnTo>
                  <a:lnTo>
                    <a:pt x="476" y="3643"/>
                  </a:lnTo>
                  <a:lnTo>
                    <a:pt x="7443" y="2123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6"/>
            <p:cNvSpPr/>
            <p:nvPr/>
          </p:nvSpPr>
          <p:spPr>
            <a:xfrm>
              <a:off x="2917325" y="3359025"/>
              <a:ext cx="447350" cy="280300"/>
            </a:xfrm>
            <a:custGeom>
              <a:rect b="b" l="l" r="r" t="t"/>
              <a:pathLst>
                <a:path extrusionOk="0" h="11212" w="17894">
                  <a:moveTo>
                    <a:pt x="16848" y="1"/>
                  </a:moveTo>
                  <a:lnTo>
                    <a:pt x="0" y="9311"/>
                  </a:lnTo>
                  <a:lnTo>
                    <a:pt x="1045" y="11212"/>
                  </a:lnTo>
                  <a:lnTo>
                    <a:pt x="17893" y="1901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016225" y="3644850"/>
              <a:ext cx="184500" cy="183700"/>
            </a:xfrm>
            <a:custGeom>
              <a:rect b="b" l="l" r="r" t="t"/>
              <a:pathLst>
                <a:path extrusionOk="0" h="7348" w="7380">
                  <a:moveTo>
                    <a:pt x="3706" y="2154"/>
                  </a:moveTo>
                  <a:cubicBezTo>
                    <a:pt x="4529" y="2154"/>
                    <a:pt x="5195" y="2850"/>
                    <a:pt x="5195" y="3674"/>
                  </a:cubicBezTo>
                  <a:cubicBezTo>
                    <a:pt x="5195" y="4497"/>
                    <a:pt x="4529" y="5194"/>
                    <a:pt x="3706" y="5194"/>
                  </a:cubicBezTo>
                  <a:cubicBezTo>
                    <a:pt x="2851" y="5194"/>
                    <a:pt x="2186" y="4497"/>
                    <a:pt x="2186" y="3674"/>
                  </a:cubicBezTo>
                  <a:cubicBezTo>
                    <a:pt x="2186" y="2850"/>
                    <a:pt x="2851" y="2154"/>
                    <a:pt x="3706" y="2154"/>
                  </a:cubicBezTo>
                  <a:close/>
                  <a:moveTo>
                    <a:pt x="3706" y="0"/>
                  </a:moveTo>
                  <a:cubicBezTo>
                    <a:pt x="1648" y="0"/>
                    <a:pt x="1" y="1647"/>
                    <a:pt x="1" y="3674"/>
                  </a:cubicBezTo>
                  <a:cubicBezTo>
                    <a:pt x="1" y="5701"/>
                    <a:pt x="1648" y="7347"/>
                    <a:pt x="3706" y="7347"/>
                  </a:cubicBezTo>
                  <a:cubicBezTo>
                    <a:pt x="5733" y="7347"/>
                    <a:pt x="7380" y="5701"/>
                    <a:pt x="7380" y="3674"/>
                  </a:cubicBezTo>
                  <a:cubicBezTo>
                    <a:pt x="7380" y="1647"/>
                    <a:pt x="5733" y="0"/>
                    <a:pt x="37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3987725" y="3503925"/>
              <a:ext cx="121175" cy="178950"/>
            </a:xfrm>
            <a:custGeom>
              <a:rect b="b" l="l" r="r" t="t"/>
              <a:pathLst>
                <a:path extrusionOk="0" h="7158" w="4847">
                  <a:moveTo>
                    <a:pt x="1964" y="0"/>
                  </a:moveTo>
                  <a:lnTo>
                    <a:pt x="1" y="919"/>
                  </a:lnTo>
                  <a:lnTo>
                    <a:pt x="2883" y="7157"/>
                  </a:lnTo>
                  <a:lnTo>
                    <a:pt x="4846" y="6239"/>
                  </a:lnTo>
                  <a:lnTo>
                    <a:pt x="196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3312375" y="2224300"/>
              <a:ext cx="191625" cy="184175"/>
            </a:xfrm>
            <a:custGeom>
              <a:rect b="b" l="l" r="r" t="t"/>
              <a:pathLst>
                <a:path extrusionOk="0" h="7367" w="7665">
                  <a:moveTo>
                    <a:pt x="3825" y="2189"/>
                  </a:moveTo>
                  <a:cubicBezTo>
                    <a:pt x="4599" y="2189"/>
                    <a:pt x="5261" y="2773"/>
                    <a:pt x="5321" y="3587"/>
                  </a:cubicBezTo>
                  <a:cubicBezTo>
                    <a:pt x="5385" y="4410"/>
                    <a:pt x="4783" y="5139"/>
                    <a:pt x="3928" y="5202"/>
                  </a:cubicBezTo>
                  <a:cubicBezTo>
                    <a:pt x="3890" y="5205"/>
                    <a:pt x="3852" y="5206"/>
                    <a:pt x="3814" y="5206"/>
                  </a:cubicBezTo>
                  <a:cubicBezTo>
                    <a:pt x="3039" y="5206"/>
                    <a:pt x="2373" y="4594"/>
                    <a:pt x="2313" y="3808"/>
                  </a:cubicBezTo>
                  <a:cubicBezTo>
                    <a:pt x="2250" y="2985"/>
                    <a:pt x="2883" y="2257"/>
                    <a:pt x="3706" y="2193"/>
                  </a:cubicBezTo>
                  <a:cubicBezTo>
                    <a:pt x="3746" y="2190"/>
                    <a:pt x="3786" y="2189"/>
                    <a:pt x="3825" y="2189"/>
                  </a:cubicBezTo>
                  <a:close/>
                  <a:moveTo>
                    <a:pt x="3784" y="1"/>
                  </a:moveTo>
                  <a:cubicBezTo>
                    <a:pt x="3706" y="1"/>
                    <a:pt x="3627" y="3"/>
                    <a:pt x="3548" y="8"/>
                  </a:cubicBezTo>
                  <a:cubicBezTo>
                    <a:pt x="1521" y="167"/>
                    <a:pt x="1" y="1940"/>
                    <a:pt x="159" y="3967"/>
                  </a:cubicBezTo>
                  <a:cubicBezTo>
                    <a:pt x="310" y="5896"/>
                    <a:pt x="1896" y="7367"/>
                    <a:pt x="3797" y="7367"/>
                  </a:cubicBezTo>
                  <a:cubicBezTo>
                    <a:pt x="3892" y="7367"/>
                    <a:pt x="3989" y="7363"/>
                    <a:pt x="4086" y="7355"/>
                  </a:cubicBezTo>
                  <a:cubicBezTo>
                    <a:pt x="6113" y="7229"/>
                    <a:pt x="7665" y="5455"/>
                    <a:pt x="7507" y="3428"/>
                  </a:cubicBezTo>
                  <a:cubicBezTo>
                    <a:pt x="7354" y="1481"/>
                    <a:pt x="5711" y="1"/>
                    <a:pt x="3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3412925" y="2366200"/>
              <a:ext cx="131475" cy="177375"/>
            </a:xfrm>
            <a:custGeom>
              <a:rect b="b" l="l" r="r" t="t"/>
              <a:pathLst>
                <a:path extrusionOk="0" h="7095" w="5259">
                  <a:moveTo>
                    <a:pt x="1901" y="1"/>
                  </a:moveTo>
                  <a:lnTo>
                    <a:pt x="1" y="1078"/>
                  </a:lnTo>
                  <a:lnTo>
                    <a:pt x="3358" y="7095"/>
                  </a:lnTo>
                  <a:lnTo>
                    <a:pt x="5258" y="6018"/>
                  </a:lnTo>
                  <a:lnTo>
                    <a:pt x="190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6"/>
            <p:cNvSpPr/>
            <p:nvPr/>
          </p:nvSpPr>
          <p:spPr>
            <a:xfrm>
              <a:off x="4122325" y="2059275"/>
              <a:ext cx="209825" cy="184225"/>
            </a:xfrm>
            <a:custGeom>
              <a:rect b="b" l="l" r="r" t="t"/>
              <a:pathLst>
                <a:path extrusionOk="0" h="7369" w="8393">
                  <a:moveTo>
                    <a:pt x="4183" y="2167"/>
                  </a:moveTo>
                  <a:cubicBezTo>
                    <a:pt x="4666" y="2167"/>
                    <a:pt x="5150" y="2404"/>
                    <a:pt x="5448" y="2841"/>
                  </a:cubicBezTo>
                  <a:cubicBezTo>
                    <a:pt x="5923" y="3537"/>
                    <a:pt x="5733" y="4487"/>
                    <a:pt x="5036" y="4962"/>
                  </a:cubicBezTo>
                  <a:cubicBezTo>
                    <a:pt x="4780" y="5125"/>
                    <a:pt x="4491" y="5202"/>
                    <a:pt x="4204" y="5202"/>
                  </a:cubicBezTo>
                  <a:cubicBezTo>
                    <a:pt x="3710" y="5202"/>
                    <a:pt x="3226" y="4972"/>
                    <a:pt x="2946" y="4551"/>
                  </a:cubicBezTo>
                  <a:cubicBezTo>
                    <a:pt x="2471" y="3854"/>
                    <a:pt x="2661" y="2904"/>
                    <a:pt x="3357" y="2429"/>
                  </a:cubicBezTo>
                  <a:cubicBezTo>
                    <a:pt x="3606" y="2251"/>
                    <a:pt x="3894" y="2167"/>
                    <a:pt x="4183" y="2167"/>
                  </a:cubicBezTo>
                  <a:close/>
                  <a:moveTo>
                    <a:pt x="4170" y="1"/>
                  </a:moveTo>
                  <a:cubicBezTo>
                    <a:pt x="3467" y="1"/>
                    <a:pt x="2756" y="201"/>
                    <a:pt x="2122" y="624"/>
                  </a:cubicBezTo>
                  <a:cubicBezTo>
                    <a:pt x="444" y="1764"/>
                    <a:pt x="0" y="4076"/>
                    <a:pt x="1141" y="5754"/>
                  </a:cubicBezTo>
                  <a:cubicBezTo>
                    <a:pt x="1853" y="6802"/>
                    <a:pt x="3009" y="7369"/>
                    <a:pt x="4186" y="7369"/>
                  </a:cubicBezTo>
                  <a:cubicBezTo>
                    <a:pt x="4894" y="7369"/>
                    <a:pt x="5609" y="7164"/>
                    <a:pt x="6239" y="6736"/>
                  </a:cubicBezTo>
                  <a:cubicBezTo>
                    <a:pt x="7949" y="5627"/>
                    <a:pt x="8393" y="3316"/>
                    <a:pt x="7253" y="1637"/>
                  </a:cubicBezTo>
                  <a:cubicBezTo>
                    <a:pt x="6535" y="581"/>
                    <a:pt x="5365" y="1"/>
                    <a:pt x="41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6"/>
            <p:cNvSpPr/>
            <p:nvPr/>
          </p:nvSpPr>
          <p:spPr>
            <a:xfrm>
              <a:off x="3978225" y="2193625"/>
              <a:ext cx="231225" cy="346000"/>
            </a:xfrm>
            <a:custGeom>
              <a:rect b="b" l="l" r="r" t="t"/>
              <a:pathLst>
                <a:path extrusionOk="0" h="13840" w="9249">
                  <a:moveTo>
                    <a:pt x="7411" y="0"/>
                  </a:moveTo>
                  <a:lnTo>
                    <a:pt x="1" y="12731"/>
                  </a:lnTo>
                  <a:lnTo>
                    <a:pt x="1869" y="13839"/>
                  </a:lnTo>
                  <a:lnTo>
                    <a:pt x="9248" y="1140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6"/>
            <p:cNvSpPr/>
            <p:nvPr/>
          </p:nvSpPr>
          <p:spPr>
            <a:xfrm>
              <a:off x="3189675" y="2450925"/>
              <a:ext cx="1152775" cy="1152775"/>
            </a:xfrm>
            <a:custGeom>
              <a:rect b="b" l="l" r="r" t="t"/>
              <a:pathLst>
                <a:path extrusionOk="0" h="46111" w="46111">
                  <a:moveTo>
                    <a:pt x="23055" y="2439"/>
                  </a:moveTo>
                  <a:cubicBezTo>
                    <a:pt x="27616" y="2439"/>
                    <a:pt x="31828" y="3927"/>
                    <a:pt x="35248" y="6461"/>
                  </a:cubicBezTo>
                  <a:cubicBezTo>
                    <a:pt x="39428" y="9501"/>
                    <a:pt x="42405" y="14093"/>
                    <a:pt x="43355" y="19382"/>
                  </a:cubicBezTo>
                  <a:cubicBezTo>
                    <a:pt x="43577" y="20585"/>
                    <a:pt x="43672" y="21820"/>
                    <a:pt x="43672" y="23055"/>
                  </a:cubicBezTo>
                  <a:cubicBezTo>
                    <a:pt x="43672" y="34425"/>
                    <a:pt x="34425" y="43672"/>
                    <a:pt x="23055" y="43672"/>
                  </a:cubicBezTo>
                  <a:cubicBezTo>
                    <a:pt x="11686" y="43672"/>
                    <a:pt x="2439" y="34425"/>
                    <a:pt x="2439" y="23055"/>
                  </a:cubicBezTo>
                  <a:cubicBezTo>
                    <a:pt x="2439" y="18970"/>
                    <a:pt x="3642" y="15170"/>
                    <a:pt x="5701" y="11971"/>
                  </a:cubicBezTo>
                  <a:cubicBezTo>
                    <a:pt x="7158" y="9660"/>
                    <a:pt x="9089" y="7696"/>
                    <a:pt x="11338" y="6113"/>
                  </a:cubicBezTo>
                  <a:cubicBezTo>
                    <a:pt x="14663" y="3801"/>
                    <a:pt x="18717" y="2439"/>
                    <a:pt x="23055" y="2439"/>
                  </a:cubicBezTo>
                  <a:close/>
                  <a:moveTo>
                    <a:pt x="23055" y="1"/>
                  </a:moveTo>
                  <a:cubicBezTo>
                    <a:pt x="18115" y="1"/>
                    <a:pt x="13523" y="1584"/>
                    <a:pt x="9754" y="4244"/>
                  </a:cubicBezTo>
                  <a:cubicBezTo>
                    <a:pt x="7316" y="5986"/>
                    <a:pt x="5194" y="8203"/>
                    <a:pt x="3579" y="10736"/>
                  </a:cubicBezTo>
                  <a:cubicBezTo>
                    <a:pt x="1330" y="14315"/>
                    <a:pt x="0" y="18527"/>
                    <a:pt x="0" y="23055"/>
                  </a:cubicBezTo>
                  <a:cubicBezTo>
                    <a:pt x="0" y="35786"/>
                    <a:pt x="10356" y="46110"/>
                    <a:pt x="23055" y="46110"/>
                  </a:cubicBezTo>
                  <a:cubicBezTo>
                    <a:pt x="35786" y="46110"/>
                    <a:pt x="46110" y="35786"/>
                    <a:pt x="46110" y="23055"/>
                  </a:cubicBezTo>
                  <a:cubicBezTo>
                    <a:pt x="46110" y="21757"/>
                    <a:pt x="46015" y="20459"/>
                    <a:pt x="45794" y="19192"/>
                  </a:cubicBezTo>
                  <a:cubicBezTo>
                    <a:pt x="44780" y="13111"/>
                    <a:pt x="41360" y="7854"/>
                    <a:pt x="36546" y="4371"/>
                  </a:cubicBezTo>
                  <a:cubicBezTo>
                    <a:pt x="32746" y="1616"/>
                    <a:pt x="28091" y="1"/>
                    <a:pt x="230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6"/>
            <p:cNvSpPr/>
            <p:nvPr/>
          </p:nvSpPr>
          <p:spPr>
            <a:xfrm>
              <a:off x="2696425" y="3599725"/>
              <a:ext cx="187675" cy="187650"/>
            </a:xfrm>
            <a:custGeom>
              <a:rect b="b" l="l" r="r" t="t"/>
              <a:pathLst>
                <a:path extrusionOk="0" h="7506" w="7507">
                  <a:moveTo>
                    <a:pt x="3769" y="2280"/>
                  </a:moveTo>
                  <a:cubicBezTo>
                    <a:pt x="4624" y="2280"/>
                    <a:pt x="5321" y="3009"/>
                    <a:pt x="5321" y="3864"/>
                  </a:cubicBezTo>
                  <a:cubicBezTo>
                    <a:pt x="5321" y="4719"/>
                    <a:pt x="4624" y="5415"/>
                    <a:pt x="3769" y="5415"/>
                  </a:cubicBezTo>
                  <a:lnTo>
                    <a:pt x="3737" y="5415"/>
                  </a:lnTo>
                  <a:cubicBezTo>
                    <a:pt x="2882" y="5415"/>
                    <a:pt x="2186" y="4687"/>
                    <a:pt x="2186" y="3864"/>
                  </a:cubicBezTo>
                  <a:cubicBezTo>
                    <a:pt x="2186" y="3009"/>
                    <a:pt x="2882" y="2312"/>
                    <a:pt x="3737" y="2280"/>
                  </a:cubicBezTo>
                  <a:close/>
                  <a:moveTo>
                    <a:pt x="3009" y="0"/>
                  </a:moveTo>
                  <a:cubicBezTo>
                    <a:pt x="2914" y="0"/>
                    <a:pt x="2819" y="63"/>
                    <a:pt x="2787" y="158"/>
                  </a:cubicBezTo>
                  <a:lnTo>
                    <a:pt x="2597" y="982"/>
                  </a:lnTo>
                  <a:lnTo>
                    <a:pt x="1901" y="538"/>
                  </a:lnTo>
                  <a:cubicBezTo>
                    <a:pt x="1864" y="514"/>
                    <a:pt x="1828" y="504"/>
                    <a:pt x="1792" y="504"/>
                  </a:cubicBezTo>
                  <a:cubicBezTo>
                    <a:pt x="1733" y="504"/>
                    <a:pt x="1674" y="531"/>
                    <a:pt x="1616" y="570"/>
                  </a:cubicBezTo>
                  <a:lnTo>
                    <a:pt x="571" y="1615"/>
                  </a:lnTo>
                  <a:cubicBezTo>
                    <a:pt x="507" y="1710"/>
                    <a:pt x="475" y="1805"/>
                    <a:pt x="539" y="1900"/>
                  </a:cubicBezTo>
                  <a:lnTo>
                    <a:pt x="982" y="2597"/>
                  </a:lnTo>
                  <a:lnTo>
                    <a:pt x="159" y="2787"/>
                  </a:lnTo>
                  <a:cubicBezTo>
                    <a:pt x="64" y="2819"/>
                    <a:pt x="0" y="2914"/>
                    <a:pt x="0" y="3009"/>
                  </a:cubicBezTo>
                  <a:lnTo>
                    <a:pt x="0" y="4497"/>
                  </a:lnTo>
                  <a:cubicBezTo>
                    <a:pt x="0" y="4592"/>
                    <a:pt x="64" y="4687"/>
                    <a:pt x="159" y="4719"/>
                  </a:cubicBezTo>
                  <a:lnTo>
                    <a:pt x="982" y="4909"/>
                  </a:lnTo>
                  <a:lnTo>
                    <a:pt x="539" y="5605"/>
                  </a:lnTo>
                  <a:cubicBezTo>
                    <a:pt x="475" y="5700"/>
                    <a:pt x="507" y="5795"/>
                    <a:pt x="571" y="5891"/>
                  </a:cubicBezTo>
                  <a:lnTo>
                    <a:pt x="1616" y="6936"/>
                  </a:lnTo>
                  <a:cubicBezTo>
                    <a:pt x="1674" y="6975"/>
                    <a:pt x="1733" y="7002"/>
                    <a:pt x="1792" y="7002"/>
                  </a:cubicBezTo>
                  <a:cubicBezTo>
                    <a:pt x="1828" y="7002"/>
                    <a:pt x="1864" y="6991"/>
                    <a:pt x="1901" y="6967"/>
                  </a:cubicBezTo>
                  <a:lnTo>
                    <a:pt x="2597" y="6524"/>
                  </a:lnTo>
                  <a:lnTo>
                    <a:pt x="2787" y="7316"/>
                  </a:lnTo>
                  <a:cubicBezTo>
                    <a:pt x="2819" y="7442"/>
                    <a:pt x="2914" y="7506"/>
                    <a:pt x="3009" y="7506"/>
                  </a:cubicBezTo>
                  <a:lnTo>
                    <a:pt x="4497" y="7506"/>
                  </a:lnTo>
                  <a:cubicBezTo>
                    <a:pt x="4592" y="7506"/>
                    <a:pt x="4687" y="7442"/>
                    <a:pt x="4719" y="7316"/>
                  </a:cubicBezTo>
                  <a:lnTo>
                    <a:pt x="4909" y="6524"/>
                  </a:lnTo>
                  <a:lnTo>
                    <a:pt x="5606" y="6967"/>
                  </a:lnTo>
                  <a:cubicBezTo>
                    <a:pt x="5642" y="6991"/>
                    <a:pt x="5683" y="7002"/>
                    <a:pt x="5723" y="7002"/>
                  </a:cubicBezTo>
                  <a:cubicBezTo>
                    <a:pt x="5788" y="7002"/>
                    <a:pt x="5852" y="6975"/>
                    <a:pt x="5891" y="6936"/>
                  </a:cubicBezTo>
                  <a:lnTo>
                    <a:pt x="6936" y="5891"/>
                  </a:lnTo>
                  <a:cubicBezTo>
                    <a:pt x="6999" y="5795"/>
                    <a:pt x="7031" y="5669"/>
                    <a:pt x="6968" y="5605"/>
                  </a:cubicBezTo>
                  <a:lnTo>
                    <a:pt x="6524" y="4909"/>
                  </a:lnTo>
                  <a:lnTo>
                    <a:pt x="7316" y="4719"/>
                  </a:lnTo>
                  <a:cubicBezTo>
                    <a:pt x="7443" y="4687"/>
                    <a:pt x="7506" y="4592"/>
                    <a:pt x="7506" y="4497"/>
                  </a:cubicBezTo>
                  <a:lnTo>
                    <a:pt x="7506" y="3009"/>
                  </a:lnTo>
                  <a:cubicBezTo>
                    <a:pt x="7506" y="2914"/>
                    <a:pt x="7443" y="2819"/>
                    <a:pt x="7348" y="2787"/>
                  </a:cubicBezTo>
                  <a:lnTo>
                    <a:pt x="6524" y="2597"/>
                  </a:lnTo>
                  <a:lnTo>
                    <a:pt x="6968" y="1900"/>
                  </a:lnTo>
                  <a:cubicBezTo>
                    <a:pt x="7031" y="1805"/>
                    <a:pt x="6999" y="1710"/>
                    <a:pt x="6936" y="1615"/>
                  </a:cubicBezTo>
                  <a:lnTo>
                    <a:pt x="5891" y="570"/>
                  </a:lnTo>
                  <a:cubicBezTo>
                    <a:pt x="5832" y="531"/>
                    <a:pt x="5773" y="504"/>
                    <a:pt x="5715" y="504"/>
                  </a:cubicBezTo>
                  <a:cubicBezTo>
                    <a:pt x="5678" y="504"/>
                    <a:pt x="5642" y="514"/>
                    <a:pt x="5606" y="538"/>
                  </a:cubicBezTo>
                  <a:lnTo>
                    <a:pt x="4909" y="982"/>
                  </a:lnTo>
                  <a:lnTo>
                    <a:pt x="4719" y="158"/>
                  </a:lnTo>
                  <a:cubicBezTo>
                    <a:pt x="4687" y="63"/>
                    <a:pt x="4592" y="0"/>
                    <a:pt x="44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6"/>
            <p:cNvSpPr/>
            <p:nvPr/>
          </p:nvSpPr>
          <p:spPr>
            <a:xfrm>
              <a:off x="5064475" y="2405000"/>
              <a:ext cx="264475" cy="236750"/>
            </a:xfrm>
            <a:custGeom>
              <a:rect b="b" l="l" r="r" t="t"/>
              <a:pathLst>
                <a:path extrusionOk="0" h="9470" w="10579">
                  <a:moveTo>
                    <a:pt x="3294" y="3959"/>
                  </a:moveTo>
                  <a:cubicBezTo>
                    <a:pt x="3643" y="3959"/>
                    <a:pt x="3928" y="4244"/>
                    <a:pt x="3928" y="4593"/>
                  </a:cubicBezTo>
                  <a:cubicBezTo>
                    <a:pt x="3928" y="4941"/>
                    <a:pt x="3643" y="5226"/>
                    <a:pt x="3294" y="5226"/>
                  </a:cubicBezTo>
                  <a:cubicBezTo>
                    <a:pt x="2946" y="5226"/>
                    <a:pt x="2661" y="4941"/>
                    <a:pt x="2661" y="4593"/>
                  </a:cubicBezTo>
                  <a:cubicBezTo>
                    <a:pt x="2661" y="4244"/>
                    <a:pt x="2946" y="3959"/>
                    <a:pt x="3294" y="3959"/>
                  </a:cubicBezTo>
                  <a:close/>
                  <a:moveTo>
                    <a:pt x="5289" y="3959"/>
                  </a:moveTo>
                  <a:cubicBezTo>
                    <a:pt x="5638" y="3959"/>
                    <a:pt x="5923" y="4244"/>
                    <a:pt x="5923" y="4593"/>
                  </a:cubicBezTo>
                  <a:cubicBezTo>
                    <a:pt x="5923" y="4941"/>
                    <a:pt x="5638" y="5226"/>
                    <a:pt x="5289" y="5226"/>
                  </a:cubicBezTo>
                  <a:cubicBezTo>
                    <a:pt x="4941" y="5226"/>
                    <a:pt x="4656" y="4941"/>
                    <a:pt x="4656" y="4593"/>
                  </a:cubicBezTo>
                  <a:cubicBezTo>
                    <a:pt x="4656" y="4244"/>
                    <a:pt x="4941" y="3959"/>
                    <a:pt x="5289" y="3959"/>
                  </a:cubicBezTo>
                  <a:close/>
                  <a:moveTo>
                    <a:pt x="7221" y="3959"/>
                  </a:moveTo>
                  <a:cubicBezTo>
                    <a:pt x="7570" y="3959"/>
                    <a:pt x="7855" y="4244"/>
                    <a:pt x="7855" y="4593"/>
                  </a:cubicBezTo>
                  <a:cubicBezTo>
                    <a:pt x="7855" y="4941"/>
                    <a:pt x="7570" y="5226"/>
                    <a:pt x="7221" y="5226"/>
                  </a:cubicBezTo>
                  <a:cubicBezTo>
                    <a:pt x="6873" y="5226"/>
                    <a:pt x="6588" y="4941"/>
                    <a:pt x="6588" y="4593"/>
                  </a:cubicBezTo>
                  <a:cubicBezTo>
                    <a:pt x="6588" y="4244"/>
                    <a:pt x="6873" y="3959"/>
                    <a:pt x="7221" y="3959"/>
                  </a:cubicBezTo>
                  <a:close/>
                  <a:moveTo>
                    <a:pt x="5289" y="1"/>
                  </a:moveTo>
                  <a:cubicBezTo>
                    <a:pt x="2376" y="1"/>
                    <a:pt x="1" y="1869"/>
                    <a:pt x="1" y="4181"/>
                  </a:cubicBezTo>
                  <a:cubicBezTo>
                    <a:pt x="1" y="6461"/>
                    <a:pt x="2376" y="8330"/>
                    <a:pt x="5289" y="8330"/>
                  </a:cubicBezTo>
                  <a:cubicBezTo>
                    <a:pt x="5448" y="8330"/>
                    <a:pt x="5606" y="8330"/>
                    <a:pt x="5764" y="8298"/>
                  </a:cubicBezTo>
                  <a:lnTo>
                    <a:pt x="6176" y="9311"/>
                  </a:lnTo>
                  <a:cubicBezTo>
                    <a:pt x="6208" y="9406"/>
                    <a:pt x="6271" y="9438"/>
                    <a:pt x="6366" y="9470"/>
                  </a:cubicBezTo>
                  <a:lnTo>
                    <a:pt x="6398" y="9470"/>
                  </a:lnTo>
                  <a:cubicBezTo>
                    <a:pt x="6461" y="9470"/>
                    <a:pt x="6524" y="9438"/>
                    <a:pt x="6588" y="9375"/>
                  </a:cubicBezTo>
                  <a:lnTo>
                    <a:pt x="8076" y="7696"/>
                  </a:lnTo>
                  <a:cubicBezTo>
                    <a:pt x="9660" y="6936"/>
                    <a:pt x="10578" y="5606"/>
                    <a:pt x="10578" y="4181"/>
                  </a:cubicBezTo>
                  <a:cubicBezTo>
                    <a:pt x="10578" y="1869"/>
                    <a:pt x="8203" y="1"/>
                    <a:pt x="528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6"/>
            <p:cNvSpPr/>
            <p:nvPr/>
          </p:nvSpPr>
          <p:spPr>
            <a:xfrm>
              <a:off x="3534075" y="2825575"/>
              <a:ext cx="495650" cy="505100"/>
            </a:xfrm>
            <a:custGeom>
              <a:rect b="b" l="l" r="r" t="t"/>
              <a:pathLst>
                <a:path extrusionOk="0" h="20204" w="19826">
                  <a:moveTo>
                    <a:pt x="3734" y="1"/>
                  </a:moveTo>
                  <a:cubicBezTo>
                    <a:pt x="3586" y="1"/>
                    <a:pt x="3429" y="28"/>
                    <a:pt x="3262" y="89"/>
                  </a:cubicBezTo>
                  <a:cubicBezTo>
                    <a:pt x="1710" y="691"/>
                    <a:pt x="2566" y="2717"/>
                    <a:pt x="2566" y="2717"/>
                  </a:cubicBezTo>
                  <a:lnTo>
                    <a:pt x="6112" y="12123"/>
                  </a:lnTo>
                  <a:cubicBezTo>
                    <a:pt x="6162" y="12248"/>
                    <a:pt x="6075" y="12333"/>
                    <a:pt x="5989" y="12333"/>
                  </a:cubicBezTo>
                  <a:cubicBezTo>
                    <a:pt x="5966" y="12333"/>
                    <a:pt x="5943" y="12327"/>
                    <a:pt x="5922" y="12313"/>
                  </a:cubicBezTo>
                  <a:lnTo>
                    <a:pt x="4212" y="11300"/>
                  </a:lnTo>
                  <a:cubicBezTo>
                    <a:pt x="4212" y="11300"/>
                    <a:pt x="4212" y="11268"/>
                    <a:pt x="4181" y="11268"/>
                  </a:cubicBezTo>
                  <a:cubicBezTo>
                    <a:pt x="4089" y="11199"/>
                    <a:pt x="3134" y="10383"/>
                    <a:pt x="2181" y="10383"/>
                  </a:cubicBezTo>
                  <a:cubicBezTo>
                    <a:pt x="1818" y="10383"/>
                    <a:pt x="1455" y="10501"/>
                    <a:pt x="1140" y="10825"/>
                  </a:cubicBezTo>
                  <a:cubicBezTo>
                    <a:pt x="0" y="12028"/>
                    <a:pt x="1235" y="13327"/>
                    <a:pt x="1330" y="13422"/>
                  </a:cubicBezTo>
                  <a:cubicBezTo>
                    <a:pt x="1362" y="13422"/>
                    <a:pt x="1362" y="13422"/>
                    <a:pt x="1362" y="13453"/>
                  </a:cubicBezTo>
                  <a:lnTo>
                    <a:pt x="9786" y="19565"/>
                  </a:lnTo>
                  <a:cubicBezTo>
                    <a:pt x="9818" y="19597"/>
                    <a:pt x="9818" y="19597"/>
                    <a:pt x="9849" y="19629"/>
                  </a:cubicBezTo>
                  <a:lnTo>
                    <a:pt x="9976" y="19914"/>
                  </a:lnTo>
                  <a:cubicBezTo>
                    <a:pt x="10070" y="20102"/>
                    <a:pt x="10253" y="20203"/>
                    <a:pt x="10431" y="20203"/>
                  </a:cubicBezTo>
                  <a:cubicBezTo>
                    <a:pt x="10492" y="20203"/>
                    <a:pt x="10553" y="20191"/>
                    <a:pt x="10609" y="20167"/>
                  </a:cubicBezTo>
                  <a:lnTo>
                    <a:pt x="18115" y="17158"/>
                  </a:lnTo>
                  <a:cubicBezTo>
                    <a:pt x="18368" y="17032"/>
                    <a:pt x="18495" y="16778"/>
                    <a:pt x="18400" y="16525"/>
                  </a:cubicBezTo>
                  <a:lnTo>
                    <a:pt x="18305" y="16240"/>
                  </a:lnTo>
                  <a:cubicBezTo>
                    <a:pt x="18273" y="16177"/>
                    <a:pt x="18273" y="16113"/>
                    <a:pt x="18305" y="16082"/>
                  </a:cubicBezTo>
                  <a:cubicBezTo>
                    <a:pt x="19825" y="14118"/>
                    <a:pt x="18812" y="11490"/>
                    <a:pt x="18812" y="11490"/>
                  </a:cubicBezTo>
                  <a:lnTo>
                    <a:pt x="17292" y="7626"/>
                  </a:lnTo>
                  <a:cubicBezTo>
                    <a:pt x="17292" y="7626"/>
                    <a:pt x="17292" y="7626"/>
                    <a:pt x="17292" y="7594"/>
                  </a:cubicBezTo>
                  <a:cubicBezTo>
                    <a:pt x="17260" y="7468"/>
                    <a:pt x="16817" y="5631"/>
                    <a:pt x="15455" y="5631"/>
                  </a:cubicBezTo>
                  <a:cubicBezTo>
                    <a:pt x="14663" y="5631"/>
                    <a:pt x="14220" y="5979"/>
                    <a:pt x="13998" y="6296"/>
                  </a:cubicBezTo>
                  <a:cubicBezTo>
                    <a:pt x="13973" y="6333"/>
                    <a:pt x="13933" y="6351"/>
                    <a:pt x="13892" y="6351"/>
                  </a:cubicBezTo>
                  <a:cubicBezTo>
                    <a:pt x="13830" y="6351"/>
                    <a:pt x="13764" y="6309"/>
                    <a:pt x="13745" y="6233"/>
                  </a:cubicBezTo>
                  <a:cubicBezTo>
                    <a:pt x="13650" y="5853"/>
                    <a:pt x="13333" y="5346"/>
                    <a:pt x="12383" y="5251"/>
                  </a:cubicBezTo>
                  <a:cubicBezTo>
                    <a:pt x="12284" y="5239"/>
                    <a:pt x="12190" y="5234"/>
                    <a:pt x="12101" y="5234"/>
                  </a:cubicBezTo>
                  <a:cubicBezTo>
                    <a:pt x="11227" y="5234"/>
                    <a:pt x="10848" y="5764"/>
                    <a:pt x="10704" y="6138"/>
                  </a:cubicBezTo>
                  <a:cubicBezTo>
                    <a:pt x="10688" y="6206"/>
                    <a:pt x="10634" y="6237"/>
                    <a:pt x="10579" y="6237"/>
                  </a:cubicBezTo>
                  <a:cubicBezTo>
                    <a:pt x="10530" y="6237"/>
                    <a:pt x="10481" y="6213"/>
                    <a:pt x="10451" y="6169"/>
                  </a:cubicBezTo>
                  <a:cubicBezTo>
                    <a:pt x="10155" y="5551"/>
                    <a:pt x="9586" y="4865"/>
                    <a:pt x="8840" y="4865"/>
                  </a:cubicBezTo>
                  <a:cubicBezTo>
                    <a:pt x="8707" y="4865"/>
                    <a:pt x="8568" y="4886"/>
                    <a:pt x="8424" y="4934"/>
                  </a:cubicBezTo>
                  <a:cubicBezTo>
                    <a:pt x="7791" y="5124"/>
                    <a:pt x="7506" y="5536"/>
                    <a:pt x="7379" y="5853"/>
                  </a:cubicBezTo>
                  <a:cubicBezTo>
                    <a:pt x="7348" y="5916"/>
                    <a:pt x="7292" y="5948"/>
                    <a:pt x="7237" y="5948"/>
                  </a:cubicBezTo>
                  <a:cubicBezTo>
                    <a:pt x="7181" y="5948"/>
                    <a:pt x="7126" y="5916"/>
                    <a:pt x="7094" y="5853"/>
                  </a:cubicBezTo>
                  <a:lnTo>
                    <a:pt x="5574" y="1894"/>
                  </a:lnTo>
                  <a:cubicBezTo>
                    <a:pt x="5574" y="1894"/>
                    <a:pt x="4968" y="1"/>
                    <a:pt x="37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3784250" y="3264025"/>
              <a:ext cx="281100" cy="204375"/>
            </a:xfrm>
            <a:custGeom>
              <a:rect b="b" l="l" r="r" t="t"/>
              <a:pathLst>
                <a:path extrusionOk="0" h="8175" w="11244">
                  <a:moveTo>
                    <a:pt x="8904" y="1"/>
                  </a:moveTo>
                  <a:cubicBezTo>
                    <a:pt x="8840" y="1"/>
                    <a:pt x="8774" y="11"/>
                    <a:pt x="8710" y="32"/>
                  </a:cubicBezTo>
                  <a:lnTo>
                    <a:pt x="412" y="3389"/>
                  </a:lnTo>
                  <a:cubicBezTo>
                    <a:pt x="127" y="3484"/>
                    <a:pt x="1" y="3832"/>
                    <a:pt x="127" y="4117"/>
                  </a:cubicBezTo>
                  <a:lnTo>
                    <a:pt x="1838" y="7854"/>
                  </a:lnTo>
                  <a:cubicBezTo>
                    <a:pt x="1933" y="8068"/>
                    <a:pt x="2134" y="8175"/>
                    <a:pt x="2350" y="8175"/>
                  </a:cubicBezTo>
                  <a:cubicBezTo>
                    <a:pt x="2421" y="8175"/>
                    <a:pt x="2495" y="8163"/>
                    <a:pt x="2566" y="8139"/>
                  </a:cubicBezTo>
                  <a:lnTo>
                    <a:pt x="10800" y="4877"/>
                  </a:lnTo>
                  <a:cubicBezTo>
                    <a:pt x="11117" y="4782"/>
                    <a:pt x="11243" y="4434"/>
                    <a:pt x="11117" y="4149"/>
                  </a:cubicBezTo>
                  <a:lnTo>
                    <a:pt x="9406" y="317"/>
                  </a:lnTo>
                  <a:cubicBezTo>
                    <a:pt x="9333" y="121"/>
                    <a:pt x="9126" y="1"/>
                    <a:pt x="890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3522200" y="2642100"/>
              <a:ext cx="81575" cy="116825"/>
            </a:xfrm>
            <a:custGeom>
              <a:rect b="b" l="l" r="r" t="t"/>
              <a:pathLst>
                <a:path extrusionOk="0" h="4673" w="3263">
                  <a:moveTo>
                    <a:pt x="1142" y="0"/>
                  </a:moveTo>
                  <a:cubicBezTo>
                    <a:pt x="1015" y="0"/>
                    <a:pt x="886" y="26"/>
                    <a:pt x="760" y="81"/>
                  </a:cubicBezTo>
                  <a:cubicBezTo>
                    <a:pt x="254" y="271"/>
                    <a:pt x="0" y="841"/>
                    <a:pt x="190" y="1347"/>
                  </a:cubicBezTo>
                  <a:lnTo>
                    <a:pt x="1235" y="4039"/>
                  </a:lnTo>
                  <a:cubicBezTo>
                    <a:pt x="1394" y="4419"/>
                    <a:pt x="1742" y="4673"/>
                    <a:pt x="2154" y="4673"/>
                  </a:cubicBezTo>
                  <a:cubicBezTo>
                    <a:pt x="2280" y="4673"/>
                    <a:pt x="2375" y="4641"/>
                    <a:pt x="2502" y="4609"/>
                  </a:cubicBezTo>
                  <a:cubicBezTo>
                    <a:pt x="3009" y="4388"/>
                    <a:pt x="3262" y="3818"/>
                    <a:pt x="3072" y="3311"/>
                  </a:cubicBezTo>
                  <a:lnTo>
                    <a:pt x="2027" y="619"/>
                  </a:lnTo>
                  <a:cubicBezTo>
                    <a:pt x="1884" y="238"/>
                    <a:pt x="1526" y="0"/>
                    <a:pt x="11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3422425" y="2736975"/>
              <a:ext cx="122750" cy="78175"/>
            </a:xfrm>
            <a:custGeom>
              <a:rect b="b" l="l" r="r" t="t"/>
              <a:pathLst>
                <a:path extrusionOk="0" h="3127" w="4910">
                  <a:moveTo>
                    <a:pt x="1143" y="0"/>
                  </a:moveTo>
                  <a:cubicBezTo>
                    <a:pt x="757" y="0"/>
                    <a:pt x="386" y="219"/>
                    <a:pt x="223" y="593"/>
                  </a:cubicBezTo>
                  <a:cubicBezTo>
                    <a:pt x="1" y="1068"/>
                    <a:pt x="254" y="1669"/>
                    <a:pt x="729" y="1891"/>
                  </a:cubicBezTo>
                  <a:lnTo>
                    <a:pt x="3358" y="3063"/>
                  </a:lnTo>
                  <a:cubicBezTo>
                    <a:pt x="3485" y="3126"/>
                    <a:pt x="3643" y="3126"/>
                    <a:pt x="3770" y="3126"/>
                  </a:cubicBezTo>
                  <a:cubicBezTo>
                    <a:pt x="4150" y="3126"/>
                    <a:pt x="4498" y="2905"/>
                    <a:pt x="4688" y="2556"/>
                  </a:cubicBezTo>
                  <a:cubicBezTo>
                    <a:pt x="4910" y="2049"/>
                    <a:pt x="4656" y="1448"/>
                    <a:pt x="4181" y="1226"/>
                  </a:cubicBezTo>
                  <a:lnTo>
                    <a:pt x="1553" y="86"/>
                  </a:lnTo>
                  <a:cubicBezTo>
                    <a:pt x="1420" y="28"/>
                    <a:pt x="1280" y="0"/>
                    <a:pt x="11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3684500" y="2852550"/>
              <a:ext cx="122750" cy="78975"/>
            </a:xfrm>
            <a:custGeom>
              <a:rect b="b" l="l" r="r" t="t"/>
              <a:pathLst>
                <a:path extrusionOk="0" h="3159" w="4910">
                  <a:moveTo>
                    <a:pt x="1143" y="1"/>
                  </a:moveTo>
                  <a:cubicBezTo>
                    <a:pt x="756" y="1"/>
                    <a:pt x="386" y="220"/>
                    <a:pt x="222" y="593"/>
                  </a:cubicBezTo>
                  <a:cubicBezTo>
                    <a:pt x="0" y="1068"/>
                    <a:pt x="254" y="1670"/>
                    <a:pt x="729" y="1892"/>
                  </a:cubicBezTo>
                  <a:lnTo>
                    <a:pt x="3357" y="3064"/>
                  </a:lnTo>
                  <a:cubicBezTo>
                    <a:pt x="3484" y="3127"/>
                    <a:pt x="3642" y="3159"/>
                    <a:pt x="3769" y="3159"/>
                  </a:cubicBezTo>
                  <a:cubicBezTo>
                    <a:pt x="4149" y="3159"/>
                    <a:pt x="4497" y="2937"/>
                    <a:pt x="4687" y="2557"/>
                  </a:cubicBezTo>
                  <a:cubicBezTo>
                    <a:pt x="4909" y="2050"/>
                    <a:pt x="4656" y="1480"/>
                    <a:pt x="4181" y="1258"/>
                  </a:cubicBezTo>
                  <a:lnTo>
                    <a:pt x="1552" y="87"/>
                  </a:lnTo>
                  <a:cubicBezTo>
                    <a:pt x="1419" y="29"/>
                    <a:pt x="1280" y="1"/>
                    <a:pt x="11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6"/>
            <p:cNvSpPr/>
            <p:nvPr/>
          </p:nvSpPr>
          <p:spPr>
            <a:xfrm>
              <a:off x="3420050" y="2847950"/>
              <a:ext cx="122750" cy="75650"/>
            </a:xfrm>
            <a:custGeom>
              <a:rect b="b" l="l" r="r" t="t"/>
              <a:pathLst>
                <a:path extrusionOk="0" h="3026" w="4910">
                  <a:moveTo>
                    <a:pt x="3817" y="0"/>
                  </a:moveTo>
                  <a:cubicBezTo>
                    <a:pt x="3687" y="0"/>
                    <a:pt x="3553" y="26"/>
                    <a:pt x="3421" y="81"/>
                  </a:cubicBezTo>
                  <a:lnTo>
                    <a:pt x="761" y="1094"/>
                  </a:lnTo>
                  <a:cubicBezTo>
                    <a:pt x="254" y="1316"/>
                    <a:pt x="1" y="1886"/>
                    <a:pt x="191" y="2392"/>
                  </a:cubicBezTo>
                  <a:cubicBezTo>
                    <a:pt x="349" y="2773"/>
                    <a:pt x="698" y="3026"/>
                    <a:pt x="1109" y="3026"/>
                  </a:cubicBezTo>
                  <a:cubicBezTo>
                    <a:pt x="1236" y="3026"/>
                    <a:pt x="1331" y="2994"/>
                    <a:pt x="1458" y="2963"/>
                  </a:cubicBezTo>
                  <a:lnTo>
                    <a:pt x="4150" y="1917"/>
                  </a:lnTo>
                  <a:cubicBezTo>
                    <a:pt x="4656" y="1727"/>
                    <a:pt x="4910" y="1157"/>
                    <a:pt x="4720" y="651"/>
                  </a:cubicBezTo>
                  <a:cubicBezTo>
                    <a:pt x="4576" y="244"/>
                    <a:pt x="4216" y="0"/>
                    <a:pt x="38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6"/>
            <p:cNvSpPr/>
            <p:nvPr/>
          </p:nvSpPr>
          <p:spPr>
            <a:xfrm>
              <a:off x="3686875" y="2744650"/>
              <a:ext cx="122750" cy="75250"/>
            </a:xfrm>
            <a:custGeom>
              <a:rect b="b" l="l" r="r" t="t"/>
              <a:pathLst>
                <a:path extrusionOk="0" h="3010" w="4910">
                  <a:moveTo>
                    <a:pt x="3799" y="1"/>
                  </a:moveTo>
                  <a:cubicBezTo>
                    <a:pt x="3684" y="1"/>
                    <a:pt x="3566" y="21"/>
                    <a:pt x="3452" y="64"/>
                  </a:cubicBezTo>
                  <a:lnTo>
                    <a:pt x="761" y="1109"/>
                  </a:lnTo>
                  <a:cubicBezTo>
                    <a:pt x="254" y="1299"/>
                    <a:pt x="0" y="1869"/>
                    <a:pt x="190" y="2376"/>
                  </a:cubicBezTo>
                  <a:cubicBezTo>
                    <a:pt x="349" y="2756"/>
                    <a:pt x="729" y="3009"/>
                    <a:pt x="1109" y="3009"/>
                  </a:cubicBezTo>
                  <a:cubicBezTo>
                    <a:pt x="1236" y="3009"/>
                    <a:pt x="1362" y="2978"/>
                    <a:pt x="1457" y="2946"/>
                  </a:cubicBezTo>
                  <a:lnTo>
                    <a:pt x="4149" y="1901"/>
                  </a:lnTo>
                  <a:cubicBezTo>
                    <a:pt x="4656" y="1711"/>
                    <a:pt x="4909" y="1141"/>
                    <a:pt x="4719" y="634"/>
                  </a:cubicBezTo>
                  <a:cubicBezTo>
                    <a:pt x="4572" y="241"/>
                    <a:pt x="4197" y="1"/>
                    <a:pt x="37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3514275" y="2907200"/>
              <a:ext cx="85525" cy="115375"/>
            </a:xfrm>
            <a:custGeom>
              <a:rect b="b" l="l" r="r" t="t"/>
              <a:pathLst>
                <a:path extrusionOk="0" h="4615" w="3421">
                  <a:moveTo>
                    <a:pt x="2288" y="0"/>
                  </a:moveTo>
                  <a:cubicBezTo>
                    <a:pt x="1911" y="0"/>
                    <a:pt x="1558" y="219"/>
                    <a:pt x="1394" y="593"/>
                  </a:cubicBezTo>
                  <a:lnTo>
                    <a:pt x="222" y="3221"/>
                  </a:lnTo>
                  <a:cubicBezTo>
                    <a:pt x="1" y="3728"/>
                    <a:pt x="222" y="4298"/>
                    <a:pt x="729" y="4519"/>
                  </a:cubicBezTo>
                  <a:cubicBezTo>
                    <a:pt x="856" y="4583"/>
                    <a:pt x="982" y="4614"/>
                    <a:pt x="1109" y="4614"/>
                  </a:cubicBezTo>
                  <a:cubicBezTo>
                    <a:pt x="1489" y="4614"/>
                    <a:pt x="1869" y="4393"/>
                    <a:pt x="2027" y="4013"/>
                  </a:cubicBezTo>
                  <a:lnTo>
                    <a:pt x="3199" y="1384"/>
                  </a:lnTo>
                  <a:cubicBezTo>
                    <a:pt x="3421" y="909"/>
                    <a:pt x="3199" y="307"/>
                    <a:pt x="2692" y="86"/>
                  </a:cubicBezTo>
                  <a:cubicBezTo>
                    <a:pt x="2560" y="28"/>
                    <a:pt x="2422" y="0"/>
                    <a:pt x="22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3629875" y="2645125"/>
              <a:ext cx="85525" cy="115400"/>
            </a:xfrm>
            <a:custGeom>
              <a:rect b="b" l="l" r="r" t="t"/>
              <a:pathLst>
                <a:path extrusionOk="0" h="4616" w="3421">
                  <a:moveTo>
                    <a:pt x="2288" y="1"/>
                  </a:moveTo>
                  <a:cubicBezTo>
                    <a:pt x="1910" y="1"/>
                    <a:pt x="1557" y="219"/>
                    <a:pt x="1394" y="593"/>
                  </a:cubicBezTo>
                  <a:lnTo>
                    <a:pt x="222" y="3222"/>
                  </a:lnTo>
                  <a:cubicBezTo>
                    <a:pt x="0" y="3728"/>
                    <a:pt x="222" y="4298"/>
                    <a:pt x="729" y="4520"/>
                  </a:cubicBezTo>
                  <a:cubicBezTo>
                    <a:pt x="855" y="4583"/>
                    <a:pt x="982" y="4615"/>
                    <a:pt x="1140" y="4615"/>
                  </a:cubicBezTo>
                  <a:cubicBezTo>
                    <a:pt x="1520" y="4615"/>
                    <a:pt x="1869" y="4393"/>
                    <a:pt x="2027" y="4013"/>
                  </a:cubicBezTo>
                  <a:lnTo>
                    <a:pt x="3199" y="1385"/>
                  </a:lnTo>
                  <a:cubicBezTo>
                    <a:pt x="3421" y="910"/>
                    <a:pt x="3199" y="308"/>
                    <a:pt x="2692" y="86"/>
                  </a:cubicBezTo>
                  <a:cubicBezTo>
                    <a:pt x="2559" y="28"/>
                    <a:pt x="2422" y="1"/>
                    <a:pt x="22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4718500" y="3382775"/>
              <a:ext cx="175775" cy="308800"/>
            </a:xfrm>
            <a:custGeom>
              <a:rect b="b" l="l" r="r" t="t"/>
              <a:pathLst>
                <a:path extrusionOk="0" h="12352" w="7031">
                  <a:moveTo>
                    <a:pt x="5574" y="1173"/>
                  </a:moveTo>
                  <a:cubicBezTo>
                    <a:pt x="5827" y="1173"/>
                    <a:pt x="6081" y="1426"/>
                    <a:pt x="6081" y="1679"/>
                  </a:cubicBezTo>
                  <a:lnTo>
                    <a:pt x="6081" y="9596"/>
                  </a:lnTo>
                  <a:cubicBezTo>
                    <a:pt x="6081" y="9882"/>
                    <a:pt x="5827" y="10103"/>
                    <a:pt x="5574" y="10103"/>
                  </a:cubicBezTo>
                  <a:lnTo>
                    <a:pt x="1457" y="10103"/>
                  </a:lnTo>
                  <a:cubicBezTo>
                    <a:pt x="1172" y="10103"/>
                    <a:pt x="950" y="9882"/>
                    <a:pt x="950" y="9596"/>
                  </a:cubicBezTo>
                  <a:lnTo>
                    <a:pt x="950" y="1679"/>
                  </a:lnTo>
                  <a:cubicBezTo>
                    <a:pt x="950" y="1426"/>
                    <a:pt x="1172" y="1173"/>
                    <a:pt x="1457" y="1173"/>
                  </a:cubicBezTo>
                  <a:close/>
                  <a:moveTo>
                    <a:pt x="3896" y="10800"/>
                  </a:moveTo>
                  <a:cubicBezTo>
                    <a:pt x="4054" y="10800"/>
                    <a:pt x="4149" y="10927"/>
                    <a:pt x="4149" y="11053"/>
                  </a:cubicBezTo>
                  <a:lnTo>
                    <a:pt x="4149" y="11497"/>
                  </a:lnTo>
                  <a:cubicBezTo>
                    <a:pt x="4149" y="11623"/>
                    <a:pt x="4054" y="11750"/>
                    <a:pt x="3896" y="11750"/>
                  </a:cubicBezTo>
                  <a:lnTo>
                    <a:pt x="3136" y="11750"/>
                  </a:lnTo>
                  <a:cubicBezTo>
                    <a:pt x="2977" y="11750"/>
                    <a:pt x="2882" y="11655"/>
                    <a:pt x="2882" y="11497"/>
                  </a:cubicBezTo>
                  <a:lnTo>
                    <a:pt x="2882" y="11053"/>
                  </a:lnTo>
                  <a:cubicBezTo>
                    <a:pt x="2882" y="10927"/>
                    <a:pt x="2977" y="10800"/>
                    <a:pt x="3136" y="10800"/>
                  </a:cubicBezTo>
                  <a:close/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1307"/>
                  </a:lnTo>
                  <a:cubicBezTo>
                    <a:pt x="0" y="11877"/>
                    <a:pt x="475" y="12352"/>
                    <a:pt x="1045" y="12352"/>
                  </a:cubicBezTo>
                  <a:lnTo>
                    <a:pt x="5986" y="12352"/>
                  </a:lnTo>
                  <a:cubicBezTo>
                    <a:pt x="6556" y="12352"/>
                    <a:pt x="7031" y="11877"/>
                    <a:pt x="7031" y="11307"/>
                  </a:cubicBezTo>
                  <a:lnTo>
                    <a:pt x="7031" y="1046"/>
                  </a:lnTo>
                  <a:cubicBezTo>
                    <a:pt x="7031" y="476"/>
                    <a:pt x="6556" y="1"/>
                    <a:pt x="59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2282350" y="2522175"/>
              <a:ext cx="314350" cy="217750"/>
            </a:xfrm>
            <a:custGeom>
              <a:rect b="b" l="l" r="r" t="t"/>
              <a:pathLst>
                <a:path extrusionOk="0" h="8710" w="12574">
                  <a:moveTo>
                    <a:pt x="6493" y="1"/>
                  </a:moveTo>
                  <a:cubicBezTo>
                    <a:pt x="5163" y="1"/>
                    <a:pt x="3959" y="887"/>
                    <a:pt x="3547" y="2154"/>
                  </a:cubicBezTo>
                  <a:lnTo>
                    <a:pt x="3294" y="2154"/>
                  </a:lnTo>
                  <a:cubicBezTo>
                    <a:pt x="1457" y="2154"/>
                    <a:pt x="1" y="3611"/>
                    <a:pt x="1" y="5416"/>
                  </a:cubicBezTo>
                  <a:cubicBezTo>
                    <a:pt x="1" y="7221"/>
                    <a:pt x="1457" y="8710"/>
                    <a:pt x="3294" y="8710"/>
                  </a:cubicBezTo>
                  <a:lnTo>
                    <a:pt x="9913" y="8710"/>
                  </a:lnTo>
                  <a:cubicBezTo>
                    <a:pt x="11370" y="8710"/>
                    <a:pt x="12573" y="7506"/>
                    <a:pt x="12573" y="6049"/>
                  </a:cubicBezTo>
                  <a:cubicBezTo>
                    <a:pt x="12573" y="4561"/>
                    <a:pt x="11370" y="3389"/>
                    <a:pt x="9913" y="3389"/>
                  </a:cubicBezTo>
                  <a:lnTo>
                    <a:pt x="9565" y="3389"/>
                  </a:lnTo>
                  <a:cubicBezTo>
                    <a:pt x="9596" y="3294"/>
                    <a:pt x="9596" y="3199"/>
                    <a:pt x="9596" y="3104"/>
                  </a:cubicBezTo>
                  <a:cubicBezTo>
                    <a:pt x="9596" y="1394"/>
                    <a:pt x="8203" y="1"/>
                    <a:pt x="64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8" name="Google Shape;2308;p26"/>
          <p:cNvSpPr txBox="1"/>
          <p:nvPr/>
        </p:nvSpPr>
        <p:spPr>
          <a:xfrm>
            <a:off x="4572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9" name="Google Shape;2309;p26"/>
          <p:cNvSpPr txBox="1"/>
          <p:nvPr/>
        </p:nvSpPr>
        <p:spPr>
          <a:xfrm>
            <a:off x="4572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0" name="Google Shape;2310;p26"/>
          <p:cNvSpPr txBox="1"/>
          <p:nvPr/>
        </p:nvSpPr>
        <p:spPr>
          <a:xfrm>
            <a:off x="4572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1" name="Google Shape;2311;p26"/>
          <p:cNvSpPr txBox="1"/>
          <p:nvPr/>
        </p:nvSpPr>
        <p:spPr>
          <a:xfrm>
            <a:off x="4572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2" name="Google Shape;2312;p26"/>
          <p:cNvSpPr txBox="1"/>
          <p:nvPr/>
        </p:nvSpPr>
        <p:spPr>
          <a:xfrm>
            <a:off x="68698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3" name="Google Shape;2313;p26"/>
          <p:cNvSpPr txBox="1"/>
          <p:nvPr/>
        </p:nvSpPr>
        <p:spPr>
          <a:xfrm>
            <a:off x="68698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4" name="Google Shape;2314;p26"/>
          <p:cNvSpPr txBox="1"/>
          <p:nvPr/>
        </p:nvSpPr>
        <p:spPr>
          <a:xfrm>
            <a:off x="68698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5" name="Google Shape;2315;p26"/>
          <p:cNvSpPr txBox="1"/>
          <p:nvPr/>
        </p:nvSpPr>
        <p:spPr>
          <a:xfrm>
            <a:off x="68698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rect b="b" l="l" r="r" t="t"/>
            <a:pathLst>
              <a:path extrusionOk="0" h="27964" w="40284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rect b="b" l="l" r="r" t="t"/>
            <a:pathLst>
              <a:path extrusionOk="0" h="14537" w="40284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rect b="b" l="l" r="r" t="t"/>
            <a:pathLst>
              <a:path extrusionOk="0" h="1110" w="40284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rect b="b" l="l" r="r" t="t"/>
            <a:pathLst>
              <a:path extrusionOk="0" h="28059" w="40284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rect b="b" l="l" r="r" t="t"/>
            <a:pathLst>
              <a:path extrusionOk="0" h="14568" w="40284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rect b="b" l="l" r="r" t="t"/>
            <a:pathLst>
              <a:path extrusionOk="0" h="21726" w="107961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rect b="b" l="l" r="r" t="t"/>
            <a:pathLst>
              <a:path extrusionOk="0" h="21726" w="107961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rect b="b" l="l" r="r" t="t"/>
            <a:pathLst>
              <a:path extrusionOk="0" h="21694" w="107961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rect b="b" l="l" r="r" t="t"/>
            <a:pathLst>
              <a:path extrusionOk="0" h="21694" w="107961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rect b="b" l="l" r="r" t="t"/>
            <a:pathLst>
              <a:path extrusionOk="0" h="21695" w="107961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rect b="b" l="l" r="r" t="t"/>
            <a:pathLst>
              <a:path extrusionOk="0" h="75499" w="109259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rect b="b" l="l" r="r" t="t"/>
            <a:pathLst>
              <a:path extrusionOk="0" h="14220" w="109259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rect b="b" l="l" r="r" t="t"/>
            <a:pathLst>
              <a:path extrusionOk="0" h="55200" w="102863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rect b="b" l="l" r="r" t="t"/>
            <a:pathLst>
              <a:path extrusionOk="0" h="5512" w="26033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rect b="b" l="l" r="r" t="t"/>
            <a:pathLst>
              <a:path extrusionOk="0" h="4371" w="51685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rect b="b" l="l" r="r" t="t"/>
            <a:pathLst>
              <a:path extrusionOk="0" h="1617" w="26033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rect b="b" l="l" r="r" t="t"/>
            <a:pathLst>
              <a:path extrusionOk="0" h="11053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rect b="b" l="l" r="r" t="t"/>
            <a:pathLst>
              <a:path extrusionOk="0" h="11021" w="102863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rect b="b" l="l" r="r" t="t"/>
            <a:pathLst>
              <a:path extrusionOk="0" h="11054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rect b="b" l="l" r="r" t="t"/>
            <a:pathLst>
              <a:path extrusionOk="0" h="11021" w="102863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rect b="b" l="l" r="r" t="t"/>
            <a:pathLst>
              <a:path extrusionOk="0" h="11054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rect b="b" l="l" r="r" t="t"/>
            <a:pathLst>
              <a:path extrusionOk="0" h="13006" w="11497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rect b="b" l="l" r="r" t="t"/>
            <a:pathLst>
              <a:path extrusionOk="0" h="9438" w="13271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rect b="b" l="l" r="r" t="t"/>
              <a:pathLst>
                <a:path extrusionOk="0" h="6747" w="8647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rect b="b" l="l" r="r" t="t"/>
              <a:pathLst>
                <a:path extrusionOk="0" h="6232" w="12131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rect b="b" l="l" r="r" t="t"/>
              <a:pathLst>
                <a:path extrusionOk="0" h="5132" w="3897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rect b="b" l="l" r="r" t="t"/>
              <a:pathLst>
                <a:path extrusionOk="0" h="9882" w="11845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rect b="b" l="l" r="r" t="t"/>
              <a:pathLst>
                <a:path extrusionOk="0" h="2091" w="2059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rect b="b" l="l" r="r" t="t"/>
              <a:pathLst>
                <a:path extrusionOk="0" h="2091" w="2059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rect b="b" l="l" r="r" t="t"/>
              <a:pathLst>
                <a:path extrusionOk="0" h="2091" w="2092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rect b="b" l="l" r="r" t="t"/>
              <a:pathLst>
                <a:path extrusionOk="0" h="9153" w="11433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rect b="b" l="l" r="r" t="t"/>
              <a:pathLst>
                <a:path extrusionOk="0" h="413" w="5797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rect b="b" l="l" r="r" t="t"/>
              <a:pathLst>
                <a:path extrusionOk="0" h="2946" w="1806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rect b="b" l="l" r="r" t="t"/>
              <a:pathLst>
                <a:path extrusionOk="0" h="2946" w="1806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rect b="b" l="l" r="r" t="t"/>
              <a:pathLst>
                <a:path extrusionOk="0" h="2344" w="2344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rect b="b" l="l" r="r" t="t"/>
              <a:pathLst>
                <a:path extrusionOk="0" h="2344" w="2313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rect b="b" l="l" r="r" t="t"/>
              <a:pathLst>
                <a:path extrusionOk="0" h="2344" w="2345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rect b="b" l="l" r="r" t="t"/>
              <a:pathLst>
                <a:path extrusionOk="0" h="2345" w="2344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rect b="b" l="l" r="r" t="t"/>
              <a:pathLst>
                <a:path extrusionOk="0" h="2345" w="2313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rect b="b" l="l" r="r" t="t"/>
              <a:pathLst>
                <a:path extrusionOk="0" h="2345" w="2345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rect b="b" l="l" r="r" t="t"/>
              <a:pathLst>
                <a:path extrusionOk="0" h="51812" w="86204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rect b="b" l="l" r="r" t="t"/>
              <a:pathLst>
                <a:path extrusionOk="0" h="6081" w="92475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rect b="b" l="l" r="r" t="t"/>
              <a:pathLst>
                <a:path extrusionOk="0" h="47030" w="8158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rect b="b" l="l" r="r" t="t"/>
              <a:pathLst>
                <a:path extrusionOk="0" h="28471" w="23974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rect b="b" l="l" r="r" t="t"/>
              <a:pathLst>
                <a:path extrusionOk="0" h="32969" w="28472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rect b="b" l="l" r="r" t="t"/>
              <a:pathLst>
                <a:path extrusionOk="0" h="10467" w="15962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rect b="b" l="l" r="r" t="t"/>
              <a:pathLst>
                <a:path extrusionOk="0" h="26084" w="28155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rect b="b" l="l" r="r" t="t"/>
              <a:pathLst>
                <a:path extrusionOk="0" h="11180" w="6619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rect b="b" l="l" r="r" t="t"/>
              <a:pathLst>
                <a:path extrusionOk="0" h="761" w="6367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rect b="b" l="l" r="r" t="t"/>
              <a:pathLst>
                <a:path extrusionOk="0" h="762" w="6367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rect b="b" l="l" r="r" t="t"/>
              <a:pathLst>
                <a:path extrusionOk="0" h="26084" w="28155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rect b="b" l="l" r="r" t="t"/>
              <a:pathLst>
                <a:path extrusionOk="0" h="8361" w="1118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rect b="b" l="l" r="r" t="t"/>
              <a:pathLst>
                <a:path extrusionOk="0" h="635" w="761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rect b="b" l="l" r="r" t="t"/>
              <a:pathLst>
                <a:path extrusionOk="0" h="762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rect b="b" l="l" r="r" t="t"/>
              <a:pathLst>
                <a:path extrusionOk="0" h="4129" w="4213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rect b="b" l="l" r="r" t="t"/>
              <a:pathLst>
                <a:path extrusionOk="0" h="26076" w="28155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rect b="b" l="l" r="r" t="t"/>
              <a:pathLst>
                <a:path extrusionOk="0" h="6181" w="6208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rect b="b" l="l" r="r" t="t"/>
              <a:pathLst>
                <a:path extrusionOk="0" h="6193" w="6398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rect b="b" l="l" r="r" t="t"/>
              <a:pathLst>
                <a:path extrusionOk="0" h="26081" w="28598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rect b="b" l="l" r="r" t="t"/>
              <a:pathLst>
                <a:path extrusionOk="0" h="4055" w="4814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rect b="b" l="l" r="r" t="t"/>
              <a:pathLst>
                <a:path extrusionOk="0" h="6588" w="8646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rect b="b" l="l" r="r" t="t"/>
              <a:pathLst>
                <a:path extrusionOk="0" h="2281" w="2282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rect b="b" l="l" r="r" t="t"/>
              <a:pathLst>
                <a:path extrusionOk="0" h="2281" w="2282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rect b="b" l="l" r="r" t="t"/>
              <a:pathLst>
                <a:path extrusionOk="0" h="26080" w="28598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rect b="b" l="l" r="r" t="t"/>
              <a:pathLst>
                <a:path extrusionOk="0" h="11972" w="966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rect b="b" l="l" r="r" t="t"/>
              <a:pathLst>
                <a:path extrusionOk="0" h="11529" w="761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rect b="b" l="l" r="r" t="t"/>
              <a:pathLst>
                <a:path extrusionOk="0" h="26080" w="28598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rect b="b" l="l" r="r" t="t"/>
              <a:pathLst>
                <a:path extrusionOk="0" h="3065" w="3105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rect b="b" l="l" r="r" t="t"/>
              <a:pathLst>
                <a:path extrusionOk="0" h="3065" w="3137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rect b="b" l="l" r="r" t="t"/>
              <a:pathLst>
                <a:path extrusionOk="0" h="4577" w="11022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rect b="b" l="l" r="r" t="t"/>
              <a:pathLst>
                <a:path extrusionOk="0" h="8805" w="8774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rect b="b" l="l" r="r" t="t"/>
              <a:pathLst>
                <a:path extrusionOk="0" h="9787" w="1118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rect b="b" l="l" r="r" t="t"/>
              <a:pathLst>
                <a:path extrusionOk="0" h="254" w="134911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rect b="b" l="l" r="r" t="t"/>
              <a:pathLst>
                <a:path extrusionOk="0" h="254" w="43895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rect b="b" l="l" r="r" t="t"/>
              <a:pathLst>
                <a:path extrusionOk="0" h="254" w="43895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rect b="b" l="l" r="r" t="t"/>
              <a:pathLst>
                <a:path extrusionOk="0" h="82973" w="91557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rect b="b" l="l" r="r" t="t"/>
              <a:pathLst>
                <a:path extrusionOk="0" h="10357" w="16691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rect b="b" l="l" r="r" t="t"/>
              <a:pathLst>
                <a:path extrusionOk="0" h="6549" w="16564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rect b="b" l="l" r="r" t="t"/>
              <a:pathLst>
                <a:path extrusionOk="0" h="12922" w="16785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rect b="b" l="l" r="r" t="t"/>
              <a:pathLst>
                <a:path extrusionOk="0" h="10293" w="10864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rect b="b" l="l" r="r" t="t"/>
              <a:pathLst>
                <a:path extrusionOk="0" h="5321" w="6113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rect b="b" l="l" r="r" t="t"/>
              <a:pathLst>
                <a:path extrusionOk="0" h="413" w="1712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rect b="b" l="l" r="r" t="t"/>
              <a:pathLst>
                <a:path extrusionOk="0" h="413" w="1712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rect b="b" l="l" r="r" t="t"/>
              <a:pathLst>
                <a:path extrusionOk="0" h="412" w="92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rect b="b" l="l" r="r" t="t"/>
              <a:pathLst>
                <a:path extrusionOk="0" h="1965" w="4593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rect b="b" l="l" r="r" t="t"/>
              <a:pathLst>
                <a:path extrusionOk="0" h="1965" w="4593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rect b="b" l="l" r="r" t="t"/>
              <a:pathLst>
                <a:path extrusionOk="0" h="1965" w="4625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rect b="b" l="l" r="r" t="t"/>
              <a:pathLst>
                <a:path extrusionOk="0" h="1965" w="4625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rect b="b" l="l" r="r" t="t"/>
              <a:pathLst>
                <a:path extrusionOk="0" h="9026" w="13777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rect b="b" l="l" r="r" t="t"/>
              <a:pathLst>
                <a:path extrusionOk="0" h="1902" w="13777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rect b="b" l="l" r="r" t="t"/>
              <a:pathLst>
                <a:path extrusionOk="0" h="793" w="793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rect b="b" l="l" r="r" t="t"/>
              <a:pathLst>
                <a:path extrusionOk="0" h="793" w="792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rect b="b" l="l" r="r" t="t"/>
              <a:pathLst>
                <a:path extrusionOk="0" h="793" w="793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rect b="b" l="l" r="r" t="t"/>
              <a:pathLst>
                <a:path extrusionOk="0" h="6802" w="510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rect b="b" l="l" r="r" t="t"/>
              <a:pathLst>
                <a:path extrusionOk="0" h="19477" w="30688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rect b="b" l="l" r="r" t="t"/>
              <a:pathLst>
                <a:path extrusionOk="0" h="9423" w="10103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rect b="b" l="l" r="r" t="t"/>
              <a:pathLst>
                <a:path extrusionOk="0" h="7000" w="5448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rect b="b" l="l" r="r" t="t"/>
              <a:pathLst>
                <a:path extrusionOk="0" h="3389" w="17958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rect b="b" l="l" r="r" t="t"/>
              <a:pathLst>
                <a:path extrusionOk="0" h="888" w="92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rect b="b" l="l" r="r" t="t"/>
              <a:pathLst>
                <a:path extrusionOk="0" h="857" w="919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rect b="b" l="l" r="r" t="t"/>
              <a:pathLst>
                <a:path extrusionOk="0" h="857" w="92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rect b="b" l="l" r="r" t="t"/>
              <a:pathLst>
                <a:path extrusionOk="0" h="857" w="92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rect b="b" l="l" r="r" t="t"/>
              <a:pathLst>
                <a:path extrusionOk="0" h="3358" w="17957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rect b="b" l="l" r="r" t="t"/>
              <a:pathLst>
                <a:path extrusionOk="0" h="3643" w="3643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rect b="b" l="l" r="r" t="t"/>
              <a:pathLst>
                <a:path extrusionOk="0" h="1885" w="1901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rect b="b" l="l" r="r" t="t"/>
              <a:pathLst>
                <a:path extrusionOk="0" h="3642" w="3643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rect b="b" l="l" r="r" t="t"/>
              <a:pathLst>
                <a:path extrusionOk="0" h="1624" w="2281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rect b="b" l="l" r="r" t="t"/>
              <a:pathLst>
                <a:path extrusionOk="0" h="19477" w="30688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rect b="b" l="l" r="r" t="t"/>
              <a:pathLst>
                <a:path extrusionOk="0" h="16595" w="12447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rect b="b" l="l" r="r" t="t"/>
              <a:pathLst>
                <a:path extrusionOk="0" h="3643" w="12574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rect b="b" l="l" r="r" t="t"/>
              <a:pathLst>
                <a:path extrusionOk="0" h="1711" w="2851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rect b="b" l="l" r="r" t="t"/>
              <a:pathLst>
                <a:path extrusionOk="0" h="1711" w="2883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rect b="b" l="l" r="r" t="t"/>
              <a:pathLst>
                <a:path extrusionOk="0" h="1711" w="2851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rect b="b" l="l" r="r" t="t"/>
              <a:pathLst>
                <a:path extrusionOk="0" h="7316" w="7317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rect b="b" l="l" r="r" t="t"/>
              <a:pathLst>
                <a:path extrusionOk="0" h="7301" w="8013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rect b="b" l="l" r="r" t="t"/>
              <a:pathLst>
                <a:path extrusionOk="0" h="15614" w="13429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rect b="b" l="l" r="r" t="t"/>
              <a:pathLst>
                <a:path extrusionOk="0" h="10016" w="10103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rect b="b" l="l" r="r" t="t"/>
              <a:pathLst>
                <a:path extrusionOk="0" h="9613" w="5828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rect b="b" l="l" r="r" t="t"/>
              <a:pathLst>
                <a:path extrusionOk="0" h="4529" w="4561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rect b="b" l="l" r="r" t="t"/>
              <a:pathLst>
                <a:path extrusionOk="0" h="6208" w="947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rect b="b" l="l" r="r" t="t"/>
              <a:pathLst>
                <a:path extrusionOk="0" h="856" w="5194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rect b="b" l="l" r="r" t="t"/>
              <a:pathLst>
                <a:path extrusionOk="0" h="286" w="1141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rect b="b" l="l" r="r" t="t"/>
              <a:pathLst>
                <a:path extrusionOk="0" h="286" w="3168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rect b="b" l="l" r="r" t="t"/>
              <a:pathLst>
                <a:path extrusionOk="0" h="4434" w="1205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rect b="b" l="l" r="r" t="t"/>
              <a:pathLst>
                <a:path extrusionOk="0" h="10705" w="19699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rect b="b" l="l" r="r" t="t"/>
              <a:pathLst>
                <a:path extrusionOk="0" h="9882" w="16184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rect b="b" l="l" r="r" t="t"/>
              <a:pathLst>
                <a:path extrusionOk="0" h="8266" w="82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rect b="b" l="l" r="r" t="t"/>
              <a:pathLst>
                <a:path extrusionOk="0" h="4458" w="3801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rect b="b" l="l" r="r" t="t"/>
              <a:pathLst>
                <a:path extrusionOk="0" h="6491" w="700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rect b="b" l="l" r="r" t="t"/>
              <a:pathLst>
                <a:path extrusionOk="0" h="6492" w="700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rect b="b" l="l" r="r" t="t"/>
              <a:pathLst>
                <a:path extrusionOk="0" h="3529" w="3864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rect b="b" l="l" r="r" t="t"/>
              <a:pathLst>
                <a:path extrusionOk="0" h="3643" w="4182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rect b="b" l="l" r="r" t="t"/>
              <a:pathLst>
                <a:path extrusionOk="0" h="17545" w="17545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rect b="b" l="l" r="r" t="t"/>
              <a:pathLst>
                <a:path extrusionOk="0" h="14283" w="14315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rect b="b" l="l" r="r" t="t"/>
              <a:pathLst>
                <a:path extrusionOk="0" h="16849" w="16849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rect b="b" l="l" r="r" t="t"/>
              <a:pathLst>
                <a:path extrusionOk="0" h="1698" w="1932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rect b="b" l="l" r="r" t="t"/>
              <a:pathLst>
                <a:path extrusionOk="0" h="9859" w="9882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rect b="b" l="l" r="r" t="t"/>
              <a:pathLst>
                <a:path extrusionOk="0" h="9906" w="10008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rect b="b" l="l" r="r" t="t"/>
              <a:pathLst>
                <a:path extrusionOk="0" h="5565" w="6272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rect b="b" l="l" r="r" t="t"/>
              <a:pathLst>
                <a:path extrusionOk="0" h="4150" w="3231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rect b="b" l="l" r="r" t="t"/>
              <a:pathLst>
                <a:path extrusionOk="0" h="10650" w="12668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rect b="b" l="l" r="r" t="t"/>
              <a:pathLst>
                <a:path extrusionOk="0" h="10496" w="12036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rect b="b" l="l" r="r" t="t"/>
              <a:pathLst>
                <a:path extrusionOk="0" h="9947" w="1270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rect b="b" l="l" r="r" t="t"/>
              <a:pathLst>
                <a:path extrusionOk="0" h="8971" w="7729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rect b="b" l="l" r="r" t="t"/>
              <a:pathLst>
                <a:path extrusionOk="0" h="3580" w="3927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rect b="b" l="l" r="r" t="t"/>
              <a:pathLst>
                <a:path extrusionOk="0" h="59950" w="35154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rect b="b" l="l" r="r" t="t"/>
              <a:pathLst>
                <a:path extrusionOk="0" h="26191" w="14347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rect b="b" l="l" r="r" t="t"/>
              <a:pathLst>
                <a:path extrusionOk="0" h="25906" w="1422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rect b="b" l="l" r="r" t="t"/>
              <a:pathLst>
                <a:path extrusionOk="0" h="824" w="3358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rect b="b" l="l" r="r" t="t"/>
              <a:pathLst>
                <a:path extrusionOk="0" h="792" w="824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rect b="b" l="l" r="r" t="t"/>
              <a:pathLst>
                <a:path extrusionOk="0" h="2408" w="2439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rect b="b" l="l" r="r" t="t"/>
              <a:pathLst>
                <a:path extrusionOk="0" h="17988" w="11528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rect b="b" l="l" r="r" t="t"/>
              <a:pathLst>
                <a:path extrusionOk="0" h="9002" w="9882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rect b="b" l="l" r="r" t="t"/>
              <a:pathLst>
                <a:path extrusionOk="0" h="5568" w="4778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rect b="b" l="l" r="r" t="t"/>
              <a:pathLst>
                <a:path extrusionOk="0" h="25241" w="43197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rect b="b" l="l" r="r" t="t"/>
              <a:pathLst>
                <a:path extrusionOk="0" h="24925" w="43197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rect b="b" l="l" r="r" t="t"/>
              <a:pathLst>
                <a:path extrusionOk="0" h="6842" w="61439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rect b="b" l="l" r="r" t="t"/>
              <a:pathLst>
                <a:path extrusionOk="0" h="3674" w="60711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rect b="b" l="l" r="r" t="t"/>
              <a:pathLst>
                <a:path extrusionOk="0" h="1711" w="17672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rect b="b" l="l" r="r" t="t"/>
              <a:pathLst>
                <a:path extrusionOk="0" h="22771" w="38669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rect b="b" l="l" r="r" t="t"/>
              <a:pathLst>
                <a:path extrusionOk="0" h="16903" w="18749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rect b="b" l="l" r="r" t="t"/>
              <a:pathLst>
                <a:path extrusionOk="0" h="10768" w="8076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rect b="b" l="l" r="r" t="t"/>
              <a:pathLst>
                <a:path extrusionOk="0" h="27711" w="21187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rect b="b" l="l" r="r" t="t"/>
              <a:pathLst>
                <a:path extrusionOk="0" h="27680" w="21188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rect b="b" l="l" r="r" t="t"/>
              <a:pathLst>
                <a:path extrusionOk="0" h="21947" w="17957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rect b="b" l="l" r="r" t="t"/>
              <a:pathLst>
                <a:path extrusionOk="0" h="11506" w="1308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rect b="b" l="l" r="r" t="t"/>
              <a:pathLst>
                <a:path extrusionOk="0" h="6251" w="6873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rect b="b" l="l" r="r" t="t"/>
              <a:pathLst>
                <a:path extrusionOk="0" h="2218" w="24873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rect b="b" l="l" r="r" t="t"/>
              <a:pathLst>
                <a:path extrusionOk="0" h="5194" w="5163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rect b="b" l="l" r="r" t="t"/>
              <a:pathLst>
                <a:path extrusionOk="0" h="5194" w="5163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rect b="b" l="l" r="r" t="t"/>
              <a:pathLst>
                <a:path extrusionOk="0" h="6556" w="6556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rect b="b" l="l" r="r" t="t"/>
              <a:pathLst>
                <a:path extrusionOk="0" h="5213" w="586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rect b="b" l="l" r="r" t="t"/>
              <a:pathLst>
                <a:path extrusionOk="0" h="4278" w="5321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rect b="b" l="l" r="r" t="t"/>
              <a:pathLst>
                <a:path extrusionOk="0" h="47346" w="41203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rect b="b" l="l" r="r" t="t"/>
              <a:pathLst>
                <a:path extrusionOk="0" h="32842" w="32841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rect b="b" l="l" r="r" t="t"/>
              <a:pathLst>
                <a:path extrusionOk="0" h="47346" w="41203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rect b="b" l="l" r="r" t="t"/>
              <a:pathLst>
                <a:path extrusionOk="0" h="32842" w="32842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rect b="b" l="l" r="r" t="t"/>
              <a:pathLst>
                <a:path extrusionOk="0" h="47378" w="41202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rect b="b" l="l" r="r" t="t"/>
              <a:pathLst>
                <a:path extrusionOk="0" h="32810" w="3281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rect b="b" l="l" r="r" t="t"/>
              <a:pathLst>
                <a:path extrusionOk="0" h="47378" w="41234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rect b="b" l="l" r="r" t="t"/>
              <a:pathLst>
                <a:path extrusionOk="0" h="32810" w="3281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rect b="b" l="l" r="r" t="t"/>
              <a:pathLst>
                <a:path extrusionOk="0" h="2345" w="2312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rect b="b" l="l" r="r" t="t"/>
              <a:pathLst>
                <a:path extrusionOk="0" h="2313" w="2312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rect b="b" l="l" r="r" t="t"/>
              <a:pathLst>
                <a:path extrusionOk="0" h="2345" w="2312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rect b="b" l="l" r="r" t="t"/>
              <a:pathLst>
                <a:path extrusionOk="0" h="2313" w="2312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rect b="b" l="l" r="r" t="t"/>
              <a:pathLst>
                <a:path extrusionOk="0" h="4023" w="4055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rect b="b" l="l" r="r" t="t"/>
              <a:pathLst>
                <a:path extrusionOk="0" h="20713" w="20745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rect b="b" l="l" r="r" t="t"/>
              <a:pathLst>
                <a:path extrusionOk="0" h="21314" w="21315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rect b="b" l="l" r="r" t="t"/>
              <a:pathLst>
                <a:path extrusionOk="0" h="18053" w="18052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rect b="b" l="l" r="r" t="t"/>
              <a:pathLst>
                <a:path extrusionOk="0" h="18053" w="18052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rect b="b" l="l" r="r" t="t"/>
              <a:pathLst>
                <a:path extrusionOk="0" h="1204" w="223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rect b="b" l="l" r="r" t="t"/>
              <a:pathLst>
                <a:path extrusionOk="0" h="1236" w="223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rect b="b" l="l" r="r" t="t"/>
              <a:pathLst>
                <a:path extrusionOk="0" h="223" w="1236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rect b="b" l="l" r="r" t="t"/>
              <a:pathLst>
                <a:path extrusionOk="0" h="223" w="1237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rect b="b" l="l" r="r" t="t"/>
              <a:pathLst>
                <a:path extrusionOk="0" h="927" w="983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rect b="b" l="l" r="r" t="t"/>
              <a:pathLst>
                <a:path extrusionOk="0" h="916" w="982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rect b="b" l="l" r="r" t="t"/>
              <a:pathLst>
                <a:path extrusionOk="0" h="936" w="951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rect b="b" l="l" r="r" t="t"/>
              <a:pathLst>
                <a:path extrusionOk="0" h="935" w="951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rect b="b" l="l" r="r" t="t"/>
              <a:pathLst>
                <a:path extrusionOk="0" h="596" w="1173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rect b="b" l="l" r="r" t="t"/>
              <a:pathLst>
                <a:path extrusionOk="0" h="615" w="1173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rect b="b" l="l" r="r" t="t"/>
              <a:pathLst>
                <a:path extrusionOk="0" h="1153" w="634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rect b="b" l="l" r="r" t="t"/>
              <a:pathLst>
                <a:path extrusionOk="0" h="1153" w="634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rect b="b" l="l" r="r" t="t"/>
              <a:pathLst>
                <a:path extrusionOk="0" h="627" w="1173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rect b="b" l="l" r="r" t="t"/>
              <a:pathLst>
                <a:path extrusionOk="0" h="628" w="1173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rect b="b" l="l" r="r" t="t"/>
              <a:pathLst>
                <a:path extrusionOk="0" h="1154" w="666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rect b="b" l="l" r="r" t="t"/>
              <a:pathLst>
                <a:path extrusionOk="0" h="1166" w="634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rect b="b" l="l" r="r" t="t"/>
              <a:pathLst>
                <a:path extrusionOk="0" h="7665" w="1743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rect b="b" l="l" r="r" t="t"/>
              <a:pathLst>
                <a:path extrusionOk="0" h="1521" w="1553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rect b="b" l="l" r="r" t="t"/>
              <a:pathLst>
                <a:path extrusionOk="0" h="825" w="856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rect b="b" l="l" r="r" t="t"/>
              <a:pathLst>
                <a:path extrusionOk="0" h="1173" w="6081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rect b="b" l="l" r="r" t="t"/>
              <a:pathLst>
                <a:path extrusionOk="0" h="476" w="4055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rect b="b" l="l" r="r" t="t"/>
              <a:pathLst>
                <a:path extrusionOk="0" h="6802" w="7475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rect b="b" l="l" r="r" t="t"/>
              <a:pathLst>
                <a:path extrusionOk="0" h="5410" w="5954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rect b="b" l="l" r="r" t="t"/>
              <a:pathLst>
                <a:path extrusionOk="0" h="4431" w="5511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rect b="b" l="l" r="r" t="t"/>
              <a:pathLst>
                <a:path extrusionOk="0" h="2345" w="2313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rect b="b" l="l" r="r" t="t"/>
              <a:pathLst>
                <a:path extrusionOk="0" h="2344" w="2313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rect b="b" l="l" r="r" t="t"/>
              <a:pathLst>
                <a:path extrusionOk="0" h="2312" w="2313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rect b="b" l="l" r="r" t="t"/>
              <a:pathLst>
                <a:path extrusionOk="0" h="7063" w="7063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rect b="b" l="l" r="r" t="t"/>
              <a:pathLst>
                <a:path extrusionOk="0" h="5638" w="5607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rect b="b" l="l" r="r" t="t"/>
              <a:pathLst>
                <a:path extrusionOk="0" h="4601" w="5733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rect b="b" l="l" r="r" t="t"/>
              <a:pathLst>
                <a:path extrusionOk="0" h="2345" w="2344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rect b="b" l="l" r="r" t="t"/>
              <a:pathLst>
                <a:path extrusionOk="0" h="2313" w="2344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rect b="b" l="l" r="r" t="t"/>
              <a:pathLst>
                <a:path extrusionOk="0" h="2345" w="2344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rect b="b" l="l" r="r" t="t"/>
              <a:pathLst>
                <a:path extrusionOk="0" h="2313" w="2344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rect b="b" l="l" r="r" t="t"/>
              <a:pathLst>
                <a:path extrusionOk="0" h="7348" w="7348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rect b="b" l="l" r="r" t="t"/>
              <a:pathLst>
                <a:path extrusionOk="0" h="5860" w="586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rect b="b" l="l" r="r" t="t"/>
              <a:pathLst>
                <a:path extrusionOk="0" h="4804" w="5955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rect b="b" l="l" r="r" t="t"/>
              <a:pathLst>
                <a:path extrusionOk="0" h="2345" w="2313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rect b="b" l="l" r="r" t="t"/>
              <a:pathLst>
                <a:path extrusionOk="0" h="2344" w="2313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rect b="b" l="l" r="r" t="t"/>
              <a:pathLst>
                <a:path extrusionOk="0" h="2312" w="2313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rect b="b" l="l" r="r" t="t"/>
              <a:pathLst>
                <a:path extrusionOk="0" h="16975" w="1916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rect b="b" l="l" r="r" t="t"/>
              <a:pathLst>
                <a:path extrusionOk="0" h="3675" w="3706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rect b="b" l="l" r="r" t="t"/>
              <a:pathLst>
                <a:path extrusionOk="0" h="1110" w="571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rect b="b" l="l" r="r" t="t"/>
              <a:pathLst>
                <a:path extrusionOk="0" h="1268" w="1046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rect b="b" l="l" r="r" t="t"/>
              <a:pathLst>
                <a:path extrusionOk="0" h="603" w="1109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rect b="b" l="l" r="r" t="t"/>
              <a:pathLst>
                <a:path extrusionOk="0" h="1268" w="1078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rect b="b" l="l" r="r" t="t"/>
              <a:pathLst>
                <a:path extrusionOk="0" h="1109" w="602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rect b="b" l="l" r="r" t="t"/>
              <a:pathLst>
                <a:path extrusionOk="0" h="1236" w="1077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rect b="b" l="l" r="r" t="t"/>
              <a:pathLst>
                <a:path extrusionOk="0" h="571" w="1109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rect b="b" l="l" r="r" t="t"/>
              <a:pathLst>
                <a:path extrusionOk="0" h="1268" w="1078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rect b="b" l="l" r="r" t="t"/>
              <a:pathLst>
                <a:path extrusionOk="0" h="2503" w="2503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rect b="b" l="l" r="r" t="t"/>
              <a:pathLst>
                <a:path extrusionOk="0" h="761" w="413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rect b="b" l="l" r="r" t="t"/>
              <a:pathLst>
                <a:path extrusionOk="0" h="825" w="729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rect b="b" l="l" r="r" t="t"/>
              <a:pathLst>
                <a:path extrusionOk="0" h="729" w="856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rect b="b" l="l" r="r" t="t"/>
              <a:pathLst>
                <a:path extrusionOk="0" h="413" w="761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rect b="b" l="l" r="r" t="t"/>
              <a:pathLst>
                <a:path extrusionOk="0" h="730" w="856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rect b="b" l="l" r="r" t="t"/>
              <a:pathLst>
                <a:path extrusionOk="0" h="857" w="729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rect b="b" l="l" r="r" t="t"/>
              <a:pathLst>
                <a:path extrusionOk="0" h="761" w="381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rect b="b" l="l" r="r" t="t"/>
              <a:pathLst>
                <a:path extrusionOk="0" h="857" w="73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rect b="b" l="l" r="r" t="t"/>
              <a:pathLst>
                <a:path extrusionOk="0" h="730" w="856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rect b="b" l="l" r="r" t="t"/>
              <a:pathLst>
                <a:path extrusionOk="0" h="413" w="761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rect b="b" l="l" r="r" t="t"/>
              <a:pathLst>
                <a:path extrusionOk="0" h="698" w="856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rect b="b" l="l" r="r" t="t"/>
              <a:pathLst>
                <a:path extrusionOk="0" h="856" w="73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rect b="b" l="l" r="r" t="t"/>
              <a:pathLst>
                <a:path extrusionOk="0" h="2059" w="2028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rect b="b" l="l" r="r" t="t"/>
              <a:pathLst>
                <a:path extrusionOk="0" h="603" w="318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rect b="b" l="l" r="r" t="t"/>
              <a:pathLst>
                <a:path extrusionOk="0" h="698" w="603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rect b="b" l="l" r="r" t="t"/>
              <a:pathLst>
                <a:path extrusionOk="0" h="602" w="698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rect b="b" l="l" r="r" t="t"/>
              <a:pathLst>
                <a:path extrusionOk="0" h="349" w="635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rect b="b" l="l" r="r" t="t"/>
              <a:pathLst>
                <a:path extrusionOk="0" h="603" w="698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rect b="b" l="l" r="r" t="t"/>
              <a:pathLst>
                <a:path extrusionOk="0" h="603" w="35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rect b="b" l="l" r="r" t="t"/>
              <a:pathLst>
                <a:path extrusionOk="0" h="698" w="571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rect b="b" l="l" r="r" t="t"/>
              <a:pathLst>
                <a:path extrusionOk="0" h="603" w="666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rect b="b" l="l" r="r" t="t"/>
              <a:pathLst>
                <a:path extrusionOk="0" h="318" w="603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rect b="b" l="l" r="r" t="t"/>
              <a:pathLst>
                <a:path extrusionOk="0" h="602" w="698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rect b="b" l="l" r="r" t="t"/>
              <a:pathLst>
                <a:path extrusionOk="0" h="698" w="602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rect b="b" l="l" r="r" t="t"/>
              <a:pathLst>
                <a:path extrusionOk="0" h="14505" w="966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rect b="b" l="l" r="r" t="t"/>
              <a:pathLst>
                <a:path extrusionOk="0" h="13428" w="18147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rect b="b" l="l" r="r" t="t"/>
              <a:pathLst>
                <a:path extrusionOk="0" h="13367" w="8362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rect b="b" l="l" r="r" t="t"/>
              <a:pathLst>
                <a:path extrusionOk="0" h="14244" w="757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rect b="b" l="l" r="r" t="t"/>
              <a:pathLst>
                <a:path extrusionOk="0" h="13365" w="8393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rect b="b" l="l" r="r" t="t"/>
              <a:pathLst>
                <a:path extrusionOk="0" h="14245" w="7602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rect b="b" l="l" r="r" t="t"/>
              <a:pathLst>
                <a:path extrusionOk="0" h="2250" w="5955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rect b="b" l="l" r="r" t="t"/>
              <a:pathLst>
                <a:path extrusionOk="0" h="2250" w="5955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rect b="b" l="l" r="r" t="t"/>
              <a:pathLst>
                <a:path extrusionOk="0" h="2218" w="5987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rect b="b" l="l" r="r" t="t"/>
              <a:pathLst>
                <a:path extrusionOk="0" h="2250" w="5987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rect b="b" l="l" r="r" t="t"/>
              <a:pathLst>
                <a:path extrusionOk="0" h="14245" w="852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rect b="b" l="l" r="r" t="t"/>
              <a:pathLst>
                <a:path extrusionOk="0" h="4661" w="4751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rect b="b" l="l" r="r" t="t"/>
              <a:pathLst>
                <a:path extrusionOk="0" h="12035" w="6778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rect b="b" l="l" r="r" t="t"/>
              <a:pathLst>
                <a:path extrusionOk="0" h="4814" w="3263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rect b="b" l="l" r="r" t="t"/>
              <a:pathLst>
                <a:path extrusionOk="0" h="5092" w="7443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rect b="b" l="l" r="r" t="t"/>
              <a:pathLst>
                <a:path extrusionOk="0" h="7291" w="5132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rect b="b" l="l" r="r" t="t"/>
              <a:pathLst>
                <a:path extrusionOk="0" h="7291" w="5132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rect b="b" l="l" r="r" t="t"/>
              <a:pathLst>
                <a:path extrusionOk="0" h="5092" w="415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rect b="b" l="l" r="r" t="t"/>
              <a:pathLst>
                <a:path extrusionOk="0" h="14049" w="9914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rect b="b" l="l" r="r" t="t"/>
              <a:pathLst>
                <a:path extrusionOk="0" h="3009" w="3041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rect b="b" l="l" r="r" t="t"/>
              <a:pathLst>
                <a:path extrusionOk="0" h="38764" w="38764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rect b="b" l="l" r="r" t="t"/>
              <a:pathLst>
                <a:path extrusionOk="0" h="31036" w="31037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rect b="b" l="l" r="r" t="t"/>
              <a:pathLst>
                <a:path extrusionOk="0" h="255" w="358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rect b="b" l="l" r="r" t="t"/>
              <a:pathLst>
                <a:path extrusionOk="0" h="231" w="358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rect b="b" l="l" r="r" t="t"/>
              <a:pathLst>
                <a:path extrusionOk="0" h="254" w="3612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rect b="b" l="l" r="r" t="t"/>
              <a:pathLst>
                <a:path extrusionOk="0" h="223" w="510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rect b="b" l="l" r="r" t="t"/>
              <a:pathLst>
                <a:path extrusionOk="0" h="254" w="510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rect b="b" l="l" r="r" t="t"/>
              <a:pathLst>
                <a:path extrusionOk="0" h="13479" w="11877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rect b="b" l="l" r="r" t="t"/>
              <a:pathLst>
                <a:path extrusionOk="0" h="710" w="792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rect b="b" l="l" r="r" t="t"/>
              <a:pathLst>
                <a:path extrusionOk="0" h="3010" w="301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rect b="b" l="l" r="r" t="t"/>
              <a:pathLst>
                <a:path extrusionOk="0" h="3485" w="3485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rect b="b" l="l" r="r" t="t"/>
              <a:pathLst>
                <a:path extrusionOk="0" h="38796" w="38764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rect b="b" l="l" r="r" t="t"/>
              <a:pathLst>
                <a:path extrusionOk="0" h="31068" w="31068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rect b="b" l="l" r="r" t="t"/>
              <a:pathLst>
                <a:path extrusionOk="0" h="318" w="55643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rect b="b" l="l" r="r" t="t"/>
              <a:pathLst>
                <a:path extrusionOk="0" h="39207" w="318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rect b="b" l="l" r="r" t="t"/>
              <a:pathLst>
                <a:path extrusionOk="0" h="2232" w="2637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rect b="b" l="l" r="r" t="t"/>
              <a:pathLst>
                <a:path extrusionOk="0" h="899" w="1014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rect b="b" l="l" r="r" t="t"/>
              <a:pathLst>
                <a:path extrusionOk="0" h="8845" w="15709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rect b="b" l="l" r="r" t="t"/>
              <a:pathLst>
                <a:path extrusionOk="0" h="888" w="92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rect b="b" l="l" r="r" t="t"/>
              <a:pathLst>
                <a:path extrusionOk="0" h="3009" w="301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rect b="b" l="l" r="r" t="t"/>
              <a:pathLst>
                <a:path extrusionOk="0" h="38763" w="38764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rect b="b" l="l" r="r" t="t"/>
              <a:pathLst>
                <a:path extrusionOk="0" h="31037" w="31037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rect b="b" l="l" r="r" t="t"/>
              <a:pathLst>
                <a:path extrusionOk="0" h="2503" w="3453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rect b="b" l="l" r="r" t="t"/>
              <a:pathLst>
                <a:path extrusionOk="0" h="254" w="14949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rect b="b" l="l" r="r" t="t"/>
              <a:pathLst>
                <a:path extrusionOk="0" h="14948" w="254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rect b="b" l="l" r="r" t="t"/>
              <a:pathLst>
                <a:path extrusionOk="0" h="254" w="14949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rect b="b" l="l" r="r" t="t"/>
              <a:pathLst>
                <a:path extrusionOk="0" h="27521" w="27522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rect b="b" l="l" r="r" t="t"/>
              <a:pathLst>
                <a:path extrusionOk="0" h="27521" w="27521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rect b="b" l="l" r="r" t="t"/>
              <a:pathLst>
                <a:path extrusionOk="0" h="27521" w="55042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rect b="b" l="l" r="r" t="t"/>
              <a:pathLst>
                <a:path extrusionOk="0" h="35090" w="7018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rect b="b" l="l" r="r" t="t"/>
              <a:pathLst>
                <a:path extrusionOk="0" h="34488" w="34457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rect b="b" l="l" r="r" t="t"/>
              <a:pathLst>
                <a:path extrusionOk="0" h="34488" w="34489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rect b="b" l="l" r="r" t="t"/>
              <a:pathLst>
                <a:path extrusionOk="0" h="41772" w="83575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rect b="b" l="l" r="r" t="t"/>
              <a:pathLst>
                <a:path extrusionOk="0" h="42405" w="42406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rect b="b" l="l" r="r" t="t"/>
              <a:pathLst>
                <a:path extrusionOk="0" h="42405" w="42406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rect b="b" l="l" r="r" t="t"/>
              <a:pathLst>
                <a:path extrusionOk="0" h="2503" w="3453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rect b="b" l="l" r="r" t="t"/>
              <a:pathLst>
                <a:path extrusionOk="0" h="3484" w="2471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rect b="b" l="l" r="r" t="t"/>
              <a:pathLst>
                <a:path extrusionOk="0" h="3706" w="2661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rect b="b" l="l" r="r" t="t"/>
              <a:pathLst>
                <a:path extrusionOk="0" h="14315" w="24766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rect b="b" l="l" r="r" t="t"/>
              <a:pathLst>
                <a:path extrusionOk="0" h="2725" w="3104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rect b="b" l="l" r="r" t="t"/>
              <a:pathLst>
                <a:path extrusionOk="0" h="1331" w="1648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rect b="b" l="l" r="r" t="t"/>
              <a:pathLst>
                <a:path extrusionOk="0" h="1204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rect b="b" l="l" r="r" t="t"/>
              <a:pathLst>
                <a:path extrusionOk="0" h="1205" w="191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rect b="b" l="l" r="r" t="t"/>
              <a:pathLst>
                <a:path extrusionOk="0" h="1205" w="191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rect b="b" l="l" r="r" t="t"/>
              <a:pathLst>
                <a:path extrusionOk="0" h="1806" w="191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rect b="b" l="l" r="r" t="t"/>
              <a:pathLst>
                <a:path extrusionOk="0" h="1806" w="191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rect b="b" l="l" r="r" t="t"/>
              <a:pathLst>
                <a:path extrusionOk="0" h="1141" w="222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rect b="b" l="l" r="r" t="t"/>
              <a:pathLst>
                <a:path extrusionOk="0" h="1141" w="191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rect b="b" l="l" r="r" t="t"/>
              <a:pathLst>
                <a:path extrusionOk="0" h="1109" w="222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rect b="b" l="l" r="r" t="t"/>
              <a:pathLst>
                <a:path extrusionOk="0" h="1141" w="191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rect b="b" l="l" r="r" t="t"/>
              <a:pathLst>
                <a:path extrusionOk="0" h="951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rect b="b" l="l" r="r" t="t"/>
              <a:pathLst>
                <a:path extrusionOk="0" h="750" w="634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rect b="b" l="l" r="r" t="t"/>
              <a:pathLst>
                <a:path extrusionOk="0" h="750" w="634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rect b="b" l="l" r="r" t="t"/>
              <a:pathLst>
                <a:path extrusionOk="0" h="1292" w="1141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rect b="b" l="l" r="r" t="t"/>
              <a:pathLst>
                <a:path extrusionOk="0" h="1869" w="191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rect b="b" l="l" r="r" t="t"/>
              <a:pathLst>
                <a:path extrusionOk="0" h="1313" w="1078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rect b="b" l="l" r="r" t="t"/>
              <a:pathLst>
                <a:path extrusionOk="0" h="900" w="792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rect b="b" l="l" r="r" t="t"/>
              <a:pathLst>
                <a:path extrusionOk="0" h="900" w="761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rect b="b" l="l" r="r" t="t"/>
              <a:pathLst>
                <a:path extrusionOk="0" h="1806" w="1109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rect b="b" l="l" r="r" t="t"/>
              <a:pathLst>
                <a:path extrusionOk="0" h="3643" w="2218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rect b="b" l="l" r="r" t="t"/>
              <a:pathLst>
                <a:path extrusionOk="0" h="2534" w="1553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rect b="b" l="l" r="r" t="t"/>
              <a:pathLst>
                <a:path extrusionOk="0" h="3263" w="3263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rect b="b" l="l" r="r" t="t"/>
              <a:pathLst>
                <a:path extrusionOk="0" h="2598" w="2629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rect b="b" l="l" r="r" t="t"/>
              <a:pathLst>
                <a:path extrusionOk="0" h="8963" w="7539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rect b="b" l="l" r="r" t="t"/>
              <a:pathLst>
                <a:path extrusionOk="0" h="6303" w="6335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rect b="b" l="l" r="r" t="t"/>
              <a:pathLst>
                <a:path extrusionOk="0" h="5955" w="5258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rect b="b" l="l" r="r" t="t"/>
              <a:pathLst>
                <a:path extrusionOk="0" h="4403" w="4434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rect b="b" l="l" r="r" t="t"/>
              <a:pathLst>
                <a:path extrusionOk="0" h="3453" w="3422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rect b="b" l="l" r="r" t="t"/>
              <a:pathLst>
                <a:path extrusionOk="0" h="3485" w="3484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rect b="b" l="l" r="r" t="t"/>
              <a:pathLst>
                <a:path extrusionOk="0" h="318" w="52065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rect b="b" l="l" r="r" t="t"/>
              <a:pathLst>
                <a:path extrusionOk="0" h="3485" w="3484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rect b="b" l="l" r="r" t="t"/>
              <a:pathLst>
                <a:path extrusionOk="0" h="318" w="52414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rect b="b" l="l" r="r" t="t"/>
              <a:pathLst>
                <a:path extrusionOk="0" h="3484" w="3484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rect b="b" l="l" r="r" t="t"/>
              <a:pathLst>
                <a:path extrusionOk="0" h="286" w="9249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rect b="b" l="l" r="r" t="t"/>
              <a:pathLst>
                <a:path extrusionOk="0" h="12225" w="13524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rect b="b" l="l" r="r" t="t"/>
              <a:pathLst>
                <a:path extrusionOk="0" h="381" w="1426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rect b="b" l="l" r="r" t="t"/>
              <a:pathLst>
                <a:path extrusionOk="0" h="1015" w="1363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rect b="b" l="l" r="r" t="t"/>
              <a:pathLst>
                <a:path extrusionOk="0" h="1014" w="1363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rect b="b" l="l" r="r" t="t"/>
              <a:pathLst>
                <a:path extrusionOk="0" h="888" w="349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rect b="b" l="l" r="r" t="t"/>
              <a:pathLst>
                <a:path extrusionOk="0" h="888" w="381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2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rect b="b" l="l" r="r" t="t"/>
                <a:pathLst>
                  <a:path extrusionOk="0" h="36971" w="39049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rect b="b" l="l" r="r" t="t"/>
                <a:pathLst>
                  <a:path extrusionOk="0" h="10603" w="30815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rect b="b" l="l" r="r" t="t"/>
                <a:pathLst>
                  <a:path extrusionOk="0" h="35987" w="40347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rect b="b" l="l" r="r" t="t"/>
                <a:pathLst>
                  <a:path extrusionOk="0" h="11611" w="31828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rect b="b" l="l" r="r" t="t"/>
                <a:pathLst>
                  <a:path extrusionOk="0" h="69605" w="57037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rect b="b" l="l" r="r" t="t"/>
                <a:pathLst>
                  <a:path extrusionOk="0" h="11975" w="31797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rect b="b" l="l" r="r" t="t"/>
                <a:pathLst>
                  <a:path extrusionOk="0" h="61259" w="40348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rect b="b" l="l" r="r" t="t"/>
                <a:pathLst>
                  <a:path extrusionOk="0" h="8077" w="795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rect b="b" l="l" r="r" t="t"/>
                <a:pathLst>
                  <a:path extrusionOk="0" h="8013" w="7982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rect b="b" l="l" r="r" t="t"/>
                <a:pathLst>
                  <a:path extrusionOk="0" h="55580" w="19762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rect b="b" l="l" r="r" t="t"/>
                <a:pathLst>
                  <a:path extrusionOk="0" h="7950" w="8045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rect b="b" l="l" r="r" t="t"/>
                <a:pathLst>
                  <a:path extrusionOk="0" h="67266" w="58874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rect b="b" l="l" r="r" t="t"/>
                <a:pathLst>
                  <a:path extrusionOk="0" h="7950" w="8045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rect b="b" l="l" r="r" t="t"/>
                <a:pathLst>
                  <a:path extrusionOk="0" h="7982" w="8045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rect b="b" l="l" r="r" t="t"/>
              <a:pathLst>
                <a:path extrusionOk="0" h="29382" w="3224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rect b="b" l="l" r="r" t="t"/>
              <a:pathLst>
                <a:path extrusionOk="0" h="34299" w="34299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rect b="b" l="l" r="r" t="t"/>
              <a:pathLst>
                <a:path extrusionOk="0" h="5495" w="5543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rect b="b" l="l" r="r" t="t"/>
              <a:pathLst>
                <a:path extrusionOk="0" h="29390" w="2939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rect b="b" l="l" r="r" t="t"/>
              <a:pathLst>
                <a:path extrusionOk="0" h="381" w="7633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rect b="b" l="l" r="r" t="t"/>
              <a:pathLst>
                <a:path extrusionOk="0" h="29414" w="2939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rect b="b" l="l" r="r" t="t"/>
              <a:pathLst>
                <a:path extrusionOk="0" h="5496" w="5543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rect b="b" l="l" r="r" t="t"/>
              <a:pathLst>
                <a:path extrusionOk="0" h="29414" w="2939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rect b="b" l="l" r="r" t="t"/>
              <a:pathLst>
                <a:path extrusionOk="0" h="34298" w="34267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rect b="b" l="l" r="r" t="t"/>
              <a:pathLst>
                <a:path extrusionOk="0" h="5496" w="5543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rect b="b" l="l" r="r" t="t"/>
              <a:pathLst>
                <a:path extrusionOk="0" h="29390" w="2939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rect b="b" l="l" r="r" t="t"/>
              <a:pathLst>
                <a:path extrusionOk="0" h="381" w="7633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rect b="b" l="l" r="r" t="t"/>
              <a:pathLst>
                <a:path extrusionOk="0" h="29382" w="3224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rect b="b" l="l" r="r" t="t"/>
              <a:pathLst>
                <a:path extrusionOk="0" h="34299" w="34267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rect b="b" l="l" r="r" t="t"/>
              <a:pathLst>
                <a:path extrusionOk="0" h="5495" w="5543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rect b="b" l="l" r="r" t="t"/>
              <a:pathLst>
                <a:path extrusionOk="0" h="17197" w="1023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rect b="b" l="l" r="r" t="t"/>
              <a:pathLst>
                <a:path extrusionOk="0" h="17577" w="1061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rect b="b" l="l" r="r" t="t"/>
              <a:pathLst>
                <a:path extrusionOk="0" h="13682" w="8646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rect b="b" l="l" r="r" t="t"/>
              <a:pathLst>
                <a:path extrusionOk="0" h="14094" w="9058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rect b="b" l="l" r="r" t="t"/>
              <a:pathLst>
                <a:path extrusionOk="0" h="1363" w="1362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rect b="b" l="l" r="r" t="t"/>
              <a:pathLst>
                <a:path extrusionOk="0" h="1743" w="1774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rect b="b" l="l" r="r" t="t"/>
              <a:pathLst>
                <a:path extrusionOk="0" h="413" w="5733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rect b="b" l="l" r="r" t="t"/>
              <a:pathLst>
                <a:path extrusionOk="0" h="413" w="5733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rect b="b" l="l" r="r" t="t"/>
              <a:pathLst>
                <a:path extrusionOk="0" h="381" w="5702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rect b="b" l="l" r="r" t="t"/>
              <a:pathLst>
                <a:path extrusionOk="0" h="381" w="5702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rect b="b" l="l" r="r" t="t"/>
              <a:pathLst>
                <a:path extrusionOk="0" h="3675" w="5733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rect b="b" l="l" r="r" t="t"/>
              <a:pathLst>
                <a:path extrusionOk="0" h="2788" w="6462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rect b="b" l="l" r="r" t="t"/>
              <a:pathLst>
                <a:path extrusionOk="0" h="10990" w="16944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rect b="b" l="l" r="r" t="t"/>
              <a:pathLst>
                <a:path extrusionOk="0" h="350" w="16247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rect b="b" l="l" r="r" t="t"/>
              <a:pathLst>
                <a:path extrusionOk="0" h="349" w="1570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rect b="b" l="l" r="r" t="t"/>
              <a:pathLst>
                <a:path extrusionOk="0" h="350" w="15076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rect b="b" l="l" r="r" t="t"/>
              <a:pathLst>
                <a:path extrusionOk="0" h="349" w="14379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rect b="b" l="l" r="r" t="t"/>
              <a:pathLst>
                <a:path extrusionOk="0" h="349" w="13808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rect b="b" l="l" r="r" t="t"/>
              <a:pathLst>
                <a:path extrusionOk="0" h="10990" w="2123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rect b="b" l="l" r="r" t="t"/>
              <a:pathLst>
                <a:path extrusionOk="0" h="10990" w="1616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rect b="b" l="l" r="r" t="t"/>
              <a:pathLst>
                <a:path extrusionOk="0" h="10990" w="35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rect b="b" l="l" r="r" t="t"/>
              <a:pathLst>
                <a:path extrusionOk="0" h="10990" w="1077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rect b="b" l="l" r="r" t="t"/>
              <a:pathLst>
                <a:path extrusionOk="0" h="10990" w="2123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rect b="b" l="l" r="r" t="t"/>
              <a:pathLst>
                <a:path extrusionOk="0" h="10990" w="1616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rect b="b" l="l" r="r" t="t"/>
              <a:pathLst>
                <a:path extrusionOk="0" h="10990" w="1078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rect b="b" l="l" r="r" t="t"/>
              <a:pathLst>
                <a:path extrusionOk="0" h="11592" w="16437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rect b="b" l="l" r="r" t="t"/>
              <a:pathLst>
                <a:path extrusionOk="0" h="12067" w="16912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rect b="b" l="l" r="r" t="t"/>
              <a:pathLst>
                <a:path extrusionOk="0" h="1584" w="16437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rect b="b" l="l" r="r" t="t"/>
              <a:pathLst>
                <a:path extrusionOk="0" h="2091" w="16912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rect b="b" l="l" r="r" t="t"/>
              <a:pathLst>
                <a:path extrusionOk="0" h="856" w="9597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rect b="b" l="l" r="r" t="t"/>
              <a:pathLst>
                <a:path extrusionOk="0" h="1363" w="10103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rect b="b" l="l" r="r" t="t"/>
              <a:pathLst>
                <a:path extrusionOk="0" h="856" w="6778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rect b="b" l="l" r="r" t="t"/>
              <a:pathLst>
                <a:path extrusionOk="0" h="1331" w="7285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rect b="b" l="l" r="r" t="t"/>
              <a:pathLst>
                <a:path extrusionOk="0" h="10547" w="16469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rect b="b" l="l" r="r" t="t"/>
              <a:pathLst>
                <a:path extrusionOk="0" h="10990" w="16912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rect b="b" l="l" r="r" t="t"/>
              <a:pathLst>
                <a:path extrusionOk="0" h="1046" w="9375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rect b="b" l="l" r="r" t="t"/>
              <a:pathLst>
                <a:path extrusionOk="0" h="1489" w="9818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rect b="b" l="l" r="r" t="t"/>
              <a:pathLst>
                <a:path extrusionOk="0" h="3168" w="13523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rect b="b" l="l" r="r" t="t"/>
              <a:pathLst>
                <a:path extrusionOk="0" h="3611" w="13967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rect b="b" l="l" r="r" t="t"/>
              <a:pathLst>
                <a:path extrusionOk="0" h="444" w="10167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rect b="b" l="l" r="r" t="t"/>
              <a:pathLst>
                <a:path extrusionOk="0" h="444" w="3136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rect b="b" l="l" r="r" t="t"/>
              <a:pathLst>
                <a:path extrusionOk="0" h="2756" w="12003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rect b="b" l="l" r="r" t="t"/>
              <a:pathLst>
                <a:path extrusionOk="0" h="571" w="14506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rect b="b" l="l" r="r" t="t"/>
              <a:pathLst>
                <a:path extrusionOk="0" h="888" w="14854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rect b="b" l="l" r="r" t="t"/>
              <a:pathLst>
                <a:path extrusionOk="0" h="28630" w="3965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rect b="b" l="l" r="r" t="t"/>
              <a:pathLst>
                <a:path extrusionOk="0" h="28946" w="4003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rect b="b" l="l" r="r" t="t"/>
              <a:pathLst>
                <a:path extrusionOk="0" h="24386" w="3965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rect b="b" l="l" r="r" t="t"/>
              <a:pathLst>
                <a:path extrusionOk="0" h="24702" w="4003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rect b="b" l="l" r="r" t="t"/>
              <a:pathLst>
                <a:path extrusionOk="0" h="21124" w="36578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rect b="b" l="l" r="r" t="t"/>
              <a:pathLst>
                <a:path extrusionOk="0" h="21473" w="36927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rect b="b" l="l" r="r" t="t"/>
              <a:pathLst>
                <a:path extrusionOk="0" h="1679" w="1711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rect b="b" l="l" r="r" t="t"/>
              <a:pathLst>
                <a:path extrusionOk="0" h="2059" w="2059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rect b="b" l="l" r="r" t="t"/>
              <a:pathLst>
                <a:path extrusionOk="0" h="9216" w="5045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rect b="b" l="l" r="r" t="t"/>
              <a:pathLst>
                <a:path extrusionOk="0" h="9565" w="50798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rect b="b" l="l" r="r" t="t"/>
              <a:pathLst>
                <a:path extrusionOk="0" h="2662" w="4941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rect b="b" l="l" r="r" t="t"/>
              <a:pathLst>
                <a:path extrusionOk="0" h="2662" w="4973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rect b="b" l="l" r="r" t="t"/>
              <a:pathLst>
                <a:path extrusionOk="0" h="2281" w="4529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rect b="b" l="l" r="r" t="t"/>
              <a:pathLst>
                <a:path extrusionOk="0" h="2662" w="4878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rect b="b" l="l" r="r" t="t"/>
              <a:pathLst>
                <a:path extrusionOk="0" h="6936" w="9756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rect b="b" l="l" r="r" t="t"/>
              <a:pathLst>
                <a:path extrusionOk="0" h="7253" w="10136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rect b="b" l="l" r="r" t="t"/>
              <a:pathLst>
                <a:path extrusionOk="0" h="6936" w="7253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rect b="b" l="l" r="r" t="t"/>
              <a:pathLst>
                <a:path extrusionOk="0" h="7253" w="7633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rect b="b" l="l" r="r" t="t"/>
              <a:pathLst>
                <a:path extrusionOk="0" h="6936" w="5194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rect b="b" l="l" r="r" t="t"/>
              <a:pathLst>
                <a:path extrusionOk="0" h="7253" w="5574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rect b="b" l="l" r="r" t="t"/>
              <a:pathLst>
                <a:path extrusionOk="0" h="6936" w="9723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rect b="b" l="l" r="r" t="t"/>
              <a:pathLst>
                <a:path extrusionOk="0" h="7253" w="10103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rect b="b" l="l" r="r" t="t"/>
              <a:pathLst>
                <a:path extrusionOk="0" h="6936" w="7253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rect b="b" l="l" r="r" t="t"/>
              <a:pathLst>
                <a:path extrusionOk="0" h="7253" w="7633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rect b="b" l="l" r="r" t="t"/>
              <a:pathLst>
                <a:path extrusionOk="0" h="6936" w="5195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rect b="b" l="l" r="r" t="t"/>
              <a:pathLst>
                <a:path extrusionOk="0" h="7253" w="5575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rect b="b" l="l" r="r" t="t"/>
              <a:pathLst>
                <a:path extrusionOk="0" h="2883" w="5353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rect b="b" l="l" r="r" t="t"/>
              <a:pathLst>
                <a:path extrusionOk="0" h="2914" w="5353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rect b="b" l="l" r="r" t="t"/>
              <a:pathLst>
                <a:path extrusionOk="0" h="14696" w="11054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rect b="b" l="l" r="r" t="t"/>
              <a:pathLst>
                <a:path extrusionOk="0" h="15012" w="11402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rect b="b" l="l" r="r" t="t"/>
              <a:pathLst>
                <a:path extrusionOk="0" h="12257" w="11054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rect b="b" l="l" r="r" t="t"/>
              <a:pathLst>
                <a:path extrusionOk="0" h="12574" w="11402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rect b="b" l="l" r="r" t="t"/>
              <a:pathLst>
                <a:path extrusionOk="0" h="4340" w="61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rect b="b" l="l" r="r" t="t"/>
              <a:pathLst>
                <a:path extrusionOk="0" h="17229" w="13682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rect b="b" l="l" r="r" t="t"/>
              <a:pathLst>
                <a:path extrusionOk="0" h="17577" w="1403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rect b="b" l="l" r="r" t="t"/>
              <a:pathLst>
                <a:path extrusionOk="0" h="13302" w="11212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rect b="b" l="l" r="r" t="t"/>
              <a:pathLst>
                <a:path extrusionOk="0" h="13650" w="11592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rect b="b" l="l" r="r" t="t"/>
              <a:pathLst>
                <a:path extrusionOk="0" h="1204" w="1204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rect b="b" l="l" r="r" t="t"/>
              <a:pathLst>
                <a:path extrusionOk="0" h="1585" w="1553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rect b="b" l="l" r="r" t="t"/>
              <a:pathLst>
                <a:path extrusionOk="0" h="3453" w="1869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rect b="b" l="l" r="r" t="t"/>
              <a:pathLst>
                <a:path extrusionOk="0" h="349" w="753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rect b="b" l="l" r="r" t="t"/>
              <a:pathLst>
                <a:path extrusionOk="0" h="350" w="7538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rect b="b" l="l" r="r" t="t"/>
              <a:pathLst>
                <a:path extrusionOk="0" h="350" w="7538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rect b="b" l="l" r="r" t="t"/>
              <a:pathLst>
                <a:path extrusionOk="0" h="824" w="719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rect b="b" l="l" r="r" t="t"/>
              <a:pathLst>
                <a:path extrusionOk="0" h="1173" w="7538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rect b="b" l="l" r="r" t="t"/>
              <a:pathLst>
                <a:path extrusionOk="0" h="98840" w="112172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rect b="b" l="l" r="r" t="t"/>
              <a:pathLst>
                <a:path extrusionOk="0" h="286" w="286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rect b="b" l="l" r="r" t="t"/>
              <a:pathLst>
                <a:path extrusionOk="0" h="114927" w="11059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rect b="b" l="l" r="r" t="t"/>
              <a:pathLst>
                <a:path extrusionOk="0" h="317" w="286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rect b="b" l="l" r="r" t="t"/>
              <a:pathLst>
                <a:path extrusionOk="0" h="223" w="255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rect b="b" l="l" r="r" t="t"/>
              <a:pathLst>
                <a:path extrusionOk="0" h="105331" w="73917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rect b="b" l="l" r="r" t="t"/>
              <a:pathLst>
                <a:path extrusionOk="0" h="191" w="254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rect b="b" l="l" r="r" t="t"/>
              <a:pathLst>
                <a:path extrusionOk="0" h="20459" w="20427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rect b="b" l="l" r="r" t="t"/>
              <a:pathLst>
                <a:path extrusionOk="0" h="3168" w="2661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rect b="b" l="l" r="r" t="t"/>
              <a:pathLst>
                <a:path extrusionOk="0" h="8204" w="2472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rect b="b" l="l" r="r" t="t"/>
              <a:pathLst>
                <a:path extrusionOk="0" h="8204" w="2439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rect b="b" l="l" r="r" t="t"/>
              <a:pathLst>
                <a:path extrusionOk="0" h="539" w="539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rect b="b" l="l" r="r" t="t"/>
              <a:pathLst>
                <a:path extrusionOk="0" h="540" w="508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rect b="b" l="l" r="r" t="t"/>
              <a:pathLst>
                <a:path extrusionOk="0" h="2725" w="1806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rect b="b" l="l" r="r" t="t"/>
              <a:pathLst>
                <a:path extrusionOk="0" h="2629" w="2408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rect b="b" l="l" r="r" t="t"/>
              <a:pathLst>
                <a:path extrusionOk="0" h="2629" w="1648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rect b="b" l="l" r="r" t="t"/>
              <a:pathLst>
                <a:path extrusionOk="0" h="2629" w="1679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rect b="b" l="l" r="r" t="t"/>
              <a:pathLst>
                <a:path extrusionOk="0" h="36673" w="57639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rect b="b" l="l" r="r" t="t"/>
              <a:pathLst>
                <a:path extrusionOk="0" h="13207" w="57639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rect b="b" l="l" r="r" t="t"/>
              <a:pathLst>
                <a:path extrusionOk="0" h="30435" w="43736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rect b="b" l="l" r="r" t="t"/>
              <a:pathLst>
                <a:path extrusionOk="0" h="30435" w="43578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rect b="b" l="l" r="r" t="t"/>
              <a:pathLst>
                <a:path extrusionOk="0" h="4909" w="61787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rect b="b" l="l" r="r" t="t"/>
              <a:pathLst>
                <a:path extrusionOk="0" h="12795" w="22233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rect b="b" l="l" r="r" t="t"/>
              <a:pathLst>
                <a:path extrusionOk="0" h="15582" w="25019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rect b="b" l="l" r="r" t="t"/>
              <a:pathLst>
                <a:path extrusionOk="0" h="6936" w="3548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rect b="b" l="l" r="r" t="t"/>
              <a:pathLst>
                <a:path extrusionOk="0" h="6936" w="4593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rect b="b" l="l" r="r" t="t"/>
              <a:pathLst>
                <a:path extrusionOk="0" h="6968" w="4023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rect b="b" l="l" r="r" t="t"/>
              <a:pathLst>
                <a:path extrusionOk="0" h="7158" w="5353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rect b="b" l="l" r="r" t="t"/>
              <a:pathLst>
                <a:path extrusionOk="0" h="5448" w="14854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rect b="b" l="l" r="r" t="t"/>
              <a:pathLst>
                <a:path extrusionOk="0" h="2598" w="2598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rect b="b" l="l" r="r" t="t"/>
              <a:pathLst>
                <a:path extrusionOk="0" h="11910" w="7919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rect b="b" l="l" r="r" t="t"/>
              <a:pathLst>
                <a:path extrusionOk="0" h="11941" w="7887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rect b="b" l="l" r="r" t="t"/>
              <a:pathLst>
                <a:path extrusionOk="0" h="254" w="1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rect b="b" l="l" r="r" t="t"/>
              <a:pathLst>
                <a:path extrusionOk="0" h="11244" w="7886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rect b="b" l="l" r="r" t="t"/>
              <a:pathLst>
                <a:path extrusionOk="0" h="11275" w="7886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rect b="b" l="l" r="r" t="t"/>
              <a:pathLst>
                <a:path extrusionOk="0" h="11624" w="7887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rect b="b" l="l" r="r" t="t"/>
              <a:pathLst>
                <a:path extrusionOk="0" h="11592" w="7887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rect b="b" l="l" r="r" t="t"/>
              <a:pathLst>
                <a:path extrusionOk="0" h="10863" w="7886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rect b="b" l="l" r="r" t="t"/>
              <a:pathLst>
                <a:path extrusionOk="0" h="11212" w="7886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rect b="b" l="l" r="r" t="t"/>
              <a:pathLst>
                <a:path extrusionOk="0" h="11180" w="8013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rect b="b" l="l" r="r" t="t"/>
              <a:pathLst>
                <a:path extrusionOk="0" h="3484" w="11054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rect b="b" l="l" r="r" t="t"/>
              <a:pathLst>
                <a:path extrusionOk="0" h="3611" w="9913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rect b="b" l="l" r="r" t="t"/>
              <a:pathLst>
                <a:path extrusionOk="0" h="3706" w="8963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rect b="b" l="l" r="r" t="t"/>
              <a:pathLst>
                <a:path extrusionOk="0" h="3801" w="7665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rect b="b" l="l" r="r" t="t"/>
              <a:pathLst>
                <a:path extrusionOk="0" h="3928" w="7665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rect b="b" l="l" r="r" t="t"/>
              <a:pathLst>
                <a:path extrusionOk="0" h="4023" w="7665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rect b="b" l="l" r="r" t="t"/>
              <a:pathLst>
                <a:path extrusionOk="0" h="4118" w="909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rect b="b" l="l" r="r" t="t"/>
              <a:pathLst>
                <a:path extrusionOk="0" h="4245" w="10293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rect b="b" l="l" r="r" t="t"/>
              <a:pathLst>
                <a:path extrusionOk="0" h="4340" w="12035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rect b="b" l="l" r="r" t="t"/>
              <a:pathLst>
                <a:path extrusionOk="0" h="20459" w="2046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rect b="b" l="l" r="r" t="t"/>
              <a:pathLst>
                <a:path extrusionOk="0" h="20459" w="20427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rect b="b" l="l" r="r" t="t"/>
              <a:pathLst>
                <a:path extrusionOk="0" h="3707" w="681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rect b="b" l="l" r="r" t="t"/>
              <a:pathLst>
                <a:path extrusionOk="0" h="4118" w="7254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rect b="b" l="l" r="r" t="t"/>
              <a:pathLst>
                <a:path extrusionOk="0" h="1045" w="1933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rect b="b" l="l" r="r" t="t"/>
              <a:pathLst>
                <a:path extrusionOk="0" h="3643" w="681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rect b="b" l="l" r="r" t="t"/>
              <a:pathLst>
                <a:path extrusionOk="0" h="540" w="1014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rect b="b" l="l" r="r" t="t"/>
              <a:pathLst>
                <a:path extrusionOk="0" h="1081" w="1109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rect b="b" l="l" r="r" t="t"/>
              <a:pathLst>
                <a:path extrusionOk="0" h="1110" w="1078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rect b="b" l="l" r="r" t="t"/>
              <a:pathLst>
                <a:path extrusionOk="0" h="3041" w="548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rect b="b" l="l" r="r" t="t"/>
              <a:pathLst>
                <a:path extrusionOk="0" h="603" w="476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rect b="b" l="l" r="r" t="t"/>
              <a:pathLst>
                <a:path extrusionOk="0" h="3643" w="6874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rect b="b" l="l" r="r" t="t"/>
              <a:pathLst>
                <a:path extrusionOk="0" h="4086" w="7285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rect b="b" l="l" r="r" t="t"/>
              <a:pathLst>
                <a:path extrusionOk="0" h="920" w="1932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rect b="b" l="l" r="r" t="t"/>
              <a:pathLst>
                <a:path extrusionOk="0" h="3389" w="6874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rect b="b" l="l" r="r" t="t"/>
              <a:pathLst>
                <a:path extrusionOk="0" h="444" w="1015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rect b="b" l="l" r="r" t="t"/>
              <a:pathLst>
                <a:path extrusionOk="0" h="1019" w="1078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rect b="b" l="l" r="r" t="t"/>
              <a:pathLst>
                <a:path extrusionOk="0" h="1062" w="1046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rect b="b" l="l" r="r" t="t"/>
              <a:pathLst>
                <a:path extrusionOk="0" h="3263" w="5607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rect b="b" l="l" r="r" t="t"/>
              <a:pathLst>
                <a:path extrusionOk="0" h="571" w="54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rect b="b" l="l" r="r" t="t"/>
              <a:pathLst>
                <a:path extrusionOk="0" h="7316" w="10641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rect b="b" l="l" r="r" t="t"/>
              <a:pathLst>
                <a:path extrusionOk="0" h="571" w="10958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rect b="b" l="l" r="r" t="t"/>
              <a:pathLst>
                <a:path extrusionOk="0" h="7316" w="10325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rect b="b" l="l" r="r" t="t"/>
              <a:pathLst>
                <a:path extrusionOk="0" h="318" w="10958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rect b="b" l="l" r="r" t="t"/>
              <a:pathLst>
                <a:path extrusionOk="0" h="1996" w="3833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rect b="b" l="l" r="r" t="t"/>
              <a:pathLst>
                <a:path extrusionOk="0" h="1015" w="1046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rect b="b" l="l" r="r" t="t"/>
              <a:pathLst>
                <a:path extrusionOk="0" h="5733" w="11972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rect b="b" l="l" r="r" t="t"/>
              <a:pathLst>
                <a:path extrusionOk="0" h="1870" w="13017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rect b="b" l="l" r="r" t="t"/>
              <a:pathLst>
                <a:path extrusionOk="0" h="3552" w="3738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rect b="b" l="l" r="r" t="t"/>
              <a:pathLst>
                <a:path extrusionOk="0" h="3695" w="3706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rect b="b" l="l" r="r" t="t"/>
              <a:pathLst>
                <a:path extrusionOk="0" h="9850" w="9882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rect b="b" l="l" r="r" t="t"/>
              <a:pathLst>
                <a:path extrusionOk="0" h="7570" w="7602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rect b="b" l="l" r="r" t="t"/>
              <a:pathLst>
                <a:path extrusionOk="0" h="4656" w="2534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rect b="b" l="l" r="r" t="t"/>
              <a:pathLst>
                <a:path extrusionOk="0" h="349" w="8108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rect b="b" l="l" r="r" t="t"/>
              <a:pathLst>
                <a:path extrusionOk="0" h="349" w="7221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rect b="b" l="l" r="r" t="t"/>
              <a:pathLst>
                <a:path extrusionOk="0" h="350" w="6429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rect b="b" l="l" r="r" t="t"/>
              <a:pathLst>
                <a:path extrusionOk="0" h="3643" w="73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rect b="b" l="l" r="r" t="t"/>
              <a:pathLst>
                <a:path extrusionOk="0" h="3675" w="507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rect b="b" l="l" r="r" t="t"/>
              <a:pathLst>
                <a:path extrusionOk="0" h="3737" w="286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rect b="b" l="l" r="r" t="t"/>
              <a:pathLst>
                <a:path extrusionOk="0" h="3801" w="856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rect b="b" l="l" r="r" t="t"/>
              <a:pathLst>
                <a:path extrusionOk="0" h="3833" w="1204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rect b="b" l="l" r="r" t="t"/>
              <a:pathLst>
                <a:path extrusionOk="0" h="3832" w="1489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rect b="b" l="l" r="r" t="t"/>
              <a:pathLst>
                <a:path extrusionOk="0" h="4339" w="776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rect b="b" l="l" r="r" t="t"/>
              <a:pathLst>
                <a:path extrusionOk="0" h="698" w="3579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rect b="b" l="l" r="r" t="t"/>
              <a:pathLst>
                <a:path extrusionOk="0" h="2630" w="4783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rect b="b" l="l" r="r" t="t"/>
              <a:pathLst>
                <a:path extrusionOk="0" h="1743" w="1711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rect b="b" l="l" r="r" t="t"/>
              <a:pathLst>
                <a:path extrusionOk="0" h="1299" w="1267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rect b="b" l="l" r="r" t="t"/>
              <a:pathLst>
                <a:path extrusionOk="0" h="1743" w="1711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rect b="b" l="l" r="r" t="t"/>
              <a:pathLst>
                <a:path extrusionOk="0" h="1299" w="1268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rect b="b" l="l" r="r" t="t"/>
              <a:pathLst>
                <a:path extrusionOk="0" h="96" w="8678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rect b="b" l="l" r="r" t="t"/>
              <a:pathLst>
                <a:path extrusionOk="0" h="3738" w="3991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rect b="b" l="l" r="r" t="t"/>
              <a:pathLst>
                <a:path extrusionOk="0" h="3738" w="3991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rect b="b" l="l" r="r" t="t"/>
              <a:pathLst>
                <a:path extrusionOk="0" h="413" w="8678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rect b="b" l="l" r="r" t="t"/>
              <a:pathLst>
                <a:path extrusionOk="0" h="318" w="729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rect b="b" l="l" r="r" t="t"/>
              <a:pathLst>
                <a:path extrusionOk="0" h="2819" w="729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rect b="b" l="l" r="r" t="t"/>
              <a:pathLst>
                <a:path extrusionOk="0" h="5892" w="8678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rect b="b" l="l" r="r" t="t"/>
              <a:pathLst>
                <a:path extrusionOk="0" h="2819" w="491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rect b="b" l="l" r="r" t="t"/>
              <a:pathLst>
                <a:path extrusionOk="0" h="2819" w="4909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rect b="b" l="l" r="r" t="t"/>
              <a:pathLst>
                <a:path extrusionOk="0" h="2630" w="2028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rect b="b" l="l" r="r" t="t"/>
              <a:pathLst>
                <a:path extrusionOk="0" h="1789" w="3453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rect b="b" l="l" r="r" t="t"/>
              <a:pathLst>
                <a:path extrusionOk="0" h="2630" w="2028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rect b="b" l="l" r="r" t="t"/>
              <a:pathLst>
                <a:path extrusionOk="0" h="1757" w="3422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rect b="b" l="l" r="r" t="t"/>
              <a:pathLst>
                <a:path extrusionOk="0" h="571" w="919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rect b="b" l="l" r="r" t="t"/>
            <a:pathLst>
              <a:path extrusionOk="0" h="57670" w="31734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rect b="b" l="l" r="r" t="t"/>
            <a:pathLst>
              <a:path extrusionOk="0" h="47694" w="28724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rect b="b" l="l" r="r" t="t"/>
            <a:pathLst>
              <a:path extrusionOk="0" h="3612" w="28724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rect b="b" l="l" r="r" t="t"/>
            <a:pathLst>
              <a:path extrusionOk="0" h="5194" w="24228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rect b="b" l="l" r="r" t="t"/>
            <a:pathLst>
              <a:path extrusionOk="0" h="5226" w="24228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rect b="b" l="l" r="r" t="t"/>
            <a:pathLst>
              <a:path extrusionOk="0" h="6556" w="12004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rect b="b" l="l" r="r" t="t"/>
            <a:pathLst>
              <a:path extrusionOk="0" h="6556" w="12004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rect b="b" l="l" r="r" t="t"/>
            <a:pathLst>
              <a:path extrusionOk="0" h="2028" w="11972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rect b="b" l="l" r="r" t="t"/>
            <a:pathLst>
              <a:path extrusionOk="0" h="1015" w="982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rect b="b" l="l" r="r" t="t"/>
            <a:pathLst>
              <a:path extrusionOk="0" h="1616" w="1552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rect b="b" l="l" r="r" t="t"/>
            <a:pathLst>
              <a:path extrusionOk="0" h="1616" w="1585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rect b="b" l="l" r="r" t="t"/>
            <a:pathLst>
              <a:path extrusionOk="0" h="2060" w="1774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rect b="b" l="l" r="r" t="t"/>
            <a:pathLst>
              <a:path extrusionOk="0" h="1584" w="1236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rect b="b" l="l" r="r" t="t"/>
            <a:pathLst>
              <a:path extrusionOk="0" h="1585" w="1553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rect b="b" l="l" r="r" t="t"/>
            <a:pathLst>
              <a:path extrusionOk="0" h="1584" w="919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rect b="b" l="l" r="r" t="t"/>
            <a:pathLst>
              <a:path extrusionOk="0" h="1584" w="1522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rect b="b" l="l" r="r" t="t"/>
            <a:pathLst>
              <a:path extrusionOk="0" h="1585" w="1426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rect b="b" l="l" r="r" t="t"/>
            <a:pathLst>
              <a:path extrusionOk="0" h="1561" w="2598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rect b="b" l="l" r="r" t="t"/>
            <a:pathLst>
              <a:path extrusionOk="0" h="1585" w="1553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rect b="b" l="l" r="r" t="t"/>
            <a:pathLst>
              <a:path extrusionOk="0" h="1395" w="23658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rect b="b" l="l" r="r" t="t"/>
            <a:pathLst>
              <a:path extrusionOk="0" h="7919" w="643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rect b="b" l="l" r="r" t="t"/>
            <a:pathLst>
              <a:path extrusionOk="0" h="1997" w="6018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rect b="b" l="l" r="r" t="t"/>
            <a:pathLst>
              <a:path extrusionOk="0" h="888" w="3738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rect b="b" l="l" r="r" t="t"/>
              <a:pathLst>
                <a:path extrusionOk="0" h="12289" w="12289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rect b="b" l="l" r="r" t="t"/>
              <a:pathLst>
                <a:path extrusionOk="0" h="12288" w="12256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rect b="b" l="l" r="r" t="t"/>
              <a:pathLst>
                <a:path extrusionOk="0" h="12289" w="12288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rect b="b" l="l" r="r" t="t"/>
              <a:pathLst>
                <a:path extrusionOk="0" h="9787" w="9787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rect b="b" l="l" r="r" t="t"/>
              <a:pathLst>
                <a:path extrusionOk="0" h="12891" w="1289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rect b="b" l="l" r="r" t="t"/>
              <a:pathLst>
                <a:path extrusionOk="0" h="9787" w="9818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rect b="b" l="l" r="r" t="t"/>
              <a:pathLst>
                <a:path extrusionOk="0" h="12257" w="12288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rect b="b" l="l" r="r" t="t"/>
              <a:pathLst>
                <a:path extrusionOk="0" h="3105" w="22645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rect b="b" l="l" r="r" t="t"/>
              <a:pathLst>
                <a:path extrusionOk="0" h="15138" w="26951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rect b="b" l="l" r="r" t="t"/>
              <a:pathLst>
                <a:path extrusionOk="0" h="2882" w="31955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rect b="b" l="l" r="r" t="t"/>
              <a:pathLst>
                <a:path extrusionOk="0" h="18297" w="27585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rect b="b" l="l" r="r" t="t"/>
              <a:pathLst>
                <a:path extrusionOk="0" h="8236" w="10515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rect b="b" l="l" r="r" t="t"/>
              <a:pathLst>
                <a:path extrusionOk="0" h="2344" w="2345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rect b="b" l="l" r="r" t="t"/>
              <a:pathLst>
                <a:path extrusionOk="0" h="8900" w="15867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rect b="b" l="l" r="r" t="t"/>
              <a:pathLst>
                <a:path extrusionOk="0" h="5417" w="5417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rect b="b" l="l" r="r" t="t"/>
              <a:pathLst>
                <a:path extrusionOk="0" h="3453" w="3421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rect b="b" l="l" r="r" t="t"/>
              <a:pathLst>
                <a:path extrusionOk="0" h="5417" w="5416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rect b="b" l="l" r="r" t="t"/>
              <a:pathLst>
                <a:path extrusionOk="0" h="3453" w="3453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rect b="b" l="l" r="r" t="t"/>
              <a:pathLst>
                <a:path extrusionOk="0" h="8108" w="349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rect b="b" l="l" r="r" t="t"/>
              <a:pathLst>
                <a:path extrusionOk="0" h="9502" w="35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rect b="b" l="l" r="r" t="t"/>
              <a:pathLst>
                <a:path extrusionOk="0" h="7728" w="349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rect b="b" l="l" r="r" t="t"/>
              <a:pathLst>
                <a:path extrusionOk="0" h="7696" w="35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rect b="b" l="l" r="r" t="t"/>
              <a:pathLst>
                <a:path extrusionOk="0" h="1933" w="1933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rect b="b" l="l" r="r" t="t"/>
              <a:pathLst>
                <a:path extrusionOk="0" h="1901" w="1933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rect b="b" l="l" r="r" t="t"/>
            <a:pathLst>
              <a:path extrusionOk="0" h="65556" w="18623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rect b="b" l="l" r="r" t="t"/>
            <a:pathLst>
              <a:path extrusionOk="0" h="64701" w="16944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rect b="b" l="l" r="r" t="t"/>
              <a:pathLst>
                <a:path extrusionOk="0" h="4087" w="19382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rect b="b" l="l" r="r" t="t"/>
              <a:pathLst>
                <a:path extrusionOk="0" h="4118" w="19382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rect b="b" l="l" r="r" t="t"/>
              <a:pathLst>
                <a:path extrusionOk="0" h="4086" w="10895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rect b="b" l="l" r="r" t="t"/>
              <a:pathLst>
                <a:path extrusionOk="0" h="2725" w="13746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rect b="b" l="l" r="r" t="t"/>
              <a:pathLst>
                <a:path extrusionOk="0" h="2472" w="8837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rect b="b" l="l" r="r" t="t"/>
              <a:pathLst>
                <a:path extrusionOk="0" h="2535" w="6494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rect b="b" l="l" r="r" t="t"/>
              <a:pathLst>
                <a:path extrusionOk="0" h="1426" w="7539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rect b="b" l="l" r="r" t="t"/>
              <a:pathLst>
                <a:path extrusionOk="0" h="13144" w="11687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rect b="b" l="l" r="r" t="t"/>
              <a:pathLst>
                <a:path extrusionOk="0" h="17862" w="17229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rect b="b" l="l" r="r" t="t"/>
              <a:pathLst>
                <a:path extrusionOk="0" h="7760" w="7854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rect b="b" l="l" r="r" t="t"/>
              <a:pathLst>
                <a:path extrusionOk="0" h="4458" w="4783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rect b="b" l="l" r="r" t="t"/>
              <a:pathLst>
                <a:path extrusionOk="0" h="4466" w="4435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rect b="b" l="l" r="r" t="t"/>
              <a:pathLst>
                <a:path extrusionOk="0" h="11212" w="11212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rect b="b" l="l" r="r" t="t"/>
              <a:pathLst>
                <a:path extrusionOk="0" h="4213" w="3231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rect b="b" l="l" r="r" t="t"/>
              <a:pathLst>
                <a:path extrusionOk="0" h="4181" w="3358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rect b="b" l="l" r="r" t="t"/>
              <a:pathLst>
                <a:path extrusionOk="0" h="1679" w="6398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rect b="b" l="l" r="r" t="t"/>
              <a:pathLst>
                <a:path extrusionOk="0" h="1679" w="6398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rect b="b" l="l" r="r" t="t"/>
              <a:pathLst>
                <a:path extrusionOk="0" h="4213" w="4245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rect b="b" l="l" r="r" t="t"/>
              <a:pathLst>
                <a:path extrusionOk="0" h="4245" w="4245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rect b="b" l="l" r="r" t="t"/>
              <a:pathLst>
                <a:path extrusionOk="0" h="4213" w="4245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rect b="b" l="l" r="r" t="t"/>
              <a:pathLst>
                <a:path extrusionOk="0" h="7475" w="34711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rect b="b" l="l" r="r" t="t"/>
              <a:pathLst>
                <a:path extrusionOk="0" h="4244" w="4245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rect b="b" l="l" r="r" t="t"/>
              <a:pathLst>
                <a:path extrusionOk="0" h="9406" w="17197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rect b="b" l="l" r="r" t="t"/>
              <a:pathLst>
                <a:path extrusionOk="0" h="9375" w="17197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rect b="b" l="l" r="r" t="t"/>
              <a:pathLst>
                <a:path extrusionOk="0" h="3453" w="2788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rect b="b" l="l" r="r" t="t"/>
              <a:pathLst>
                <a:path extrusionOk="0" h="3453" w="3706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rect b="b" l="l" r="r" t="t"/>
              <a:pathLst>
                <a:path extrusionOk="0" h="3453" w="320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rect b="b" l="l" r="r" t="t"/>
              <a:pathLst>
                <a:path extrusionOk="0" h="2757" w="4498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rect b="b" l="l" r="r" t="t"/>
              <a:pathLst>
                <a:path extrusionOk="0" h="5543" w="10167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rect b="b" l="l" r="r" t="t"/>
              <a:pathLst>
                <a:path extrusionOk="0" h="23499" w="12859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rect b="b" l="l" r="r" t="t"/>
              <a:pathLst>
                <a:path extrusionOk="0" h="666" w="852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rect b="b" l="l" r="r" t="t"/>
              <a:pathLst>
                <a:path extrusionOk="0" h="666" w="852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rect b="b" l="l" r="r" t="t"/>
              <a:pathLst>
                <a:path extrusionOk="0" h="634" w="852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rect b="b" l="l" r="r" t="t"/>
              <a:pathLst>
                <a:path extrusionOk="0" h="634" w="852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rect b="b" l="l" r="r" t="t"/>
              <a:pathLst>
                <a:path extrusionOk="0" h="634" w="2598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rect b="b" l="l" r="r" t="t"/>
              <a:pathLst>
                <a:path extrusionOk="0" h="634" w="2598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rect b="b" l="l" r="r" t="t"/>
              <a:pathLst>
                <a:path extrusionOk="0" h="634" w="2566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rect b="b" l="l" r="r" t="t"/>
              <a:pathLst>
                <a:path extrusionOk="0" h="634" w="5036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rect b="b" l="l" r="r" t="t"/>
              <a:pathLst>
                <a:path extrusionOk="0" h="634" w="1458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rect b="b" l="l" r="r" t="t"/>
              <a:pathLst>
                <a:path extrusionOk="0" h="666" w="5036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rect b="b" l="l" r="r" t="t"/>
              <a:pathLst>
                <a:path extrusionOk="0" h="666" w="1236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rect b="b" l="l" r="r" t="t"/>
              <a:pathLst>
                <a:path extrusionOk="0" h="666" w="1458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rect b="b" l="l" r="r" t="t"/>
              <a:pathLst>
                <a:path extrusionOk="0" h="634" w="3675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rect b="b" l="l" r="r" t="t"/>
              <a:pathLst>
                <a:path extrusionOk="0" h="634" w="282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rect b="b" l="l" r="r" t="t"/>
              <a:pathLst>
                <a:path extrusionOk="0" h="634" w="5036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rect b="b" l="l" r="r" t="t"/>
              <a:pathLst>
                <a:path extrusionOk="0" h="634" w="1458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rect b="b" l="l" r="r" t="t"/>
              <a:pathLst>
                <a:path extrusionOk="0" h="635" w="5036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rect b="b" l="l" r="r" t="t"/>
              <a:pathLst>
                <a:path extrusionOk="0" h="635" w="1236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rect b="b" l="l" r="r" t="t"/>
              <a:pathLst>
                <a:path extrusionOk="0" h="635" w="1458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rect b="b" l="l" r="r" t="t"/>
              <a:pathLst>
                <a:path extrusionOk="0" h="634" w="3675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rect b="b" l="l" r="r" t="t"/>
              <a:pathLst>
                <a:path extrusionOk="0" h="634" w="282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rect b="b" l="l" r="r" t="t"/>
              <a:pathLst>
                <a:path extrusionOk="0" h="254" w="852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rect b="b" l="l" r="r" t="t"/>
              <a:pathLst>
                <a:path extrusionOk="0" h="2408" w="28757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rect b="b" l="l" r="r" t="t"/>
              <a:pathLst>
                <a:path extrusionOk="0" h="17419" w="27173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rect b="b" l="l" r="r" t="t"/>
              <a:pathLst>
                <a:path extrusionOk="0" h="1617" w="4814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rect b="b" l="l" r="r" t="t"/>
              <a:pathLst>
                <a:path extrusionOk="0" h="1616" w="22201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rect b="b" l="l" r="r" t="t"/>
              <a:pathLst>
                <a:path extrusionOk="0" h="4371" w="4403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rect b="b" l="l" r="r" t="t"/>
              <a:pathLst>
                <a:path extrusionOk="0" h="4371" w="4403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rect b="b" l="l" r="r" t="t"/>
              <a:pathLst>
                <a:path extrusionOk="0" h="4276" w="5923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rect b="b" l="l" r="r" t="t"/>
              <a:pathLst>
                <a:path extrusionOk="0" h="4308" w="5923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rect b="b" l="l" r="r" t="t"/>
              <a:pathLst>
                <a:path extrusionOk="0" h="11592" w="8109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rect b="b" l="l" r="r" t="t"/>
              <a:pathLst>
                <a:path extrusionOk="0" h="1996" w="6524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rect b="b" l="l" r="r" t="t"/>
              <a:pathLst>
                <a:path extrusionOk="0" h="1775" w="1774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rect b="b" l="l" r="r" t="t"/>
              <a:pathLst>
                <a:path extrusionOk="0" h="1775" w="1774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rect b="b" l="l" r="r" t="t"/>
              <a:pathLst>
                <a:path extrusionOk="0" h="1775" w="1743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rect b="b" l="l" r="r" t="t"/>
              <a:pathLst>
                <a:path extrusionOk="0" h="1774" w="1743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rect b="b" l="l" r="r" t="t"/>
              <a:pathLst>
                <a:path extrusionOk="0" h="1774" w="1743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rect b="b" l="l" r="r" t="t"/>
              <a:pathLst>
                <a:path extrusionOk="0" h="349" w="4371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rect b="b" l="l" r="r" t="t"/>
              <a:pathLst>
                <a:path extrusionOk="0" h="698" w="697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rect b="b" l="l" r="r" t="t"/>
              <a:pathLst>
                <a:path extrusionOk="0" h="698" w="697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rect b="b" l="l" r="r" t="t"/>
              <a:pathLst>
                <a:path extrusionOk="0" h="6684" w="10832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rect b="b" l="l" r="r" t="t"/>
              <a:pathLst>
                <a:path extrusionOk="0" h="7728" w="1251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rect b="b" l="l" r="r" t="t"/>
              <a:pathLst>
                <a:path extrusionOk="0" h="1933" w="1489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rect b="b" l="l" r="r" t="t"/>
              <a:pathLst>
                <a:path extrusionOk="0" h="1902" w="666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rect b="b" l="l" r="r" t="t"/>
              <a:pathLst>
                <a:path extrusionOk="0" h="445" w="476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rect b="b" l="l" r="r" t="t"/>
              <a:pathLst>
                <a:path extrusionOk="0" h="1901" w="2059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rect b="b" l="l" r="r" t="t"/>
              <a:pathLst>
                <a:path extrusionOk="0" h="1014" w="149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rect b="b" l="l" r="r" t="t"/>
              <a:pathLst>
                <a:path extrusionOk="0" h="1616" w="149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rect b="b" l="l" r="r" t="t"/>
              <a:pathLst>
                <a:path extrusionOk="0" h="381" w="444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rect b="b" l="l" r="r" t="t"/>
              <a:pathLst>
                <a:path extrusionOk="0" h="1838" w="539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rect b="b" l="l" r="r" t="t"/>
              <a:pathLst>
                <a:path extrusionOk="0" h="1806" w="1046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rect b="b" l="l" r="r" t="t"/>
              <a:pathLst>
                <a:path extrusionOk="0" h="5131" w="1806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rect b="b" l="l" r="r" t="t"/>
              <a:pathLst>
                <a:path extrusionOk="0" h="919" w="2756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rect b="b" l="l" r="r" t="t"/>
              <a:pathLst>
                <a:path extrusionOk="0" h="698" w="1141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rect b="b" l="l" r="r" t="t"/>
              <a:pathLst>
                <a:path extrusionOk="0" h="3864" w="1205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rect b="b" l="l" r="r" t="t"/>
              <a:pathLst>
                <a:path extrusionOk="0" h="1553" w="888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rect b="b" l="l" r="r" t="t"/>
              <a:pathLst>
                <a:path extrusionOk="0" h="3232" w="2091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rect b="b" l="l" r="r" t="t"/>
              <a:pathLst>
                <a:path extrusionOk="0" h="1933" w="1457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rect b="b" l="l" r="r" t="t"/>
              <a:pathLst>
                <a:path extrusionOk="0" h="4910" w="4561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rect b="b" l="l" r="r" t="t"/>
              <a:pathLst>
                <a:path extrusionOk="0" h="1775" w="187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rect b="b" l="l" r="r" t="t"/>
              <a:pathLst>
                <a:path extrusionOk="0" h="603" w="793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rect b="b" l="l" r="r" t="t"/>
              <a:pathLst>
                <a:path extrusionOk="0" h="634" w="571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rect b="b" l="l" r="r" t="t"/>
              <a:pathLst>
                <a:path extrusionOk="0" h="639" w="2155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rect b="b" l="l" r="r" t="t"/>
              <a:pathLst>
                <a:path extrusionOk="0" h="1965" w="1236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rect b="b" l="l" r="r" t="t"/>
              <a:pathLst>
                <a:path extrusionOk="0" h="856" w="983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rect b="b" l="l" r="r" t="t"/>
              <a:pathLst>
                <a:path extrusionOk="0" h="1742" w="1047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rect b="b" l="l" r="r" t="t"/>
              <a:pathLst>
                <a:path extrusionOk="0" h="5289" w="666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rect b="b" l="l" r="r" t="t"/>
              <a:pathLst>
                <a:path extrusionOk="0" h="3168" w="4212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rect b="b" l="l" r="r" t="t"/>
              <a:pathLst>
                <a:path extrusionOk="0" h="5322" w="634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rect b="b" l="l" r="r" t="t"/>
              <a:pathLst>
                <a:path extrusionOk="0" h="3168" w="4213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rect b="b" l="l" r="r" t="t"/>
              <a:pathLst>
                <a:path extrusionOk="0" h="8330" w="223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rect b="b" l="l" r="r" t="t"/>
              <a:pathLst>
                <a:path extrusionOk="0" h="14442" w="222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rect b="b" l="l" r="r" t="t"/>
              <a:pathLst>
                <a:path extrusionOk="0" h="1933" w="1901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rect b="b" l="l" r="r" t="t"/>
              <a:pathLst>
                <a:path extrusionOk="0" h="1933" w="1932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rect b="b" l="l" r="r" t="t"/>
              <a:pathLst>
                <a:path extrusionOk="0" h="1933" w="1901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rect b="b" l="l" r="r" t="t"/>
              <a:pathLst>
                <a:path extrusionOk="0" h="8298" w="255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rect b="b" l="l" r="r" t="t"/>
            <a:pathLst>
              <a:path extrusionOk="0" h="65556" w="18623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rect b="b" l="l" r="r" t="t"/>
            <a:pathLst>
              <a:path extrusionOk="0" h="64701" w="15265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rect b="b" l="l" r="r" t="t"/>
              <a:pathLst>
                <a:path extrusionOk="0" h="115434" w="253607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rect b="b" l="l" r="r" t="t"/>
              <a:pathLst>
                <a:path extrusionOk="0" h="2914" w="2914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rect b="b" l="l" r="r" t="t"/>
              <a:pathLst>
                <a:path extrusionOk="0" h="2883" w="2883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rect b="b" l="l" r="r" t="t"/>
              <a:pathLst>
                <a:path extrusionOk="0" h="1163" w="1268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rect b="b" l="l" r="r" t="t"/>
              <a:pathLst>
                <a:path extrusionOk="0" h="9256" w="9343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rect b="b" l="l" r="r" t="t"/>
              <a:pathLst>
                <a:path extrusionOk="0" h="9827" w="871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rect b="b" l="l" r="r" t="t"/>
              <a:pathLst>
                <a:path extrusionOk="0" h="3801" w="12573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rect b="b" l="l" r="r" t="t"/>
              <a:pathLst>
                <a:path extrusionOk="0" h="7475" w="1004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rect b="b" l="l" r="r" t="t"/>
              <a:pathLst>
                <a:path extrusionOk="0" h="4625" w="4689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rect b="b" l="l" r="r" t="t"/>
              <a:pathLst>
                <a:path extrusionOk="0" h="5005" w="5069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rect b="b" l="l" r="r" t="t"/>
              <a:pathLst>
                <a:path extrusionOk="0" h="919" w="10737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rect b="b" l="l" r="r" t="t"/>
              <a:pathLst>
                <a:path extrusionOk="0" h="1236" w="11117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rect b="b" l="l" r="r" t="t"/>
              <a:pathLst>
                <a:path extrusionOk="0" h="12339" w="7602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rect b="b" l="l" r="r" t="t"/>
              <a:pathLst>
                <a:path extrusionOk="0" h="12708" w="7982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rect b="b" l="l" r="r" t="t"/>
              <a:pathLst>
                <a:path extrusionOk="0" h="2598" w="2662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rect b="b" l="l" r="r" t="t"/>
              <a:pathLst>
                <a:path extrusionOk="0" h="2978" w="3042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rect b="b" l="l" r="r" t="t"/>
              <a:pathLst>
                <a:path extrusionOk="0" h="6081" w="1616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rect b="b" l="l" r="r" t="t"/>
              <a:pathLst>
                <a:path extrusionOk="0" h="6430" w="1965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rect b="b" l="l" r="r" t="t"/>
              <a:pathLst>
                <a:path extrusionOk="0" h="3960" w="381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rect b="b" l="l" r="r" t="t"/>
              <a:pathLst>
                <a:path extrusionOk="0" h="792" w="286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rect b="b" l="l" r="r" t="t"/>
              <a:pathLst>
                <a:path extrusionOk="0" h="1175" w="697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rect b="b" l="l" r="r" t="t"/>
              <a:pathLst>
                <a:path extrusionOk="0" h="792" w="286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rect b="b" l="l" r="r" t="t"/>
              <a:pathLst>
                <a:path extrusionOk="0" h="1185" w="698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rect b="b" l="l" r="r" t="t"/>
              <a:pathLst>
                <a:path extrusionOk="0" h="3104" w="1553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rect b="b" l="l" r="r" t="t"/>
              <a:pathLst>
                <a:path extrusionOk="0" h="3484" w="1933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rect b="b" l="l" r="r" t="t"/>
              <a:pathLst>
                <a:path extrusionOk="0" h="450" w="1141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rect b="b" l="l" r="r" t="t"/>
              <a:pathLst>
                <a:path extrusionOk="0" h="825" w="1521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rect b="b" l="l" r="r" t="t"/>
              <a:pathLst>
                <a:path extrusionOk="0" h="793" w="317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rect b="b" l="l" r="r" t="t"/>
              <a:pathLst>
                <a:path extrusionOk="0" h="1149" w="697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rect b="b" l="l" r="r" t="t"/>
              <a:pathLst>
                <a:path extrusionOk="0" h="793" w="286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rect b="b" l="l" r="r" t="t"/>
              <a:pathLst>
                <a:path extrusionOk="0" h="1157" w="698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rect b="b" l="l" r="r" t="t"/>
              <a:pathLst>
                <a:path extrusionOk="0" h="2535" w="1711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rect b="b" l="l" r="r" t="t"/>
              <a:pathLst>
                <a:path extrusionOk="0" h="2883" w="209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rect b="b" l="l" r="r" t="t"/>
              <a:pathLst>
                <a:path extrusionOk="0" h="450" w="1141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rect b="b" l="l" r="r" t="t"/>
              <a:pathLst>
                <a:path extrusionOk="0" h="824" w="1521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rect b="b" l="l" r="r" t="t"/>
              <a:pathLst>
                <a:path extrusionOk="0" h="2630" w="225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rect b="b" l="l" r="r" t="t"/>
              <a:pathLst>
                <a:path extrusionOk="0" h="3010" w="263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rect b="b" l="l" r="r" t="t"/>
              <a:pathLst>
                <a:path extrusionOk="0" h="1869" w="1299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rect b="b" l="l" r="r" t="t"/>
              <a:pathLst>
                <a:path extrusionOk="0" h="2249" w="1679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rect b="b" l="l" r="r" t="t"/>
              <a:pathLst>
                <a:path extrusionOk="0" h="1869" w="1331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rect b="b" l="l" r="r" t="t"/>
              <a:pathLst>
                <a:path extrusionOk="0" h="2249" w="1679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rect b="b" l="l" r="r" t="t"/>
              <a:pathLst>
                <a:path extrusionOk="0" h="7741" w="5227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rect b="b" l="l" r="r" t="t"/>
              <a:pathLst>
                <a:path extrusionOk="0" h="8121" w="5607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rect b="b" l="l" r="r" t="t"/>
              <a:pathLst>
                <a:path extrusionOk="0" h="2472" w="1458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rect b="b" l="l" r="r" t="t"/>
              <a:pathLst>
                <a:path extrusionOk="0" h="2832" w="1838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rect b="b" l="l" r="r" t="t"/>
              <a:pathLst>
                <a:path extrusionOk="0" h="2249" w="1268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rect b="b" l="l" r="r" t="t"/>
              <a:pathLst>
                <a:path extrusionOk="0" h="2598" w="1648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rect b="b" l="l" r="r" t="t"/>
              <a:pathLst>
                <a:path extrusionOk="0" h="2123" w="349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rect b="b" l="l" r="r" t="t"/>
              <a:pathLst>
                <a:path extrusionOk="0" h="856" w="1015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rect b="b" l="l" r="r" t="t"/>
              <a:pathLst>
                <a:path extrusionOk="0" h="1236" w="1363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rect b="b" l="l" r="r" t="t"/>
              <a:pathLst>
                <a:path extrusionOk="0" h="2123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rect b="b" l="l" r="r" t="t"/>
              <a:pathLst>
                <a:path extrusionOk="0" h="856" w="1015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rect b="b" l="l" r="r" t="t"/>
              <a:pathLst>
                <a:path extrusionOk="0" h="1236" w="1395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rect b="b" l="l" r="r" t="t"/>
              <a:pathLst>
                <a:path extrusionOk="0" h="983" w="951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rect b="b" l="l" r="r" t="t"/>
              <a:pathLst>
                <a:path extrusionOk="0" h="349" w="111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rect b="b" l="l" r="r" t="t"/>
              <a:pathLst>
                <a:path extrusionOk="0" h="381" w="792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rect b="b" l="l" r="r" t="t"/>
              <a:pathLst>
                <a:path extrusionOk="0" h="3168" w="2534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rect b="b" l="l" r="r" t="t"/>
              <a:pathLst>
                <a:path extrusionOk="0" h="3520" w="2914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rect b="b" l="l" r="r" t="t"/>
              <a:pathLst>
                <a:path extrusionOk="0" h="1648" w="413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rect b="b" l="l" r="r" t="t"/>
              <a:pathLst>
                <a:path extrusionOk="0" h="2015" w="793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rect b="b" l="l" r="r" t="t"/>
              <a:pathLst>
                <a:path extrusionOk="0" h="1648" w="381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rect b="b" l="l" r="r" t="t"/>
              <a:pathLst>
                <a:path extrusionOk="0" h="2015" w="793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rect b="b" l="l" r="r" t="t"/>
              <a:pathLst>
                <a:path extrusionOk="0" h="191" w="413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rect b="b" l="l" r="r" t="t"/>
              <a:pathLst>
                <a:path extrusionOk="0" h="565" w="825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rect b="b" l="l" r="r" t="t"/>
              <a:pathLst>
                <a:path extrusionOk="0" h="381" w="634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rect b="b" l="l" r="r" t="t"/>
              <a:pathLst>
                <a:path extrusionOk="0" h="223" w="159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rect b="b" l="l" r="r" t="t"/>
              <a:pathLst>
                <a:path extrusionOk="0" h="574" w="571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rect b="b" l="l" r="r" t="t"/>
              <a:pathLst>
                <a:path extrusionOk="0" h="191" w="412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rect b="b" l="l" r="r" t="t"/>
              <a:pathLst>
                <a:path extrusionOk="0" h="565" w="824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rect b="b" l="l" r="r" t="t"/>
              <a:pathLst>
                <a:path extrusionOk="0" h="381" w="635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rect b="b" l="l" r="r" t="t"/>
              <a:pathLst>
                <a:path extrusionOk="0" h="223" w="16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rect b="b" l="l" r="r" t="t"/>
              <a:pathLst>
                <a:path extrusionOk="0" h="574" w="571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rect b="b" l="l" r="r" t="t"/>
              <a:pathLst>
                <a:path extrusionOk="0" h="602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rect b="b" l="l" r="r" t="t"/>
              <a:pathLst>
                <a:path extrusionOk="0" h="3548" w="681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rect b="b" l="l" r="r" t="t"/>
              <a:pathLst>
                <a:path extrusionOk="0" h="3928" w="719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rect b="b" l="l" r="r" t="t"/>
              <a:pathLst>
                <a:path extrusionOk="0" h="2250" w="5543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rect b="b" l="l" r="r" t="t"/>
              <a:pathLst>
                <a:path extrusionOk="0" h="2598" w="5923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rect b="b" l="l" r="r" t="t"/>
              <a:pathLst>
                <a:path extrusionOk="0" h="698" w="697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rect b="b" l="l" r="r" t="t"/>
              <a:pathLst>
                <a:path extrusionOk="0" h="1046" w="1077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rect b="b" l="l" r="r" t="t"/>
              <a:pathLst>
                <a:path extrusionOk="0" h="666" w="698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rect b="b" l="l" r="r" t="t"/>
              <a:pathLst>
                <a:path extrusionOk="0" h="1046" w="1078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rect b="b" l="l" r="r" t="t"/>
              <a:pathLst>
                <a:path extrusionOk="0" h="445" w="1014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rect b="b" l="l" r="r" t="t"/>
              <a:pathLst>
                <a:path extrusionOk="0" h="793" w="1394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rect b="b" l="l" r="r" t="t"/>
              <a:pathLst>
                <a:path extrusionOk="0" h="3588" w="4023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rect b="b" l="l" r="r" t="t"/>
              <a:pathLst>
                <a:path extrusionOk="0" h="2091" w="3389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rect b="b" l="l" r="r" t="t"/>
              <a:pathLst>
                <a:path extrusionOk="0" h="2479" w="3801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rect b="b" l="l" r="r" t="t"/>
              <a:pathLst>
                <a:path extrusionOk="0" h="8869" w="12669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rect b="b" l="l" r="r" t="t"/>
              <a:pathLst>
                <a:path extrusionOk="0" h="9249" w="13017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rect b="b" l="l" r="r" t="t"/>
              <a:pathLst>
                <a:path extrusionOk="0" h="2643" w="2502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rect b="b" l="l" r="r" t="t"/>
              <a:pathLst>
                <a:path extrusionOk="0" h="2979" w="2851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rect b="b" l="l" r="r" t="t"/>
              <a:pathLst>
                <a:path extrusionOk="0" h="1545" w="2218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rect b="b" l="l" r="r" t="t"/>
              <a:pathLst>
                <a:path extrusionOk="0" h="1921" w="2566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rect b="b" l="l" r="r" t="t"/>
              <a:pathLst>
                <a:path extrusionOk="0" h="1881" w="2819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rect b="b" l="l" r="r" t="t"/>
              <a:pathLst>
                <a:path extrusionOk="0" h="2256" w="3168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rect b="b" l="l" r="r" t="t"/>
              <a:pathLst>
                <a:path extrusionOk="0" h="2289" w="4435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rect b="b" l="l" r="r" t="t"/>
              <a:pathLst>
                <a:path extrusionOk="0" h="1501" w="1807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rect b="b" l="l" r="r" t="t"/>
              <a:pathLst>
                <a:path extrusionOk="0" h="706" w="761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rect b="b" l="l" r="r" t="t"/>
              <a:pathLst>
                <a:path extrusionOk="0" h="714" w="761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rect b="b" l="l" r="r" t="t"/>
              <a:pathLst>
                <a:path extrusionOk="0" h="3548" w="396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rect b="b" l="l" r="r" t="t"/>
              <a:pathLst>
                <a:path extrusionOk="0" h="3928" w="396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rect b="b" l="l" r="r" t="t"/>
              <a:pathLst>
                <a:path extrusionOk="0" h="4981" w="5004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rect b="b" l="l" r="r" t="t"/>
              <a:pathLst>
                <a:path extrusionOk="0" h="787" w="539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rect b="b" l="l" r="r" t="t"/>
              <a:pathLst>
                <a:path extrusionOk="0" h="761" w="1331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rect b="b" l="l" r="r" t="t"/>
              <a:pathLst>
                <a:path extrusionOk="0" h="381" w="149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rect b="b" l="l" r="r" t="t"/>
              <a:pathLst>
                <a:path extrusionOk="0" h="381" w="817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rect b="b" l="l" r="r" t="t"/>
              <a:pathLst>
                <a:path extrusionOk="0" h="603" w="635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rect b="b" l="l" r="r" t="t"/>
              <a:pathLst>
                <a:path extrusionOk="0" h="983" w="1015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rect b="b" l="l" r="r" t="t"/>
              <a:pathLst>
                <a:path extrusionOk="0" h="603" w="5227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rect b="b" l="l" r="r" t="t"/>
              <a:pathLst>
                <a:path extrusionOk="0" h="983" w="5607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rect b="b" l="l" r="r" t="t"/>
              <a:pathLst>
                <a:path extrusionOk="0" h="381" w="12922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rect b="b" l="l" r="r" t="t"/>
              <a:pathLst>
                <a:path extrusionOk="0" h="634" w="602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rect b="b" l="l" r="r" t="t"/>
              <a:pathLst>
                <a:path extrusionOk="0" h="983" w="982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rect b="b" l="l" r="r" t="t"/>
              <a:pathLst>
                <a:path extrusionOk="0" h="381" w="2851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rect b="b" l="l" r="r" t="t"/>
              <a:pathLst>
                <a:path extrusionOk="0" h="381" w="2282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rect b="b" l="l" r="r" t="t"/>
              <a:pathLst>
                <a:path extrusionOk="0" h="350" w="2725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rect b="b" l="l" r="r" t="t"/>
              <a:pathLst>
                <a:path extrusionOk="0" h="381" w="2123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rect b="b" l="l" r="r" t="t"/>
              <a:pathLst>
                <a:path extrusionOk="0" h="18792" w="6145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rect b="b" l="l" r="r" t="t"/>
              <a:pathLst>
                <a:path extrusionOk="0" h="11718" w="5955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rect b="b" l="l" r="r" t="t"/>
              <a:pathLst>
                <a:path extrusionOk="0" h="1742" w="9185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rect b="b" l="l" r="r" t="t"/>
              <a:pathLst>
                <a:path extrusionOk="0" h="3960" w="3327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rect b="b" l="l" r="r" t="t"/>
              <a:pathLst>
                <a:path extrusionOk="0" h="7981" w="5638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rect b="b" l="l" r="r" t="t"/>
              <a:pathLst>
                <a:path extrusionOk="0" h="8361" w="6018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rect b="b" l="l" r="r" t="t"/>
              <a:pathLst>
                <a:path extrusionOk="0" h="350" w="2978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rect b="b" l="l" r="r" t="t"/>
              <a:pathLst>
                <a:path extrusionOk="0" h="1154" w="1426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rect b="b" l="l" r="r" t="t"/>
              <a:pathLst>
                <a:path extrusionOk="0" h="1175" w="1426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rect b="b" l="l" r="r" t="t"/>
              <a:pathLst>
                <a:path extrusionOk="0" h="1153" w="1426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rect b="b" l="l" r="r" t="t"/>
              <a:pathLst>
                <a:path extrusionOk="0" h="1176" w="1426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rect b="b" l="l" r="r" t="t"/>
              <a:pathLst>
                <a:path extrusionOk="0" h="1603" w="2091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rect b="b" l="l" r="r" t="t"/>
              <a:pathLst>
                <a:path extrusionOk="0" h="9589" w="5733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rect b="b" l="l" r="r" t="t"/>
              <a:pathLst>
                <a:path extrusionOk="0" h="9956" w="6113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rect b="b" l="l" r="r" t="t"/>
              <a:pathLst>
                <a:path extrusionOk="0" h="1806" w="1869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rect b="b" l="l" r="r" t="t"/>
              <a:pathLst>
                <a:path extrusionOk="0" h="2186" w="2217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rect b="b" l="l" r="r" t="t"/>
              <a:pathLst>
                <a:path extrusionOk="0" h="368" w="413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rect b="b" l="l" r="r" t="t"/>
              <a:pathLst>
                <a:path extrusionOk="0" h="1806" w="1838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rect b="b" l="l" r="r" t="t"/>
              <a:pathLst>
                <a:path extrusionOk="0" h="2186" w="2218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rect b="b" l="l" r="r" t="t"/>
              <a:pathLst>
                <a:path extrusionOk="0" h="9312" w="5734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rect b="b" l="l" r="r" t="t"/>
              <a:pathLst>
                <a:path extrusionOk="0" h="9695" w="605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rect b="b" l="l" r="r" t="t"/>
              <a:pathLst>
                <a:path extrusionOk="0" h="4562" w="510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rect b="b" l="l" r="r" t="t"/>
              <a:pathLst>
                <a:path extrusionOk="0" h="4942" w="548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rect b="b" l="l" r="r" t="t"/>
              <a:pathLst>
                <a:path extrusionOk="0" h="2667" w="2693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rect b="b" l="l" r="r" t="t"/>
              <a:pathLst>
                <a:path extrusionOk="0" h="10044" w="6082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rect b="b" l="l" r="r" t="t"/>
              <a:pathLst>
                <a:path extrusionOk="0" h="10428" w="6493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rect b="b" l="l" r="r" t="t"/>
              <a:pathLst>
                <a:path extrusionOk="0" h="2123" w="2123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rect b="b" l="l" r="r" t="t"/>
              <a:pathLst>
                <a:path extrusionOk="0" h="2503" w="2503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rect b="b" l="l" r="r" t="t"/>
              <a:pathLst>
                <a:path extrusionOk="0" h="5385" w="130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rect b="b" l="l" r="r" t="t"/>
              <a:pathLst>
                <a:path extrusionOk="0" h="5701" w="168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rect b="b" l="l" r="r" t="t"/>
              <a:pathLst>
                <a:path extrusionOk="0" h="3327" w="381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rect b="b" l="l" r="r" t="t"/>
              <a:pathLst>
                <a:path extrusionOk="0" h="4055" w="434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rect b="b" l="l" r="r" t="t"/>
              <a:pathLst>
                <a:path extrusionOk="0" h="4435" w="472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rect b="b" l="l" r="r" t="t"/>
              <a:pathLst>
                <a:path extrusionOk="0" h="4403" w="3864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rect b="b" l="l" r="r" t="t"/>
              <a:pathLst>
                <a:path extrusionOk="0" h="4783" w="4244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rect b="b" l="l" r="r" t="t"/>
              <a:pathLst>
                <a:path extrusionOk="0" h="2186" w="2091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rect b="b" l="l" r="r" t="t"/>
              <a:pathLst>
                <a:path extrusionOk="0" h="2566" w="2471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rect b="b" l="l" r="r" t="t"/>
              <a:pathLst>
                <a:path extrusionOk="0" h="3073" w="4055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rect b="b" l="l" r="r" t="t"/>
              <a:pathLst>
                <a:path extrusionOk="0" h="3453" w="4403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rect b="b" l="l" r="r" t="t"/>
              <a:pathLst>
                <a:path extrusionOk="0" h="2218" w="666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rect b="b" l="l" r="r" t="t"/>
              <a:pathLst>
                <a:path extrusionOk="0" h="2598" w="1046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rect b="b" l="l" r="r" t="t"/>
              <a:pathLst>
                <a:path extrusionOk="0" h="4561" w="8298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rect b="b" l="l" r="r" t="t"/>
              <a:pathLst>
                <a:path extrusionOk="0" h="4910" w="8678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rect b="b" l="l" r="r" t="t"/>
              <a:pathLst>
                <a:path extrusionOk="0" h="729" w="8932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rect b="b" l="l" r="r" t="t"/>
              <a:pathLst>
                <a:path extrusionOk="0" h="1077" w="9312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rect b="b" l="l" r="r" t="t"/>
              <a:pathLst>
                <a:path extrusionOk="0" h="698" w="983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rect b="b" l="l" r="r" t="t"/>
              <a:pathLst>
                <a:path extrusionOk="0" h="1078" w="1363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rect b="b" l="l" r="r" t="t"/>
              <a:pathLst>
                <a:path extrusionOk="0" h="381" w="8678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rect b="b" l="l" r="r" t="t"/>
              <a:pathLst>
                <a:path extrusionOk="0" h="381" w="8678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rect b="b" l="l" r="r" t="t"/>
              <a:pathLst>
                <a:path extrusionOk="0" h="10800" w="852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rect b="b" l="l" r="r" t="t"/>
              <a:pathLst>
                <a:path extrusionOk="0" h="11148" w="8868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rect b="b" l="l" r="r" t="t"/>
              <a:pathLst>
                <a:path extrusionOk="0" h="2503" w="4086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rect b="b" l="l" r="r" t="t"/>
              <a:pathLst>
                <a:path extrusionOk="0" h="2883" w="4498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rect b="b" l="l" r="r" t="t"/>
              <a:pathLst>
                <a:path extrusionOk="0" h="666" w="634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rect b="b" l="l" r="r" t="t"/>
              <a:pathLst>
                <a:path extrusionOk="0" h="1046" w="1014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rect b="b" l="l" r="r" t="t"/>
              <a:pathLst>
                <a:path extrusionOk="0" h="9185" w="700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rect b="b" l="l" r="r" t="t"/>
              <a:pathLst>
                <a:path extrusionOk="0" h="9533" w="738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rect b="b" l="l" r="r" t="t"/>
              <a:pathLst>
                <a:path extrusionOk="0" h="350" w="856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rect b="b" l="l" r="r" t="t"/>
              <a:pathLst>
                <a:path extrusionOk="0" h="350" w="3326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rect b="b" l="l" r="r" t="t"/>
              <a:pathLst>
                <a:path extrusionOk="0" h="4435" w="4403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rect b="b" l="l" r="r" t="t"/>
              <a:pathLst>
                <a:path extrusionOk="0" h="4783" w="4783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rect b="b" l="l" r="r" t="t"/>
              <a:pathLst>
                <a:path extrusionOk="0" h="1703" w="2154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rect b="b" l="l" r="r" t="t"/>
              <a:pathLst>
                <a:path extrusionOk="0" h="2104" w="2598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rect b="b" l="l" r="r" t="t"/>
              <a:pathLst>
                <a:path extrusionOk="0" h="16825" w="12099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rect b="b" l="l" r="r" t="t"/>
              <a:pathLst>
                <a:path extrusionOk="0" h="13397" w="22137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rect b="b" l="l" r="r" t="t"/>
              <a:pathLst>
                <a:path extrusionOk="0" h="5745" w="6905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rect b="b" l="l" r="r" t="t"/>
              <a:pathLst>
                <a:path extrusionOk="0" h="698" w="10863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rect b="b" l="l" r="r" t="t"/>
              <a:pathLst>
                <a:path extrusionOk="0" h="1046" w="11243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rect b="b" l="l" r="r" t="t"/>
              <a:pathLst>
                <a:path extrusionOk="0" h="8044" w="10515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rect b="b" l="l" r="r" t="t"/>
              <a:pathLst>
                <a:path extrusionOk="0" h="1141" w="1109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rect b="b" l="l" r="r" t="t"/>
              <a:pathLst>
                <a:path extrusionOk="0" h="1490" w="1489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rect b="b" l="l" r="r" t="t"/>
              <a:pathLst>
                <a:path extrusionOk="0" h="1299" w="1299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rect b="b" l="l" r="r" t="t"/>
              <a:pathLst>
                <a:path extrusionOk="0" h="1616" w="1648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rect b="b" l="l" r="r" t="t"/>
              <a:pathLst>
                <a:path extrusionOk="0" h="1141" w="1109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rect b="b" l="l" r="r" t="t"/>
              <a:pathLst>
                <a:path extrusionOk="0" h="1490" w="1489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rect b="b" l="l" r="r" t="t"/>
              <a:pathLst>
                <a:path extrusionOk="0" h="1046" w="73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rect b="b" l="l" r="r" t="t"/>
              <a:pathLst>
                <a:path extrusionOk="0" h="1375" w="1141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rect b="b" l="l" r="r" t="t"/>
              <a:pathLst>
                <a:path extrusionOk="0" h="1046" w="73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rect b="b" l="l" r="r" t="t"/>
              <a:pathLst>
                <a:path extrusionOk="0" h="1365" w="1141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rect b="b" l="l" r="r" t="t"/>
              <a:pathLst>
                <a:path extrusionOk="0" h="1014" w="761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rect b="b" l="l" r="r" t="t"/>
              <a:pathLst>
                <a:path extrusionOk="0" h="1382" w="1141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rect b="b" l="l" r="r" t="t"/>
              <a:pathLst>
                <a:path extrusionOk="0" h="1014" w="761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rect b="b" l="l" r="r" t="t"/>
              <a:pathLst>
                <a:path extrusionOk="0" h="1382" w="1141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rect b="b" l="l" r="r" t="t"/>
              <a:pathLst>
                <a:path extrusionOk="0" h="1945" w="2313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rect b="b" l="l" r="r" t="t"/>
              <a:pathLst>
                <a:path extrusionOk="0" h="1205" w="1711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rect b="b" l="l" r="r" t="t"/>
              <a:pathLst>
                <a:path extrusionOk="0" h="4308" w="7316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rect b="b" l="l" r="r" t="t"/>
              <a:pathLst>
                <a:path extrusionOk="0" h="4466" w="7633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rect b="b" l="l" r="r" t="t"/>
              <a:pathLst>
                <a:path extrusionOk="0" h="1680" w="4593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rect b="b" l="l" r="r" t="t"/>
              <a:pathLst>
                <a:path extrusionOk="0" h="1914" w="4973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rect b="b" l="l" r="r" t="t"/>
              <a:pathLst>
                <a:path extrusionOk="0" h="793" w="1173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rect b="b" l="l" r="r" t="t"/>
              <a:pathLst>
                <a:path extrusionOk="0" h="951" w="1553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rect b="b" l="l" r="r" t="t"/>
              <a:pathLst>
                <a:path extrusionOk="0" h="3207" w="1268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rect b="b" l="l" r="r" t="t"/>
              <a:pathLst>
                <a:path extrusionOk="0" h="3390" w="1616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rect b="b" l="l" r="r" t="t"/>
              <a:pathLst>
                <a:path extrusionOk="0" h="5321" w="4719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rect b="b" l="l" r="r" t="t"/>
              <a:pathLst>
                <a:path extrusionOk="0" h="5638" w="5099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rect b="b" l="l" r="r" t="t"/>
              <a:pathLst>
                <a:path extrusionOk="0" h="4199" w="6651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rect b="b" l="l" r="r" t="t"/>
              <a:pathLst>
                <a:path extrusionOk="0" h="4515" w="6969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rect b="b" l="l" r="r" t="t"/>
              <a:pathLst>
                <a:path extrusionOk="0" h="4199" w="6683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rect b="b" l="l" r="r" t="t"/>
              <a:pathLst>
                <a:path extrusionOk="0" h="4537" w="6968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rect b="b" l="l" r="r" t="t"/>
              <a:pathLst>
                <a:path extrusionOk="0" h="2978" w="2978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rect b="b" l="l" r="r" t="t"/>
              <a:pathLst>
                <a:path extrusionOk="0" h="11275" w="5479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rect b="b" l="l" r="r" t="t"/>
              <a:pathLst>
                <a:path extrusionOk="0" h="11623" w="5828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rect b="b" l="l" r="r" t="t"/>
              <a:pathLst>
                <a:path extrusionOk="0" h="3770" w="1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rect b="b" l="l" r="r" t="t"/>
              <a:pathLst>
                <a:path extrusionOk="0" h="4118" w="349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rect b="b" l="l" r="r" t="t"/>
              <a:pathLst>
                <a:path extrusionOk="0" h="4213" w="35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rect b="b" l="l" r="r" t="t"/>
              <a:pathLst>
                <a:path extrusionOk="0" h="5321" w="349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rect b="b" l="l" r="r" t="t"/>
              <a:pathLst>
                <a:path extrusionOk="0" h="2376" w="3105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rect b="b" l="l" r="r" t="t"/>
              <a:pathLst>
                <a:path extrusionOk="0" h="2693" w="3421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rect b="b" l="l" r="r" t="t"/>
              <a:pathLst>
                <a:path extrusionOk="0" h="1881" w="3485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rect b="b" l="l" r="r" t="t"/>
              <a:pathLst>
                <a:path extrusionOk="0" h="603" w="1109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rect b="b" l="l" r="r" t="t"/>
              <a:pathLst>
                <a:path extrusionOk="0" h="983" w="1489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rect b="b" l="l" r="r" t="t"/>
              <a:pathLst>
                <a:path extrusionOk="0" h="350" w="5353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rect b="b" l="l" r="r" t="t"/>
              <a:pathLst>
                <a:path extrusionOk="0" h="4118" w="5353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rect b="b" l="l" r="r" t="t"/>
              <a:pathLst>
                <a:path extrusionOk="0" h="4118" w="5385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rect b="b" l="l" r="r" t="t"/>
              <a:pathLst>
                <a:path extrusionOk="0" h="2031" w="951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rect b="b" l="l" r="r" t="t"/>
              <a:pathLst>
                <a:path extrusionOk="0" h="2154" w="3421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rect b="b" l="l" r="r" t="t"/>
              <a:pathLst>
                <a:path extrusionOk="0" h="2517" w="3738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rect b="b" l="l" r="r" t="t"/>
              <a:pathLst>
                <a:path extrusionOk="0" h="2186" w="339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rect b="b" l="l" r="r" t="t"/>
              <a:pathLst>
                <a:path extrusionOk="0" h="2503" w="377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rect b="b" l="l" r="r" t="t"/>
              <a:pathLst>
                <a:path extrusionOk="0" h="2154" w="3421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rect b="b" l="l" r="r" t="t"/>
              <a:pathLst>
                <a:path extrusionOk="0" h="2534" w="3738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rect b="b" l="l" r="r" t="t"/>
              <a:pathLst>
                <a:path extrusionOk="0" h="19252" w="5701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rect b="b" l="l" r="r" t="t"/>
              <a:pathLst>
                <a:path extrusionOk="0" h="9261" w="9691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rect b="b" l="l" r="r" t="t"/>
              <a:pathLst>
                <a:path extrusionOk="0" h="3320" w="5258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rect b="b" l="l" r="r" t="t"/>
              <a:pathLst>
                <a:path extrusionOk="0" h="1877" w="1965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rect b="b" l="l" r="r" t="t"/>
              <a:pathLst>
                <a:path extrusionOk="0" h="3947" w="2503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rect b="b" l="l" r="r" t="t"/>
              <a:pathLst>
                <a:path extrusionOk="0" h="4320" w="2819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rect b="b" l="l" r="r" t="t"/>
              <a:pathLst>
                <a:path extrusionOk="0" h="6422" w="5258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rect b="b" l="l" r="r" t="t"/>
              <a:pathLst>
                <a:path extrusionOk="0" h="6803" w="5511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rect b="b" l="l" r="r" t="t"/>
              <a:pathLst>
                <a:path extrusionOk="0" h="7158" w="5417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rect b="b" l="l" r="r" t="t"/>
              <a:pathLst>
                <a:path extrusionOk="0" h="7538" w="586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rect b="b" l="l" r="r" t="t"/>
              <a:pathLst>
                <a:path extrusionOk="0" h="2005" w="2218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rect b="b" l="l" r="r" t="t"/>
              <a:pathLst>
                <a:path extrusionOk="0" h="2356" w="3263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rect b="b" l="l" r="r" t="t"/>
              <a:pathLst>
                <a:path extrusionOk="0" h="11059" w="3643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rect b="b" l="l" r="r" t="t"/>
              <a:pathLst>
                <a:path extrusionOk="0" h="4973" w="12827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rect b="b" l="l" r="r" t="t"/>
              <a:pathLst>
                <a:path extrusionOk="0" h="5329" w="13207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rect b="b" l="l" r="r" t="t"/>
              <a:pathLst>
                <a:path extrusionOk="0" h="2503" w="2471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rect b="b" l="l" r="r" t="t"/>
              <a:pathLst>
                <a:path extrusionOk="0" h="9787" w="4625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rect b="b" l="l" r="r" t="t"/>
              <a:pathLst>
                <a:path extrusionOk="0" h="3073" w="32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rect b="b" l="l" r="r" t="t"/>
              <a:pathLst>
                <a:path extrusionOk="0" h="3453" w="412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rect b="b" l="l" r="r" t="t"/>
              <a:pathLst>
                <a:path extrusionOk="0" h="3548" w="381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rect b="b" l="l" r="r" t="t"/>
              <a:pathLst>
                <a:path extrusionOk="0" h="4720" w="38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rect b="b" l="l" r="r" t="t"/>
              <a:pathLst>
                <a:path extrusionOk="0" h="2503" w="2471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rect b="b" l="l" r="r" t="t"/>
              <a:pathLst>
                <a:path extrusionOk="0" h="9787" w="4656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rect b="b" l="l" r="r" t="t"/>
              <a:pathLst>
                <a:path extrusionOk="0" h="3072" w="1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rect b="b" l="l" r="r" t="t"/>
              <a:pathLst>
                <a:path extrusionOk="0" h="3452" w="381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rect b="b" l="l" r="r" t="t"/>
              <a:pathLst>
                <a:path extrusionOk="0" h="3547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rect b="b" l="l" r="r" t="t"/>
              <a:pathLst>
                <a:path extrusionOk="0" h="471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rect b="b" l="l" r="r" t="t"/>
              <a:pathLst>
                <a:path extrusionOk="0" h="1490" w="2566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rect b="b" l="l" r="r" t="t"/>
              <a:pathLst>
                <a:path extrusionOk="0" h="1859" w="2946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rect b="b" l="l" r="r" t="t"/>
              <a:pathLst>
                <a:path extrusionOk="0" h="1457" w="2566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rect b="b" l="l" r="r" t="t"/>
              <a:pathLst>
                <a:path extrusionOk="0" h="1851" w="2947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rect b="b" l="l" r="r" t="t"/>
              <a:pathLst>
                <a:path extrusionOk="0" h="919" w="1268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rect b="b" l="l" r="r" t="t"/>
              <a:pathLst>
                <a:path extrusionOk="0" h="1997" w="2661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rect b="b" l="l" r="r" t="t"/>
              <a:pathLst>
                <a:path extrusionOk="0" h="2377" w="3041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rect b="b" l="l" r="r" t="t"/>
              <a:pathLst>
                <a:path extrusionOk="0" h="1325" w="3104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rect b="b" l="l" r="r" t="t"/>
              <a:pathLst>
                <a:path extrusionOk="0" h="381" w="698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rect b="b" l="l" r="r" t="t"/>
              <a:pathLst>
                <a:path extrusionOk="0" h="793" w="1078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rect b="b" l="l" r="r" t="t"/>
              <a:pathLst>
                <a:path extrusionOk="0" h="919" w="1236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rect b="b" l="l" r="r" t="t"/>
              <a:pathLst>
                <a:path extrusionOk="0" h="1997" w="2661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rect b="b" l="l" r="r" t="t"/>
              <a:pathLst>
                <a:path extrusionOk="0" h="2377" w="3041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rect b="b" l="l" r="r" t="t"/>
              <a:pathLst>
                <a:path extrusionOk="0" h="1325" w="3073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rect b="b" l="l" r="r" t="t"/>
              <a:pathLst>
                <a:path extrusionOk="0" h="381" w="729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rect b="b" l="l" r="r" t="t"/>
              <a:pathLst>
                <a:path extrusionOk="0" h="793" w="1109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rect b="b" l="l" r="r" t="t"/>
              <a:pathLst>
                <a:path extrusionOk="0" h="3928" w="4941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rect b="b" l="l" r="r" t="t"/>
              <a:pathLst>
                <a:path extrusionOk="0" h="4308" w="5321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rect b="b" l="l" r="r" t="t"/>
              <a:pathLst>
                <a:path extrusionOk="0" h="2344" w="2788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rect b="b" l="l" r="r" t="t"/>
              <a:pathLst>
                <a:path extrusionOk="0" h="2724" w="316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rect b="b" l="l" r="r" t="t"/>
              <a:pathLst>
                <a:path extrusionOk="0" h="4787" w="5892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rect b="b" l="l" r="r" t="t"/>
              <a:pathLst>
                <a:path extrusionOk="0" h="4787" w="5892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rect b="b" l="l" r="r" t="t"/>
              <a:pathLst>
                <a:path extrusionOk="0" h="5173" w="6272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rect b="b" l="l" r="r" t="t"/>
              <a:pathLst>
                <a:path extrusionOk="0" h="2440" w="2471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rect b="b" l="l" r="r" t="t"/>
              <a:pathLst>
                <a:path extrusionOk="0" h="4787" w="5923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rect b="b" l="l" r="r" t="t"/>
              <a:pathLst>
                <a:path extrusionOk="0" h="5173" w="6303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rect b="b" l="l" r="r" t="t"/>
              <a:pathLst>
                <a:path extrusionOk="0" h="1458" w="8647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rect b="b" l="l" r="r" t="t"/>
              <a:pathLst>
                <a:path extrusionOk="0" h="1838" w="9027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rect b="b" l="l" r="r" t="t"/>
              <a:pathLst>
                <a:path extrusionOk="0" h="2724" w="2725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rect b="b" l="l" r="r" t="t"/>
              <a:pathLst>
                <a:path extrusionOk="0" h="2629" w="2567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rect b="b" l="l" r="r" t="t"/>
              <a:pathLst>
                <a:path extrusionOk="0" h="1047" w="983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rect b="b" l="l" r="r" t="t"/>
              <a:pathLst>
                <a:path extrusionOk="0" h="1427" w="1363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rect b="b" l="l" r="r" t="t"/>
              <a:pathLst>
                <a:path extrusionOk="0" h="1505" w="149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rect b="b" l="l" r="r" t="t"/>
              <a:pathLst>
                <a:path extrusionOk="0" h="1046" w="982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rect b="b" l="l" r="r" t="t"/>
              <a:pathLst>
                <a:path extrusionOk="0" h="1415" w="1394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rect b="b" l="l" r="r" t="t"/>
              <a:pathLst>
                <a:path extrusionOk="0" h="1110" w="111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rect b="b" l="l" r="r" t="t"/>
              <a:pathLst>
                <a:path extrusionOk="0" h="1870" w="1838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rect b="b" l="l" r="r" t="t"/>
              <a:pathLst>
                <a:path extrusionOk="0" h="2598" w="2566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rect b="b" l="l" r="r" t="t"/>
              <a:pathLst>
                <a:path extrusionOk="0" h="11750" w="6398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rect b="b" l="l" r="r" t="t"/>
              <a:pathLst>
                <a:path extrusionOk="0" h="11909" w="6082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rect b="b" l="l" r="r" t="t"/>
              <a:pathLst>
                <a:path extrusionOk="0" h="2091" w="13238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rect b="b" l="l" r="r" t="t"/>
              <a:pathLst>
                <a:path extrusionOk="0" h="9913" w="9913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rect b="b" l="l" r="r" t="t"/>
              <a:pathLst>
                <a:path extrusionOk="0" h="10198" w="5416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rect b="b" l="l" r="r" t="t"/>
              <a:pathLst>
                <a:path extrusionOk="0" h="10198" w="5353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rect b="b" l="l" r="r" t="t"/>
              <a:pathLst>
                <a:path extrusionOk="0" h="7031" w="8774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rect b="b" l="l" r="r" t="t"/>
              <a:pathLst>
                <a:path extrusionOk="0" h="7411" w="9154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rect b="b" l="l" r="r" t="t"/>
              <a:pathLst>
                <a:path extrusionOk="0" h="6905" w="871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rect b="b" l="l" r="r" t="t"/>
              <a:pathLst>
                <a:path extrusionOk="0" h="7309" w="909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rect b="b" l="l" r="r" t="t"/>
              <a:pathLst>
                <a:path extrusionOk="0" h="6905" w="6937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rect b="b" l="l" r="r" t="t"/>
              <a:pathLst>
                <a:path extrusionOk="0" h="3611" w="247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rect b="b" l="l" r="r" t="t"/>
              <a:pathLst>
                <a:path extrusionOk="0" h="382" w="4149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rect b="b" l="l" r="r" t="t"/>
              <a:pathLst>
                <a:path extrusionOk="0" h="3611" w="2471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rect b="b" l="l" r="r" t="t"/>
              <a:pathLst>
                <a:path extrusionOk="0" h="2281" w="3579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rect b="b" l="l" r="r" t="t"/>
              <a:pathLst>
                <a:path extrusionOk="0" h="2661" w="3959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rect b="b" l="l" r="r" t="t"/>
              <a:pathLst>
                <a:path extrusionOk="0" h="2263" w="358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rect b="b" l="l" r="r" t="t"/>
              <a:pathLst>
                <a:path extrusionOk="0" h="2685" w="396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rect b="b" l="l" r="r" t="t"/>
              <a:pathLst>
                <a:path extrusionOk="0" h="2281" w="3579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rect b="b" l="l" r="r" t="t"/>
              <a:pathLst>
                <a:path extrusionOk="0" h="2661" w="3959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rect b="b" l="l" r="r" t="t"/>
              <a:pathLst>
                <a:path extrusionOk="0" h="3390" w="4593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rect b="b" l="l" r="r" t="t"/>
              <a:pathLst>
                <a:path extrusionOk="0" h="3770" w="4973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rect b="b" l="l" r="r" t="t"/>
              <a:pathLst>
                <a:path extrusionOk="0" h="1616" w="4593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rect b="b" l="l" r="r" t="t"/>
              <a:pathLst>
                <a:path extrusionOk="0" h="1990" w="5005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rect b="b" l="l" r="r" t="t"/>
              <a:pathLst>
                <a:path extrusionOk="0" h="824" w="951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rect b="b" l="l" r="r" t="t"/>
              <a:pathLst>
                <a:path extrusionOk="0" h="1204" w="1331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rect b="b" l="l" r="r" t="t"/>
              <a:pathLst>
                <a:path extrusionOk="0" h="602" w="1489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rect b="b" l="l" r="r" t="t"/>
              <a:pathLst>
                <a:path extrusionOk="0" h="982" w="1869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rect b="b" l="l" r="r" t="t"/>
              <a:pathLst>
                <a:path extrusionOk="0" h="6303" w="8741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rect b="b" l="l" r="r" t="t"/>
              <a:pathLst>
                <a:path extrusionOk="0" h="6683" w="909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rect b="b" l="l" r="r" t="t"/>
              <a:pathLst>
                <a:path extrusionOk="0" h="983" w="9502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rect b="b" l="l" r="r" t="t"/>
              <a:pathLst>
                <a:path extrusionOk="0" h="1363" w="9882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rect b="b" l="l" r="r" t="t"/>
              <a:pathLst>
                <a:path extrusionOk="0" h="4450" w="6684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rect b="b" l="l" r="r" t="t"/>
              <a:pathLst>
                <a:path extrusionOk="0" h="1173" w="1046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rect b="b" l="l" r="r" t="t"/>
              <a:pathLst>
                <a:path extrusionOk="0" h="1542" w="1426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rect b="b" l="l" r="r" t="t"/>
              <a:pathLst>
                <a:path extrusionOk="0" h="10040" w="3104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rect b="b" l="l" r="r" t="t"/>
              <a:pathLst>
                <a:path extrusionOk="0" h="10451" w="3484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rect b="b" l="l" r="r" t="t"/>
              <a:pathLst>
                <a:path extrusionOk="0" h="3295" w="2756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rect b="b" l="l" r="r" t="t"/>
              <a:pathLst>
                <a:path extrusionOk="0" h="3675" w="3168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rect b="b" l="l" r="r" t="t"/>
              <a:pathLst>
                <a:path extrusionOk="0" h="4315" w="7222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rect b="b" l="l" r="r" t="t"/>
              <a:pathLst>
                <a:path extrusionOk="0" h="4688" w="7602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rect b="b" l="l" r="r" t="t"/>
              <a:pathLst>
                <a:path extrusionOk="0" h="987" w="1173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rect b="b" l="l" r="r" t="t"/>
              <a:pathLst>
                <a:path extrusionOk="0" h="1362" w="1553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rect b="b" l="l" r="r" t="t"/>
              <a:pathLst>
                <a:path extrusionOk="0" h="2947" w="2914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rect b="b" l="l" r="r" t="t"/>
              <a:pathLst>
                <a:path extrusionOk="0" h="3327" w="3326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rect b="b" l="l" r="r" t="t"/>
              <a:pathLst>
                <a:path extrusionOk="0" h="2440" w="4023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rect b="b" l="l" r="r" t="t"/>
              <a:pathLst>
                <a:path extrusionOk="0" h="2820" w="4403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rect b="b" l="l" r="r" t="t"/>
              <a:pathLst>
                <a:path extrusionOk="0" h="2187" w="2756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rect b="b" l="l" r="r" t="t"/>
              <a:pathLst>
                <a:path extrusionOk="0" h="1363" w="38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rect b="b" l="l" r="r" t="t"/>
            <a:pathLst>
              <a:path extrusionOk="0" h="100201" w="243631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cap="flat" cmpd="sng" w="190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rect b="b" l="l" r="r" t="t"/>
              <a:pathLst>
                <a:path extrusionOk="0" h="3200" w="5543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rect b="b" l="l" r="r" t="t"/>
              <a:pathLst>
                <a:path extrusionOk="0" h="4846" w="2788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rect b="b" l="l" r="r" t="t"/>
              <a:pathLst>
                <a:path extrusionOk="0" h="4846" w="2788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rect b="b" l="l" r="r" t="t"/>
              <a:pathLst>
                <a:path extrusionOk="0" h="4467" w="7127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rect b="b" l="l" r="r" t="t"/>
              <a:pathLst>
                <a:path extrusionOk="0" h="3864" w="6461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rect b="b" l="l" r="r" t="t"/>
              <a:pathLst>
                <a:path extrusionOk="0" h="508" w="795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rect b="b" l="l" r="r" t="t"/>
              <a:pathLst>
                <a:path extrusionOk="0" h="128" w="1616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rect b="b" l="l" r="r" t="t"/>
              <a:pathLst>
                <a:path extrusionOk="0" h="4467" w="7127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rect b="b" l="l" r="r" t="t"/>
              <a:pathLst>
                <a:path extrusionOk="0" h="3864" w="6493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rect b="b" l="l" r="r" t="t"/>
              <a:pathLst>
                <a:path extrusionOk="0" h="508" w="7918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rect b="b" l="l" r="r" t="t"/>
              <a:pathLst>
                <a:path extrusionOk="0" h="128" w="1584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rect b="b" l="l" r="r" t="t"/>
              <a:pathLst>
                <a:path extrusionOk="0" h="4466" w="7158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rect b="b" l="l" r="r" t="t"/>
              <a:pathLst>
                <a:path extrusionOk="0" h="3864" w="6461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rect b="b" l="l" r="r" t="t"/>
              <a:pathLst>
                <a:path extrusionOk="0" h="476" w="795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rect b="b" l="l" r="r" t="t"/>
              <a:pathLst>
                <a:path extrusionOk="0" h="127" w="1585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rect b="b" l="l" r="r" t="t"/>
              <a:pathLst>
                <a:path extrusionOk="0" h="4498" w="715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rect b="b" l="l" r="r" t="t"/>
              <a:pathLst>
                <a:path extrusionOk="0" h="3896" w="6461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rect b="b" l="l" r="r" t="t"/>
              <a:pathLst>
                <a:path extrusionOk="0" h="476" w="795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rect b="b" l="l" r="r" t="t"/>
              <a:pathLst>
                <a:path extrusionOk="0" h="128" w="1585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rect b="b" l="l" r="r" t="t"/>
              <a:pathLst>
                <a:path extrusionOk="0" h="2155" w="3833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rect b="b" l="l" r="r" t="t"/>
              <a:pathLst>
                <a:path extrusionOk="0" h="2154" w="3833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rect b="b" l="l" r="r" t="t"/>
              <a:pathLst>
                <a:path extrusionOk="0" h="3864" w="2155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rect b="b" l="l" r="r" t="t"/>
              <a:pathLst>
                <a:path extrusionOk="0" h="3833" w="2155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rect b="b" l="l" r="r" t="t"/>
              <a:pathLst>
                <a:path extrusionOk="0" h="5226" w="8995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rect b="b" l="l" r="r" t="t"/>
              <a:pathLst>
                <a:path extrusionOk="0" h="5195" w="8995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rect b="b" l="l" r="r" t="t"/>
              <a:pathLst>
                <a:path extrusionOk="0" h="7887" w="453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rect b="b" l="l" r="r" t="t"/>
              <a:pathLst>
                <a:path extrusionOk="0" h="5195" w="8995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rect b="b" l="l" r="r" t="t"/>
              <a:pathLst>
                <a:path extrusionOk="0" h="5226" w="9027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rect b="b" l="l" r="r" t="t"/>
              <a:pathLst>
                <a:path extrusionOk="0" h="7919" w="4498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rect b="b" l="l" r="r" t="t"/>
              <a:pathLst>
                <a:path extrusionOk="0" h="7919" w="453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rect b="b" l="l" r="r" t="t"/>
              <a:pathLst>
                <a:path extrusionOk="0" h="9248" w="15993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rect b="b" l="l" r="r" t="t"/>
              <a:pathLst>
                <a:path extrusionOk="0" h="14030" w="8013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rect b="b" l="l" r="r" t="t"/>
              <a:pathLst>
                <a:path extrusionOk="0" h="14030" w="8013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rect b="b" l="l" r="r" t="t"/>
              <a:pathLst>
                <a:path extrusionOk="0" h="2313" w="983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rect b="b" l="l" r="r" t="t"/>
              <a:pathLst>
                <a:path extrusionOk="0" h="2313" w="983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rect b="b" l="l" r="r" t="t"/>
              <a:pathLst>
                <a:path extrusionOk="0" h="3485" w="5986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rect b="b" l="l" r="r" t="t"/>
              <a:pathLst>
                <a:path extrusionOk="0" h="5258" w="2978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rect b="b" l="l" r="r" t="t"/>
              <a:pathLst>
                <a:path extrusionOk="0" h="5258" w="3009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rect b="b" l="l" r="r" t="t"/>
              <a:pathLst>
                <a:path extrusionOk="0" h="4847" w="776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rect b="b" l="l" r="r" t="t"/>
              <a:pathLst>
                <a:path extrusionOk="0" h="4213" w="7031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rect b="b" l="l" r="r" t="t"/>
              <a:pathLst>
                <a:path extrusionOk="0" h="540" w="8615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rect b="b" l="l" r="r" t="t"/>
              <a:pathLst>
                <a:path extrusionOk="0" h="160" w="1711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rect b="b" l="l" r="r" t="t"/>
              <a:pathLst>
                <a:path extrusionOk="0" h="4847" w="776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rect b="b" l="l" r="r" t="t"/>
              <a:pathLst>
                <a:path extrusionOk="0" h="4213" w="700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rect b="b" l="l" r="r" t="t"/>
              <a:pathLst>
                <a:path extrusionOk="0" h="540" w="8615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rect b="b" l="l" r="r" t="t"/>
              <a:pathLst>
                <a:path extrusionOk="0" h="160" w="1711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rect b="b" l="l" r="r" t="t"/>
              <a:pathLst>
                <a:path extrusionOk="0" h="4846" w="776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rect b="b" l="l" r="r" t="t"/>
              <a:pathLst>
                <a:path extrusionOk="0" h="4181" w="7032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rect b="b" l="l" r="r" t="t"/>
              <a:pathLst>
                <a:path extrusionOk="0" h="539" w="8615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rect b="b" l="l" r="r" t="t"/>
              <a:pathLst>
                <a:path extrusionOk="0" h="128" w="1711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rect b="b" l="l" r="r" t="t"/>
              <a:pathLst>
                <a:path extrusionOk="0" h="4846" w="776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rect b="b" l="l" r="r" t="t"/>
              <a:pathLst>
                <a:path extrusionOk="0" h="4213" w="7032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rect b="b" l="l" r="r" t="t"/>
              <a:pathLst>
                <a:path extrusionOk="0" h="507" w="8615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rect b="b" l="l" r="r" t="t"/>
              <a:pathLst>
                <a:path extrusionOk="0" h="127" w="1711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rect b="b" l="l" r="r" t="t"/>
              <a:pathLst>
                <a:path extrusionOk="0" h="2186" w="3295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rect b="b" l="l" r="r" t="t"/>
              <a:pathLst>
                <a:path extrusionOk="0" h="2218" w="3263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rect b="b" l="l" r="r" t="t"/>
              <a:pathLst>
                <a:path extrusionOk="0" h="2218" w="3294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rect b="b" l="l" r="r" t="t"/>
              <a:pathLst>
                <a:path extrusionOk="0" h="2218" w="3294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rect b="b" l="l" r="r" t="t"/>
              <a:pathLst>
                <a:path extrusionOk="0" h="983" w="2313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rect b="b" l="l" r="r" t="t"/>
              <a:pathLst>
                <a:path extrusionOk="0" h="983" w="2313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rect b="b" l="l" r="r" t="t"/>
              <a:pathLst>
                <a:path extrusionOk="0" h="28154" w="31923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rect b="b" l="l" r="r" t="t"/>
              <a:pathLst>
                <a:path extrusionOk="0" h="666" w="9914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rect b="b" l="l" r="r" t="t"/>
              <a:pathLst>
                <a:path extrusionOk="0" h="3232" w="529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rect b="b" l="l" r="r" t="t"/>
              <a:pathLst>
                <a:path extrusionOk="0" h="3484" w="5606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rect b="b" l="l" r="r" t="t"/>
              <a:pathLst>
                <a:path extrusionOk="0" h="12510" w="20808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rect b="b" l="l" r="r" t="t"/>
              <a:pathLst>
                <a:path extrusionOk="0" h="12763" w="21061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rect b="b" l="l" r="r" t="t"/>
              <a:pathLst>
                <a:path extrusionOk="0" h="919" w="1023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rect b="b" l="l" r="r" t="t"/>
              <a:pathLst>
                <a:path extrusionOk="0" h="12763" w="21061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rect b="b" l="l" r="r" t="t"/>
              <a:pathLst>
                <a:path extrusionOk="0" h="2376" w="21061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rect b="b" l="l" r="r" t="t"/>
              <a:pathLst>
                <a:path extrusionOk="0" h="1205" w="1204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rect b="b" l="l" r="r" t="t"/>
              <a:pathLst>
                <a:path extrusionOk="0" h="2630" w="2946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rect b="b" l="l" r="r" t="t"/>
              <a:pathLst>
                <a:path extrusionOk="0" h="2597" w="2377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rect b="b" l="l" r="r" t="t"/>
              <a:pathLst>
                <a:path extrusionOk="0" h="2787" w="5701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rect b="b" l="l" r="r" t="t"/>
              <a:pathLst>
                <a:path extrusionOk="0" h="2756" w="2757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rect b="b" l="l" r="r" t="t"/>
              <a:pathLst>
                <a:path extrusionOk="0" h="2408" w="2408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rect b="b" l="l" r="r" t="t"/>
              <a:pathLst>
                <a:path extrusionOk="0" h="2408" w="244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rect b="b" l="l" r="r" t="t"/>
              <a:pathLst>
                <a:path extrusionOk="0" h="28153" w="31005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rect b="b" l="l" r="r" t="t"/>
              <a:pathLst>
                <a:path extrusionOk="0" h="698" w="9945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rect b="b" l="l" r="r" t="t"/>
              <a:pathLst>
                <a:path extrusionOk="0" h="3231" w="5321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rect b="b" l="l" r="r" t="t"/>
              <a:pathLst>
                <a:path extrusionOk="0" h="3485" w="5575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rect b="b" l="l" r="r" t="t"/>
              <a:pathLst>
                <a:path extrusionOk="0" h="12479" w="20808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rect b="b" l="l" r="r" t="t"/>
              <a:pathLst>
                <a:path extrusionOk="0" h="12731" w="21093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rect b="b" l="l" r="r" t="t"/>
              <a:pathLst>
                <a:path extrusionOk="0" h="951" w="10199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rect b="b" l="l" r="r" t="t"/>
              <a:pathLst>
                <a:path extrusionOk="0" h="12731" w="21093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rect b="b" l="l" r="r" t="t"/>
              <a:pathLst>
                <a:path extrusionOk="0" h="2376" w="21093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rect b="b" l="l" r="r" t="t"/>
              <a:pathLst>
                <a:path extrusionOk="0" h="1204" w="1173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rect b="b" l="l" r="r" t="t"/>
              <a:pathLst>
                <a:path extrusionOk="0" h="2629" w="2914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rect b="b" l="l" r="r" t="t"/>
              <a:pathLst>
                <a:path extrusionOk="0" h="2630" w="2376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rect b="b" l="l" r="r" t="t"/>
              <a:pathLst>
                <a:path extrusionOk="0" h="2820" w="5701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rect b="b" l="l" r="r" t="t"/>
              <a:pathLst>
                <a:path extrusionOk="0" h="2439" w="2408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rect b="b" l="l" r="r" t="t"/>
              <a:pathLst>
                <a:path extrusionOk="0" h="2756" w="2757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rect b="b" l="l" r="r" t="t"/>
              <a:pathLst>
                <a:path extrusionOk="0" h="2407" w="2408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rect b="b" l="l" r="r" t="t"/>
            <a:pathLst>
              <a:path extrusionOk="0" h="9402" w="10389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rect b="b" l="l" r="r" t="t"/>
            <a:pathLst>
              <a:path extrusionOk="0" h="9398" w="10389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rect b="b" l="l" r="r" t="t"/>
            <a:pathLst>
              <a:path extrusionOk="0" h="9386" w="10388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rect b="b" l="l" r="r" t="t"/>
            <a:pathLst>
              <a:path extrusionOk="0" h="9402" w="10389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rect b="b" l="l" r="r" t="t"/>
            <a:pathLst>
              <a:path extrusionOk="0" h="9398" w="10357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rect b="b" l="l" r="r" t="t"/>
            <a:pathLst>
              <a:path extrusionOk="0" h="9398" w="10357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rect b="b" l="l" r="r" t="t"/>
            <a:pathLst>
              <a:path extrusionOk="0" h="11846" w="191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rect b="b" l="l" r="r" t="t"/>
            <a:pathLst>
              <a:path extrusionOk="0" h="1014" w="1616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rect b="b" l="l" r="r" t="t"/>
            <a:pathLst>
              <a:path extrusionOk="0" h="11908" w="191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rect b="b" l="l" r="r" t="t"/>
            <a:pathLst>
              <a:path extrusionOk="0" h="1014" w="1616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rect b="b" l="l" r="r" t="t"/>
            <a:pathLst>
              <a:path extrusionOk="0" h="11846" w="191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rect b="b" l="l" r="r" t="t"/>
            <a:pathLst>
              <a:path extrusionOk="0" h="1014" w="1616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rect b="b" l="l" r="r" t="t"/>
            <a:pathLst>
              <a:path extrusionOk="0" h="11814" w="191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rect b="b" l="l" r="r" t="t"/>
            <a:pathLst>
              <a:path extrusionOk="0" h="983" w="1616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rect b="b" l="l" r="r" t="t"/>
            <a:pathLst>
              <a:path extrusionOk="0" h="11908" w="191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rect b="b" l="l" r="r" t="t"/>
            <a:pathLst>
              <a:path extrusionOk="0" h="1014" w="1616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farthest planet from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closest planet of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third planet from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6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rect b="b" l="l" r="r" t="t"/>
            <a:pathLst>
              <a:path extrusionOk="0" h="19066" w="19066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rect b="b" l="l" r="r" t="t"/>
            <a:pathLst>
              <a:path extrusionOk="0" h="19762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rect b="b" l="l" r="r" t="t"/>
            <a:pathLst>
              <a:path extrusionOk="0" h="19066" w="19066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rect b="b" l="l" r="r" t="t"/>
            <a:pathLst>
              <a:path extrusionOk="0" h="19762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rect b="b" l="l" r="r" t="t"/>
            <a:pathLst>
              <a:path extrusionOk="0" h="4087" w="4086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rect b="b" l="l" r="r" t="t"/>
            <a:pathLst>
              <a:path extrusionOk="0" h="4087" w="4086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rect b="b" l="l" r="r" t="t"/>
            <a:pathLst>
              <a:path extrusionOk="0" h="26856" w="28883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rect b="b" l="l" r="r" t="t"/>
            <a:pathLst>
              <a:path extrusionOk="0" h="15297" w="28851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rect b="b" l="l" r="r" t="t"/>
            <a:pathLst>
              <a:path extrusionOk="0" h="26856" w="28883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rect b="b" l="l" r="r" t="t"/>
            <a:pathLst>
              <a:path extrusionOk="0" h="15297" w="28851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rect b="b" l="l" r="r" t="t"/>
            <a:pathLst>
              <a:path extrusionOk="0" h="381" w="28756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rect b="b" l="l" r="r" t="t"/>
              <a:pathLst>
                <a:path extrusionOk="0" h="67234" w="16025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rect b="b" l="l" r="r" t="t"/>
              <a:pathLst>
                <a:path extrusionOk="0" h="67994" w="17387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rect b="b" l="l" r="r" t="t"/>
              <a:pathLst>
                <a:path extrusionOk="0" h="64370" w="15898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rect b="b" l="l" r="r" t="t"/>
              <a:pathLst>
                <a:path extrusionOk="0" h="11881" w="14948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rect b="b" l="l" r="r" t="t"/>
              <a:pathLst>
                <a:path extrusionOk="0" h="868" w="666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rect b="b" l="l" r="r" t="t"/>
              <a:pathLst>
                <a:path extrusionOk="0" h="11861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rect b="b" l="l" r="r" t="t"/>
              <a:pathLst>
                <a:path extrusionOk="0" h="11870" w="14948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rect b="b" l="l" r="r" t="t"/>
              <a:pathLst>
                <a:path extrusionOk="0" h="868" w="666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rect b="b" l="l" r="r" t="t"/>
              <a:pathLst>
                <a:path extrusionOk="0" h="11861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rect b="b" l="l" r="r" t="t"/>
              <a:pathLst>
                <a:path extrusionOk="0" h="11870" w="14948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rect b="b" l="l" r="r" t="t"/>
              <a:pathLst>
                <a:path extrusionOk="0" h="11875" w="14948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rect b="b" l="l" r="r" t="t"/>
              <a:pathLst>
                <a:path extrusionOk="0" h="11860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rect b="b" l="l" r="r" t="t"/>
              <a:pathLst>
                <a:path extrusionOk="0" h="11869" w="14948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rect b="b" l="l" r="r" t="t"/>
              <a:pathLst>
                <a:path extrusionOk="0" h="63578" w="14505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rect b="b" l="l" r="r" t="t"/>
              <a:pathLst>
                <a:path extrusionOk="0" h="11058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rect b="b" l="l" r="r" t="t"/>
              <a:pathLst>
                <a:path extrusionOk="0" h="11058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rect b="b" l="l" r="r" t="t"/>
              <a:pathLst>
                <a:path extrusionOk="0" h="11057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rect b="b" l="l" r="r" t="t"/>
              <a:pathLst>
                <a:path extrusionOk="0" h="11036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rect b="b" l="l" r="r" t="t"/>
              <a:pathLst>
                <a:path extrusionOk="0" h="19414" w="33411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rect b="b" l="l" r="r" t="t"/>
              <a:pathLst>
                <a:path extrusionOk="0" h="13175" w="16342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rect b="b" l="l" r="r" t="t"/>
              <a:pathLst>
                <a:path extrusionOk="0" h="1996" w="2281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rect b="b" l="l" r="r" t="t"/>
              <a:pathLst>
                <a:path extrusionOk="0" h="9628" w="10262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rect b="b" l="l" r="r" t="t"/>
              <a:pathLst>
                <a:path extrusionOk="0" h="3390" w="4941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rect b="b" l="l" r="r" t="t"/>
              <a:pathLst>
                <a:path extrusionOk="0" h="13144" w="22771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rect b="b" l="l" r="r" t="t"/>
              <a:pathLst>
                <a:path extrusionOk="0" h="1719" w="5575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rect b="b" l="l" r="r" t="t"/>
              <a:pathLst>
                <a:path extrusionOk="0" h="2828" w="5417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rect b="b" l="l" r="r" t="t"/>
              <a:pathLst>
                <a:path extrusionOk="0" h="2534" w="4372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rect b="b" l="l" r="r" t="t"/>
              <a:pathLst>
                <a:path extrusionOk="0" h="2502" w="4339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rect b="b" l="l" r="r" t="t"/>
              <a:pathLst>
                <a:path extrusionOk="0" h="1719" w="5607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rect b="b" l="l" r="r" t="t"/>
              <a:pathLst>
                <a:path extrusionOk="0" h="2803" w="5417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rect b="b" l="l" r="r" t="t"/>
              <a:pathLst>
                <a:path extrusionOk="0" h="2535" w="434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rect b="b" l="l" r="r" t="t"/>
              <a:pathLst>
                <a:path extrusionOk="0" h="2503" w="4339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rect b="b" l="l" r="r" t="t"/>
              <a:pathLst>
                <a:path extrusionOk="0" h="67234" w="16026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rect b="b" l="l" r="r" t="t"/>
              <a:pathLst>
                <a:path extrusionOk="0" h="67994" w="17387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rect b="b" l="l" r="r" t="t"/>
              <a:pathLst>
                <a:path extrusionOk="0" h="64356" w="15867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rect b="b" l="l" r="r" t="t"/>
              <a:pathLst>
                <a:path extrusionOk="0" h="867" w="697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rect b="b" l="l" r="r" t="t"/>
              <a:pathLst>
                <a:path extrusionOk="0" h="11861" w="14917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rect b="b" l="l" r="r" t="t"/>
              <a:pathLst>
                <a:path extrusionOk="0" h="857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rect b="b" l="l" r="r" t="t"/>
              <a:pathLst>
                <a:path extrusionOk="0" h="861" w="697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rect b="b" l="l" r="r" t="t"/>
              <a:pathLst>
                <a:path extrusionOk="0" h="11875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rect b="b" l="l" r="r" t="t"/>
              <a:pathLst>
                <a:path extrusionOk="0" h="11870" w="14917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rect b="b" l="l" r="r" t="t"/>
              <a:pathLst>
                <a:path extrusionOk="0" h="861" w="697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rect b="b" l="l" r="r" t="t"/>
              <a:pathLst>
                <a:path extrusionOk="0" h="11870" w="14917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rect b="b" l="l" r="r" t="t"/>
              <a:pathLst>
                <a:path extrusionOk="0" h="873" w="697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rect b="b" l="l" r="r" t="t"/>
              <a:pathLst>
                <a:path extrusionOk="0" h="63578" w="14474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rect b="b" l="l" r="r" t="t"/>
              <a:pathLst>
                <a:path extrusionOk="0" h="11047" w="13524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rect b="b" l="l" r="r" t="t"/>
              <a:pathLst>
                <a:path extrusionOk="0" h="19414" w="33412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rect b="b" l="l" r="r" t="t"/>
              <a:pathLst>
                <a:path extrusionOk="0" h="13175" w="16343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rect b="b" l="l" r="r" t="t"/>
              <a:pathLst>
                <a:path extrusionOk="0" h="1996" w="2281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rect b="b" l="l" r="r" t="t"/>
              <a:pathLst>
                <a:path extrusionOk="0" h="9628" w="10261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rect b="b" l="l" r="r" t="t"/>
              <a:pathLst>
                <a:path extrusionOk="0" h="3421" w="4941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rect b="b" l="l" r="r" t="t"/>
              <a:pathLst>
                <a:path extrusionOk="0" h="1743" w="5606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rect b="b" l="l" r="r" t="t"/>
              <a:pathLst>
                <a:path extrusionOk="0" h="2804" w="5416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rect b="b" l="l" r="r" t="t"/>
              <a:pathLst>
                <a:path extrusionOk="0" h="2534" w="4339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rect b="b" l="l" r="r" t="t"/>
              <a:pathLst>
                <a:path extrusionOk="0" h="2502" w="434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rect b="b" l="l" r="r" t="t"/>
              <a:pathLst>
                <a:path extrusionOk="0" h="2502" w="4372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rect b="b" l="l" r="r" t="t"/>
              <a:pathLst>
                <a:path extrusionOk="0" h="1743" w="5574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rect b="b" l="l" r="r" t="t"/>
              <a:pathLst>
                <a:path extrusionOk="0" h="2803" w="5416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rect b="b" l="l" r="r" t="t"/>
              <a:pathLst>
                <a:path extrusionOk="0" h="2534" w="4372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rect b="b" l="l" r="r" t="t"/>
              <a:pathLst>
                <a:path extrusionOk="0" h="67234" w="16025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rect b="b" l="l" r="r" t="t"/>
              <a:pathLst>
                <a:path extrusionOk="0" h="68026" w="17388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rect b="b" l="l" r="r" t="t"/>
              <a:pathLst>
                <a:path extrusionOk="0" h="64370" w="15899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rect b="b" l="l" r="r" t="t"/>
              <a:pathLst>
                <a:path extrusionOk="0" h="11874" w="14949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rect b="b" l="l" r="r" t="t"/>
              <a:pathLst>
                <a:path extrusionOk="0" h="11870" w="14949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rect b="b" l="l" r="r" t="t"/>
              <a:pathLst>
                <a:path extrusionOk="0" h="11868" w="14949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rect b="b" l="l" r="r" t="t"/>
              <a:pathLst>
                <a:path extrusionOk="0" h="11874" w="14949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rect b="b" l="l" r="r" t="t"/>
              <a:pathLst>
                <a:path extrusionOk="0" h="11859" w="14949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rect b="b" l="l" r="r" t="t"/>
              <a:pathLst>
                <a:path extrusionOk="0" h="3105" w="5036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rect b="b" l="l" r="r" t="t"/>
              <a:pathLst>
                <a:path extrusionOk="0" h="63546" w="14505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rect b="b" l="l" r="r" t="t"/>
              <a:pathLst>
                <a:path extrusionOk="0" h="11050" w="13555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rect b="b" l="l" r="r" t="t"/>
              <a:pathLst>
                <a:path extrusionOk="0" h="19382" w="33412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rect b="b" l="l" r="r" t="t"/>
              <a:pathLst>
                <a:path extrusionOk="0" h="13143" w="16342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rect b="b" l="l" r="r" t="t"/>
              <a:pathLst>
                <a:path extrusionOk="0" h="1964" w="2281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rect b="b" l="l" r="r" t="t"/>
              <a:pathLst>
                <a:path extrusionOk="0" h="9596" w="10262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rect b="b" l="l" r="r" t="t"/>
              <a:pathLst>
                <a:path extrusionOk="0" h="3421" w="4942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rect b="b" l="l" r="r" t="t"/>
              <a:pathLst>
                <a:path extrusionOk="0" h="2804" w="5417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rect b="b" l="l" r="r" t="t"/>
              <a:pathLst>
                <a:path extrusionOk="0" h="2534" w="4339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rect b="b" l="l" r="r" t="t"/>
              <a:pathLst>
                <a:path extrusionOk="0" h="2803" w="5416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rect b="b" l="l" r="r" t="t"/>
              <a:pathLst>
                <a:path extrusionOk="0" h="2503" w="4339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rect b="b" l="l" r="r" t="t"/>
              <a:pathLst>
                <a:path extrusionOk="0" h="67234" w="15994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rect b="b" l="l" r="r" t="t"/>
              <a:pathLst>
                <a:path extrusionOk="0" h="68026" w="17387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rect b="b" l="l" r="r" t="t"/>
              <a:pathLst>
                <a:path extrusionOk="0" h="64370" w="15867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rect b="b" l="l" r="r" t="t"/>
              <a:pathLst>
                <a:path extrusionOk="0" h="11875" w="14917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rect b="b" l="l" r="r" t="t"/>
              <a:pathLst>
                <a:path extrusionOk="0" h="11861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rect b="b" l="l" r="r" t="t"/>
              <a:pathLst>
                <a:path extrusionOk="0" h="857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rect b="b" l="l" r="r" t="t"/>
              <a:pathLst>
                <a:path extrusionOk="0" h="11868" w="14917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rect b="b" l="l" r="r" t="t"/>
              <a:pathLst>
                <a:path extrusionOk="0" h="856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rect b="b" l="l" r="r" t="t"/>
              <a:pathLst>
                <a:path extrusionOk="0" h="63546" w="14474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rect b="b" l="l" r="r" t="t"/>
              <a:pathLst>
                <a:path extrusionOk="0" h="11036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rect b="b" l="l" r="r" t="t"/>
              <a:pathLst>
                <a:path extrusionOk="0" h="11057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rect b="b" l="l" r="r" t="t"/>
              <a:pathLst>
                <a:path extrusionOk="0" h="11058" w="13524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rect b="b" l="l" r="r" t="t"/>
              <a:pathLst>
                <a:path extrusionOk="0" h="11058" w="13524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rect b="b" l="l" r="r" t="t"/>
              <a:pathLst>
                <a:path extrusionOk="0" h="19382" w="3338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rect b="b" l="l" r="r" t="t"/>
              <a:pathLst>
                <a:path extrusionOk="0" h="13144" w="16342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rect b="b" l="l" r="r" t="t"/>
              <a:pathLst>
                <a:path extrusionOk="0" h="1964" w="2281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rect b="b" l="l" r="r" t="t"/>
              <a:pathLst>
                <a:path extrusionOk="0" h="9629" w="10262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rect b="b" l="l" r="r" t="t"/>
              <a:pathLst>
                <a:path extrusionOk="0" h="3421" w="4941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rect b="b" l="l" r="r" t="t"/>
              <a:pathLst>
                <a:path extrusionOk="0" h="2803" w="5417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rect b="b" l="l" r="r" t="t"/>
              <a:pathLst>
                <a:path extrusionOk="0" h="2502" w="4339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rect b="b" l="l" r="r" t="t"/>
              <a:pathLst>
                <a:path extrusionOk="0" h="2502" w="4372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rect b="b" l="l" r="r" t="t"/>
              <a:pathLst>
                <a:path extrusionOk="0" h="1751" w="5575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rect b="b" l="l" r="r" t="t"/>
              <a:pathLst>
                <a:path extrusionOk="0" h="2820" w="5417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rect b="b" l="l" r="r" t="t"/>
              <a:pathLst>
                <a:path extrusionOk="0" h="2535" w="434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5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rect b="b" l="l" r="r" t="t"/>
            <a:pathLst>
              <a:path extrusionOk="0" h="19350" w="52572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rect b="b" l="l" r="r" t="t"/>
            <a:pathLst>
              <a:path extrusionOk="0" h="19350" w="5406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rect b="b" l="l" r="r" t="t"/>
            <a:pathLst>
              <a:path extrusionOk="0" h="16120" w="17355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rect b="b" l="l" r="r" t="t"/>
            <a:pathLst>
              <a:path extrusionOk="0" h="3010" w="3009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rect b="b" l="l" r="r" t="t"/>
            <a:pathLst>
              <a:path extrusionOk="0" h="22264" w="90353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rect b="b" l="l" r="r" t="t"/>
            <a:pathLst>
              <a:path extrusionOk="0" h="22264" w="90353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rect b="b" l="l" r="r" t="t"/>
            <a:pathLst>
              <a:path extrusionOk="0" h="16120" w="17356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rect b="b" l="l" r="r" t="t"/>
            <a:pathLst>
              <a:path extrusionOk="0" h="3010" w="3042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rect b="b" l="l" r="r" t="t"/>
            <a:pathLst>
              <a:path extrusionOk="0" h="3010" w="3042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rect b="b" l="l" r="r" t="t"/>
            <a:pathLst>
              <a:path extrusionOk="0" h="27529" w="49373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rect b="b" l="l" r="r" t="t"/>
            <a:pathLst>
              <a:path extrusionOk="0" h="28471" w="51305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rect b="b" l="l" r="r" t="t"/>
            <a:pathLst>
              <a:path extrusionOk="0" h="48154" w="43356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rect b="b" l="l" r="r" t="t"/>
              <a:pathLst>
                <a:path extrusionOk="0" h="18369" w="32779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rect b="b" l="l" r="r" t="t"/>
              <a:pathLst>
                <a:path extrusionOk="0" h="27069" w="24291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rect b="b" l="l" r="r" t="t"/>
              <a:pathLst>
                <a:path extrusionOk="0" h="8330" w="8298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rect b="b" l="l" r="r" t="t"/>
              <a:pathLst>
                <a:path extrusionOk="0" h="5068" w="5384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rect b="b" l="l" r="r" t="t"/>
              <a:pathLst>
                <a:path extrusionOk="0" h="5733" w="1996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rect b="b" l="l" r="r" t="t"/>
              <a:pathLst>
                <a:path extrusionOk="0" h="476" w="508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rect b="b" l="l" r="r" t="t"/>
              <a:pathLst>
                <a:path extrusionOk="0" h="13081" w="8868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rect b="b" l="l" r="r" t="t"/>
              <a:pathLst>
                <a:path extrusionOk="0" h="18369" w="32779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rect b="b" l="l" r="r" t="t"/>
              <a:pathLst>
                <a:path extrusionOk="0" h="27046" w="24291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rect b="b" l="l" r="r" t="t"/>
              <a:pathLst>
                <a:path extrusionOk="0" h="2328" w="2376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rect b="b" l="l" r="r" t="t"/>
              <a:pathLst>
                <a:path extrusionOk="0" h="5574" w="413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rect b="b" l="l" r="r" t="t"/>
              <a:pathLst>
                <a:path extrusionOk="0" h="413" w="3326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rect b="b" l="l" r="r" t="t"/>
              <a:pathLst>
                <a:path extrusionOk="0" h="413" w="2534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rect b="b" l="l" r="r" t="t"/>
              <a:pathLst>
                <a:path extrusionOk="0" h="412" w="2344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rect b="b" l="l" r="r" t="t"/>
              <a:pathLst>
                <a:path extrusionOk="0" h="6873" w="6873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rect b="b" l="l" r="r" t="t"/>
              <a:pathLst>
                <a:path extrusionOk="0" h="540" w="539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rect b="b" l="l" r="r" t="t"/>
              <a:pathLst>
                <a:path extrusionOk="0" h="540" w="54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rect b="b" l="l" r="r" t="t"/>
              <a:pathLst>
                <a:path extrusionOk="0" h="540" w="508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rect b="b" l="l" r="r" t="t"/>
              <a:pathLst>
                <a:path extrusionOk="0" h="1680" w="909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rect b="b" l="l" r="r" t="t"/>
              <a:pathLst>
                <a:path extrusionOk="0" h="11401" w="4688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rect b="b" l="l" r="r" t="t"/>
              <a:pathLst>
                <a:path extrusionOk="0" h="413" w="7126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rect b="b" l="l" r="r" t="t"/>
              <a:pathLst>
                <a:path extrusionOk="0" h="412" w="5955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rect b="b" l="l" r="r" t="t"/>
              <a:pathLst>
                <a:path extrusionOk="0" h="413" w="3769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rect b="b" l="l" r="r" t="t"/>
              <a:pathLst>
                <a:path extrusionOk="0" h="17419" w="30847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rect b="b" l="l" r="r" t="t"/>
              <a:pathLst>
                <a:path extrusionOk="0" h="18337" w="32747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rect b="b" l="l" r="r" t="t"/>
              <a:pathLst>
                <a:path extrusionOk="0" h="27063" w="2426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rect b="b" l="l" r="r" t="t"/>
              <a:pathLst>
                <a:path extrusionOk="0" h="11180" w="412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rect b="b" l="l" r="r" t="t"/>
              <a:pathLst>
                <a:path extrusionOk="0" h="11180" w="3389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rect b="b" l="l" r="r" t="t"/>
              <a:pathLst>
                <a:path extrusionOk="0" h="11180" w="5226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rect b="b" l="l" r="r" t="t"/>
              <a:pathLst>
                <a:path extrusionOk="0" h="9502" w="413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rect b="b" l="l" r="r" t="t"/>
              <a:pathLst>
                <a:path extrusionOk="0" h="2693" w="6462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rect b="b" l="l" r="r" t="t"/>
              <a:pathLst>
                <a:path extrusionOk="0" h="1553" w="6462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rect b="b" l="l" r="r" t="t"/>
              <a:pathLst>
                <a:path extrusionOk="0" h="1553" w="6493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rect b="b" l="l" r="r" t="t"/>
              <a:pathLst>
                <a:path extrusionOk="0" h="1553" w="6462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rect b="b" l="l" r="r" t="t"/>
              <a:pathLst>
                <a:path extrusionOk="0" h="6018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rect b="b" l="l" r="r" t="t"/>
              <a:pathLst>
                <a:path extrusionOk="0" h="18369" w="32778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rect b="b" l="l" r="r" t="t"/>
              <a:pathLst>
                <a:path extrusionOk="0" h="27046" w="24292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rect b="b" l="l" r="r" t="t"/>
              <a:pathLst>
                <a:path extrusionOk="0" h="14790" w="9248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rect b="b" l="l" r="r" t="t"/>
              <a:pathLst>
                <a:path extrusionOk="0" h="413" w="928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rect b="b" l="l" r="r" t="t"/>
              <a:pathLst>
                <a:path extrusionOk="0" h="413" w="928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rect b="b" l="l" r="r" t="t"/>
              <a:pathLst>
                <a:path extrusionOk="0" h="413" w="2408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rect b="b" l="l" r="r" t="t"/>
              <a:pathLst>
                <a:path extrusionOk="0" h="508" w="539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rect b="b" l="l" r="r" t="t"/>
              <a:pathLst>
                <a:path extrusionOk="0" h="6683" w="6684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rect b="b" l="l" r="r" t="t"/>
              <a:pathLst>
                <a:path extrusionOk="0" h="3104" w="2661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rect b="b" l="l" r="r" t="t"/>
              <a:pathLst>
                <a:path extrusionOk="0" h="2483" w="1585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rect b="b" l="l" r="r" t="t"/>
              <a:pathLst>
                <a:path extrusionOk="0" h="2509" w="1616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rect b="b" l="l" r="r" t="t"/>
              <a:pathLst>
                <a:path extrusionOk="0" h="18369" w="32778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rect b="b" l="l" r="r" t="t"/>
              <a:pathLst>
                <a:path extrusionOk="0" h="27062" w="24292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rect b="b" l="l" r="r" t="t"/>
              <a:pathLst>
                <a:path extrusionOk="0" h="6652" w="13841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rect b="b" l="l" r="r" t="t"/>
              <a:pathLst>
                <a:path extrusionOk="0" h="9533" w="14696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rect b="b" l="l" r="r" t="t"/>
              <a:pathLst>
                <a:path extrusionOk="0" h="401" w="412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rect b="b" l="l" r="r" t="t"/>
              <a:pathLst>
                <a:path extrusionOk="0" h="413" w="1453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rect b="b" l="l" r="r" t="t"/>
              <a:pathLst>
                <a:path extrusionOk="0" h="1426" w="413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rect b="b" l="l" r="r" t="t"/>
              <a:pathLst>
                <a:path extrusionOk="0" h="1426" w="413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rect b="b" l="l" r="r" t="t"/>
              <a:pathLst>
                <a:path extrusionOk="0" h="413" w="776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rect b="b" l="l" r="r" t="t"/>
              <a:pathLst>
                <a:path extrusionOk="0" h="4272" w="4339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rect b="b" l="l" r="r" t="t"/>
              <a:pathLst>
                <a:path extrusionOk="0" h="2921" w="2756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rect b="b" l="l" r="r" t="t"/>
              <a:pathLst>
                <a:path extrusionOk="0" h="17419" w="30847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rect b="b" l="l" r="r" t="t"/>
              <a:pathLst>
                <a:path extrusionOk="0" h="18337" w="32779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rect b="b" l="l" r="r" t="t"/>
              <a:pathLst>
                <a:path extrusionOk="0" h="27062" w="24291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rect b="b" l="l" r="r" t="t"/>
              <a:pathLst>
                <a:path extrusionOk="0" h="9090" w="13777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rect b="b" l="l" r="r" t="t"/>
              <a:pathLst>
                <a:path extrusionOk="0" h="3984" w="3168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rect b="b" l="l" r="r" t="t"/>
              <a:pathLst>
                <a:path extrusionOk="0" h="412" w="9628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rect b="b" l="l" r="r" t="t"/>
              <a:pathLst>
                <a:path extrusionOk="0" h="412" w="7222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rect b="b" l="l" r="r" t="t"/>
              <a:pathLst>
                <a:path extrusionOk="0" h="412" w="7222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rect b="b" l="l" r="r" t="t"/>
              <a:pathLst>
                <a:path extrusionOk="0" h="413" w="962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the third planet to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7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cap="flat" cmpd="sng" w="9525">
              <a:solidFill>
                <a:srgbClr val="22283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cap="flat" cmpd="sng" w="9525">
              <a:solidFill>
                <a:srgbClr val="F2A36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cap="flat" cmpd="sng" w="9525">
              <a:solidFill>
                <a:srgbClr val="30475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cap="flat" cmpd="sng" w="9525">
              <a:solidFill>
                <a:srgbClr val="AFAFA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rect b="b" l="l" r="r" t="t"/>
              <a:pathLst>
                <a:path extrusionOk="0" h="43545" w="43546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rect b="b" l="l" r="r" t="t"/>
              <a:pathLst>
                <a:path extrusionOk="0" h="43545" w="43546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rect b="b" l="l" r="r" t="t"/>
              <a:pathLst>
                <a:path extrusionOk="0" h="28187" w="112047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rect b="b" l="l" r="r" t="t"/>
              <a:pathLst>
                <a:path extrusionOk="0" h="43578" w="43546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rect b="b" l="l" r="r" t="t"/>
              <a:pathLst>
                <a:path extrusionOk="0" h="9027" w="13619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rect b="b" l="l" r="r" t="t"/>
              <a:pathLst>
                <a:path extrusionOk="0" h="9026" w="1365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rect b="b" l="l" r="r" t="t"/>
              <a:pathLst>
                <a:path extrusionOk="0" h="1395" w="1774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rect b="b" l="l" r="r" t="t"/>
              <a:pathLst>
                <a:path extrusionOk="0" h="2187" w="1838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rect b="b" l="l" r="r" t="t"/>
              <a:pathLst>
                <a:path extrusionOk="0" h="2187" w="1838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rect b="b" l="l" r="r" t="t"/>
              <a:pathLst>
                <a:path extrusionOk="0" h="1743" w="1838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rect b="b" l="l" r="r" t="t"/>
              <a:pathLst>
                <a:path extrusionOk="0" h="1680" w="187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rect b="b" l="l" r="r" t="t"/>
              <a:pathLst>
                <a:path extrusionOk="0" h="1680" w="1869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rect b="b" l="l" r="r" t="t"/>
              <a:pathLst>
                <a:path extrusionOk="0" h="2187" w="2313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rect b="b" l="l" r="r" t="t"/>
              <a:pathLst>
                <a:path extrusionOk="0" h="2186" w="2313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rect b="b" l="l" r="r" t="t"/>
              <a:pathLst>
                <a:path extrusionOk="0" h="1680" w="1869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rect b="b" l="l" r="r" t="t"/>
              <a:pathLst>
                <a:path extrusionOk="0" h="2186" w="1838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rect b="b" l="l" r="r" t="t"/>
              <a:pathLst>
                <a:path extrusionOk="0" h="1680" w="187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rect b="b" l="l" r="r" t="t"/>
              <a:pathLst>
                <a:path extrusionOk="0" h="2186" w="1838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rect b="b" l="l" r="r" t="t"/>
              <a:pathLst>
                <a:path extrusionOk="0" h="1775" w="1838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rect b="b" l="l" r="r" t="t"/>
              <a:pathLst>
                <a:path extrusionOk="0" h="2187" w="1458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rect b="b" l="l" r="r" t="t"/>
              <a:pathLst>
                <a:path extrusionOk="0" h="2186" w="1458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rect b="b" l="l" r="r" t="t"/>
              <a:pathLst>
                <a:path extrusionOk="0" h="1363" w="1774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rect b="b" l="l" r="r" t="t"/>
              <a:pathLst>
                <a:path extrusionOk="0" h="1395" w="1775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rect b="b" l="l" r="r" t="t"/>
              <a:pathLst>
                <a:path extrusionOk="0" h="1395" w="1775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rect b="b" l="l" r="r" t="t"/>
              <a:pathLst>
                <a:path extrusionOk="0" h="2187" w="1457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rect b="b" l="l" r="r" t="t"/>
              <a:pathLst>
                <a:path extrusionOk="0" h="2186" w="1457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rect b="b" l="l" r="r" t="t"/>
              <a:pathLst>
                <a:path extrusionOk="0" h="9819" w="15931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rect b="b" l="l" r="r" t="t"/>
              <a:pathLst>
                <a:path extrusionOk="0" h="8457" w="8076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rect b="b" l="l" r="r" t="t"/>
              <a:pathLst>
                <a:path extrusionOk="0" h="1109" w="698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rect b="b" l="l" r="r" t="t"/>
              <a:pathLst>
                <a:path extrusionOk="0" h="1109" w="698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rect b="b" l="l" r="r" t="t"/>
              <a:pathLst>
                <a:path extrusionOk="0" h="1141" w="698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rect b="b" l="l" r="r" t="t"/>
              <a:pathLst>
                <a:path extrusionOk="0" h="1141" w="698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rect b="b" l="l" r="r" t="t"/>
              <a:pathLst>
                <a:path extrusionOk="0" h="1110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rect b="b" l="l" r="r" t="t"/>
              <a:pathLst>
                <a:path extrusionOk="0" h="1110" w="698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rect b="b" l="l" r="r" t="t"/>
              <a:pathLst>
                <a:path extrusionOk="0" h="1110" w="698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rect b="b" l="l" r="r" t="t"/>
              <a:pathLst>
                <a:path extrusionOk="0" h="1110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rect b="b" l="l" r="r" t="t"/>
              <a:pathLst>
                <a:path extrusionOk="0" h="9122" w="14125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rect b="b" l="l" r="r" t="t"/>
              <a:pathLst>
                <a:path extrusionOk="0" h="445" w="18243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rect b="b" l="l" r="r" t="t"/>
              <a:pathLst>
                <a:path extrusionOk="0" h="254" w="18243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rect b="b" l="l" r="r" t="t"/>
              <a:pathLst>
                <a:path extrusionOk="0" h="127" w="18243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rect b="b" l="l" r="r" t="t"/>
              <a:pathLst>
                <a:path extrusionOk="0" h="9977" w="14727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rect b="b" l="l" r="r" t="t"/>
              <a:pathLst>
                <a:path extrusionOk="0" h="317" w="317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rect b="b" l="l" r="r" t="t"/>
              <a:pathLst>
                <a:path extrusionOk="0" h="445" w="444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rect b="b" l="l" r="r" t="t"/>
                <a:pathLst>
                  <a:path extrusionOk="0" h="14600" w="8299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rect b="b" l="l" r="r" t="t"/>
                <a:pathLst>
                  <a:path extrusionOk="0" h="14157" w="7791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rect b="b" l="l" r="r" t="t"/>
                <a:pathLst>
                  <a:path extrusionOk="0" h="10166" w="7411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rect b="b" l="l" r="r" t="t"/>
                <a:pathLst>
                  <a:path extrusionOk="0" h="317" w="1173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rect b="b" l="l" r="r" t="t"/>
                <a:pathLst>
                  <a:path extrusionOk="0" h="317" w="508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rect b="b" l="l" r="r" t="t"/>
                <a:pathLst>
                  <a:path extrusionOk="0" h="1395" w="1395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rect b="b" l="l" r="r" t="t"/>
                <a:pathLst>
                  <a:path extrusionOk="0" h="2911" w="2566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rect b="b" l="l" r="r" t="t"/>
                <a:pathLst>
                  <a:path extrusionOk="0" fill="none" h="5670" w="567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cap="flat" cmpd="sng" w="13450">
                <a:solidFill>
                  <a:srgbClr val="FFFFFF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2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rect b="b" l="l" r="r" t="t"/>
            <a:pathLst>
              <a:path extrusionOk="0" h="56878" w="135608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rect b="b" l="l" r="r" t="t"/>
            <a:pathLst>
              <a:path extrusionOk="0" h="56910" w="135608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rect b="b" l="l" r="r" t="t"/>
            <a:pathLst>
              <a:path extrusionOk="0" h="57322" w="124397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rect b="b" l="l" r="r" t="t"/>
            <a:pathLst>
              <a:path extrusionOk="0" h="57290" w="124397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rect b="b" l="l" r="r" t="t"/>
            <a:pathLst>
              <a:path extrusionOk="0" h="57322" w="124397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rect b="b" l="l" r="r" t="t"/>
            <a:pathLst>
              <a:path extrusionOk="0" h="57290" w="124397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rect b="b" l="l" r="r" t="t"/>
              <a:pathLst>
                <a:path extrusionOk="0" h="15487" w="14252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rect b="b" l="l" r="r" t="t"/>
              <a:pathLst>
                <a:path extrusionOk="0" h="13365" w="10926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rect b="b" l="l" r="r" t="t"/>
              <a:pathLst>
                <a:path extrusionOk="0" h="5796" w="5797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rect b="b" l="l" r="r" t="t"/>
              <a:pathLst>
                <a:path extrusionOk="0" h="2756" w="3833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rect b="b" l="l" r="r" t="t"/>
              <a:pathLst>
                <a:path extrusionOk="0" h="6683" w="5163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rect b="b" l="l" r="r" t="t"/>
              <a:pathLst>
                <a:path extrusionOk="0" h="6778" w="5439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rect b="b" l="l" r="r" t="t"/>
              <a:pathLst>
                <a:path extrusionOk="0" h="3254" w="377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rect b="b" l="l" r="r" t="t"/>
              <a:pathLst>
                <a:path extrusionOk="0" h="3254" w="377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rect b="b" l="l" r="r" t="t"/>
              <a:pathLst>
                <a:path extrusionOk="0" h="5100" w="4656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rect b="b" l="l" r="r" t="t"/>
              <a:pathLst>
                <a:path extrusionOk="0" h="5131" w="4657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rect b="b" l="l" r="r" t="t"/>
              <a:pathLst>
                <a:path extrusionOk="0" h="2703" w="2661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rect b="b" l="l" r="r" t="t"/>
              <a:pathLst>
                <a:path extrusionOk="0" h="2304" w="2693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rect b="b" l="l" r="r" t="t"/>
              <a:pathLst>
                <a:path extrusionOk="0" h="4213" w="4625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rect b="b" l="l" r="r" t="t"/>
              <a:pathLst>
                <a:path extrusionOk="0" h="4213" w="4656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rect b="b" l="l" r="r" t="t"/>
              <a:pathLst>
                <a:path extrusionOk="0" h="1635" w="225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rect b="b" l="l" r="r" t="t"/>
              <a:pathLst>
                <a:path extrusionOk="0" h="1932" w="2027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rect b="b" l="l" r="r" t="t"/>
              <a:pathLst>
                <a:path extrusionOk="0" h="4920" w="5512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rect b="b" l="l" r="r" t="t"/>
              <a:pathLst>
                <a:path extrusionOk="0" h="3770" w="4244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rect b="b" l="l" r="r" t="t"/>
              <a:pathLst>
                <a:path extrusionOk="0" h="3769" w="4245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rect b="b" l="l" r="r" t="t"/>
              <a:pathLst>
                <a:path extrusionOk="0" h="3786" w="4276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rect b="b" l="l" r="r" t="t"/>
              <a:pathLst>
                <a:path extrusionOk="0" h="2081" w="2027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rect b="b" l="l" r="r" t="t"/>
              <a:pathLst>
                <a:path extrusionOk="0" h="1741" w="1679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rect b="b" l="l" r="r" t="t"/>
              <a:pathLst>
                <a:path extrusionOk="0" h="4814" w="1046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rect b="b" l="l" r="r" t="t"/>
              <a:pathLst>
                <a:path extrusionOk="0" h="7031" w="1047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rect b="b" l="l" r="r" t="t"/>
              <a:pathLst>
                <a:path extrusionOk="0" h="3421" w="1046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rect b="b" l="l" r="r" t="t"/>
              <a:pathLst>
                <a:path extrusionOk="0" h="4814" w="1047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rect b="b" l="l" r="r" t="t"/>
              <a:pathLst>
                <a:path extrusionOk="0" h="5480" w="6303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rect b="b" l="l" r="r" t="t"/>
              <a:pathLst>
                <a:path extrusionOk="0" h="1141" w="951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rect b="b" l="l" r="r" t="t"/>
              <a:pathLst>
                <a:path extrusionOk="0" h="10389" w="35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rect b="b" l="l" r="r" t="t"/>
              <a:pathLst>
                <a:path extrusionOk="0" h="381" w="11212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rect b="b" l="l" r="r" t="t"/>
              <a:pathLst>
                <a:path extrusionOk="0" h="3738" w="4054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rect b="b" l="l" r="r" t="t"/>
              <a:pathLst>
                <a:path extrusionOk="0" h="10089" w="11307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rect b="b" l="l" r="r" t="t"/>
              <a:pathLst>
                <a:path extrusionOk="0" h="10089" w="11307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rect b="b" l="l" r="r" t="t"/>
              <a:pathLst>
                <a:path extrusionOk="0" h="7584" w="8488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rect b="b" l="l" r="r" t="t"/>
              <a:pathLst>
                <a:path extrusionOk="0" h="2756" w="2566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rect b="b" l="l" r="r" t="t"/>
              <a:pathLst>
                <a:path extrusionOk="0" h="6684" w="7633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rect b="b" l="l" r="r" t="t"/>
              <a:pathLst>
                <a:path extrusionOk="0" h="8314" w="9533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rect b="b" l="l" r="r" t="t"/>
              <a:pathLst>
                <a:path extrusionOk="0" h="2955" w="3073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rect b="b" l="l" r="r" t="t"/>
              <a:pathLst>
                <a:path extrusionOk="0" h="5664" w="5828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rect b="b" l="l" r="r" t="t"/>
              <a:pathLst>
                <a:path extrusionOk="0" h="1295" w="1256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rect b="b" l="l" r="r" t="t"/>
              <a:pathLst>
                <a:path extrusionOk="0" h="2123" w="508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rect b="b" l="l" r="r" t="t"/>
              <a:pathLst>
                <a:path extrusionOk="0" h="1933" w="1806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rect b="b" l="l" r="r" t="t"/>
              <a:pathLst>
                <a:path extrusionOk="0" h="5733" w="4815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rect b="b" l="l" r="r" t="t"/>
              <a:pathLst>
                <a:path extrusionOk="0" h="15265" w="7633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rect b="b" l="l" r="r" t="t"/>
              <a:pathLst>
                <a:path extrusionOk="0" h="13144" w="6588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rect b="b" l="l" r="r" t="t"/>
              <a:pathLst>
                <a:path extrusionOk="0" h="10990" w="5511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rect b="b" l="l" r="r" t="t"/>
              <a:pathLst>
                <a:path extrusionOk="0" h="6715" w="3358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rect b="b" l="l" r="r" t="t"/>
              <a:pathLst>
                <a:path extrusionOk="0" h="2440" w="1236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rect b="b" l="l" r="r" t="t"/>
              <a:pathLst>
                <a:path extrusionOk="0" h="15265" w="7633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rect b="b" l="l" r="r" t="t"/>
              <a:pathLst>
                <a:path extrusionOk="0" h="13144" w="6557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rect b="b" l="l" r="r" t="t"/>
              <a:pathLst>
                <a:path extrusionOk="0" h="13144" w="6557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rect b="b" l="l" r="r" t="t"/>
              <a:pathLst>
                <a:path extrusionOk="0" h="10990" w="5512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rect b="b" l="l" r="r" t="t"/>
              <a:pathLst>
                <a:path extrusionOk="0" h="6715" w="3358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rect b="b" l="l" r="r" t="t"/>
              <a:pathLst>
                <a:path extrusionOk="0" h="2440" w="1236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rect b="b" l="l" r="r" t="t"/>
              <a:pathLst>
                <a:path extrusionOk="0" h="2154" w="2249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rect b="b" l="l" r="r" t="t"/>
              <a:pathLst>
                <a:path extrusionOk="0" h="2565" w="2725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rect b="b" l="l" r="r" t="t"/>
              <a:pathLst>
                <a:path extrusionOk="0" h="2978" w="3105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rect b="b" l="l" r="r" t="t"/>
              <a:pathLst>
                <a:path extrusionOk="0" h="3755" w="4846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rect b="b" l="l" r="r" t="t"/>
              <a:pathLst>
                <a:path extrusionOk="0" h="2027" w="2028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rect b="b" l="l" r="r" t="t"/>
              <a:pathLst>
                <a:path extrusionOk="0" h="2407" w="2408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rect b="b" l="l" r="r" t="t"/>
              <a:pathLst>
                <a:path extrusionOk="0" h="5194" w="4276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rect b="b" l="l" r="r" t="t"/>
              <a:pathLst>
                <a:path extrusionOk="0" h="5004" w="2154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rect b="b" l="l" r="r" t="t"/>
              <a:pathLst>
                <a:path extrusionOk="0" h="1521" w="286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rect b="b" l="l" r="r" t="t"/>
              <a:pathLst>
                <a:path extrusionOk="0" h="521" w="1838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rect b="b" l="l" r="r" t="t"/>
              <a:pathLst>
                <a:path extrusionOk="0" h="1394" w="856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rect b="b" l="l" r="r" t="t"/>
              <a:pathLst>
                <a:path extrusionOk="0" h="1078" w="1267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rect b="b" l="l" r="r" t="t"/>
              <a:pathLst>
                <a:path extrusionOk="0" h="588" w="1521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rect b="b" l="l" r="r" t="t"/>
              <a:pathLst>
                <a:path extrusionOk="0" h="492" w="1521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rect b="b" l="l" r="r" t="t"/>
              <a:pathLst>
                <a:path extrusionOk="0" h="920" w="1236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rect b="b" l="l" r="r" t="t"/>
              <a:pathLst>
                <a:path extrusionOk="0" h="988" w="73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rect b="b" l="l" r="r" t="t"/>
              <a:pathLst>
                <a:path extrusionOk="0" h="1419" w="825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rect b="b" l="l" r="r" t="t"/>
              <a:pathLst>
                <a:path extrusionOk="0" h="1087" w="1268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rect b="b" l="l" r="r" t="t"/>
              <a:pathLst>
                <a:path extrusionOk="0" h="611" w="1521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rect b="b" l="l" r="r" t="t"/>
              <a:pathLst>
                <a:path extrusionOk="0" h="484" w="1521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rect b="b" l="l" r="r" t="t"/>
              <a:pathLst>
                <a:path extrusionOk="0" h="898" w="1204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rect b="b" l="l" r="r" t="t"/>
              <a:pathLst>
                <a:path extrusionOk="0" h="967" w="729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rect b="b" l="l" r="r" t="t"/>
              <a:pathLst>
                <a:path extrusionOk="0" h="2425" w="792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rect b="b" l="l" r="r" t="t"/>
              <a:pathLst>
                <a:path extrusionOk="0" h="2448" w="762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rect b="b" l="l" r="r" t="t"/>
              <a:pathLst>
                <a:path extrusionOk="0" h="540" w="2344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rect b="b" l="l" r="r" t="t"/>
              <a:pathLst>
                <a:path extrusionOk="0" h="1" w="159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rect b="b" l="l" r="r" t="t"/>
              <a:pathLst>
                <a:path extrusionOk="0" h="444" w="667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rect b="b" l="l" r="r" t="t"/>
              <a:pathLst>
                <a:path extrusionOk="0" h="96" w="159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rect b="b" l="l" r="r" t="t"/>
              <a:pathLst>
                <a:path extrusionOk="0" h="33" w="65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rect b="b" l="l" r="r" t="t"/>
              <a:pathLst>
                <a:path extrusionOk="0" h="33" w="65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rect b="b" l="l" r="r" t="t"/>
              <a:pathLst>
                <a:path extrusionOk="0" h="1395" w="1173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rect b="b" l="l" r="r" t="t"/>
              <a:pathLst>
                <a:path extrusionOk="0" h="318" w="1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rect b="b" l="l" r="r" t="t"/>
              <a:pathLst>
                <a:path extrusionOk="0" h="540" w="222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rect b="b" l="l" r="r" t="t"/>
              <a:pathLst>
                <a:path extrusionOk="0" h="96" w="64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rect b="b" l="l" r="r" t="t"/>
              <a:pathLst>
                <a:path extrusionOk="0" h="635" w="1172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rect b="b" l="l" r="r" t="t"/>
              <a:pathLst>
                <a:path extrusionOk="0" h="635" w="1172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rect b="b" l="l" r="r" t="t"/>
              <a:pathLst>
                <a:path extrusionOk="0" h="413" w="1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rect b="b" l="l" r="r" t="t"/>
              <a:pathLst>
                <a:path extrusionOk="0" h="413" w="1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rect b="b" l="l" r="r" t="t"/>
              <a:pathLst>
                <a:path extrusionOk="0" h="539" w="951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rect b="b" l="l" r="r" t="t"/>
              <a:pathLst>
                <a:path extrusionOk="0" h="412" w="1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rect b="b" l="l" r="r" t="t"/>
              <a:pathLst>
                <a:path extrusionOk="0" h="412" w="1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rect b="b" l="l" r="r" t="t"/>
              <a:pathLst>
                <a:path extrusionOk="0" h="96" w="191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rect b="b" l="l" r="r" t="t"/>
              <a:pathLst>
                <a:path extrusionOk="0" h="96" w="191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rect b="b" l="l" r="r" t="t"/>
              <a:pathLst>
                <a:path extrusionOk="0" h="412" w="666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rect b="b" l="l" r="r" t="t"/>
              <a:pathLst>
                <a:path extrusionOk="0" h="412" w="666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rect b="b" l="l" r="r" t="t"/>
              <a:pathLst>
                <a:path extrusionOk="0" h="413" w="951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rect b="b" l="l" r="r" t="t"/>
              <a:pathLst>
                <a:path extrusionOk="0" h="222" w="856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rect b="b" l="l" r="r" t="t"/>
              <a:pathLst>
                <a:path extrusionOk="0" h="160" w="1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rect b="b" l="l" r="r" t="t"/>
              <a:pathLst>
                <a:path extrusionOk="0" h="160" w="1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rect b="b" l="l" r="r" t="t"/>
              <a:pathLst>
                <a:path extrusionOk="0" h="160" w="507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rect b="b" l="l" r="r" t="t"/>
              <a:pathLst>
                <a:path extrusionOk="0" h="476" w="286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rect b="b" l="l" r="r" t="t"/>
              <a:pathLst>
                <a:path extrusionOk="0" h="350" w="1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rect b="b" l="l" r="r" t="t"/>
              <a:pathLst>
                <a:path extrusionOk="0" h="350" w="1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rect b="b" l="l" r="r" t="t"/>
              <a:pathLst>
                <a:path extrusionOk="0" h="350" w="697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rect b="b" l="l" r="r" t="t"/>
              <a:pathLst>
                <a:path extrusionOk="0" h="222" w="35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rect b="b" l="l" r="r" t="t"/>
              <a:pathLst>
                <a:path extrusionOk="0" h="222" w="666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rect b="b" l="l" r="r" t="t"/>
              <a:pathLst>
                <a:path extrusionOk="0" h="1395" w="983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rect b="b" l="l" r="r" t="t"/>
              <a:pathLst>
                <a:path extrusionOk="0" h="1521" w="16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rect b="b" l="l" r="r" t="t"/>
              <a:pathLst>
                <a:path extrusionOk="0" h="1387" w="856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rect b="b" l="l" r="r" t="t"/>
              <a:pathLst>
                <a:path extrusionOk="0" h="1083" w="1267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rect b="b" l="l" r="r" t="t"/>
              <a:pathLst>
                <a:path extrusionOk="0" h="588" w="1521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rect b="b" l="l" r="r" t="t"/>
              <a:pathLst>
                <a:path extrusionOk="0" h="484" w="1521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rect b="b" l="l" r="r" t="t"/>
              <a:pathLst>
                <a:path extrusionOk="0" h="920" w="1236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rect b="b" l="l" r="r" t="t"/>
              <a:pathLst>
                <a:path extrusionOk="0" h="988" w="73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rect b="b" l="l" r="r" t="t"/>
              <a:pathLst>
                <a:path extrusionOk="0" h="603" w="856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rect b="b" l="l" r="r" t="t"/>
              <a:pathLst>
                <a:path extrusionOk="0" h="634" w="856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rect b="b" l="l" r="r" t="t"/>
              <a:pathLst>
                <a:path extrusionOk="0" h="959" w="983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rect b="b" l="l" r="r" t="t"/>
              <a:pathLst>
                <a:path extrusionOk="0" h="959" w="952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rect b="b" l="l" r="r" t="t"/>
              <a:pathLst>
                <a:path extrusionOk="0" h="856" w="634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rect b="b" l="l" r="r" t="t"/>
              <a:pathLst>
                <a:path extrusionOk="0" h="856" w="602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rect b="b" l="l" r="r" t="t"/>
              <a:pathLst>
                <a:path extrusionOk="0" h="959" w="983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rect b="b" l="l" r="r" t="t"/>
              <a:pathLst>
                <a:path extrusionOk="0" h="959" w="952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rect b="b" l="l" r="r" t="t"/>
              <a:pathLst>
                <a:path extrusionOk="0" h="2788" w="2788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rect b="b" l="l" r="r" t="t"/>
              <a:pathLst>
                <a:path extrusionOk="0" h="5383" w="605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rect b="b" l="l" r="r" t="t"/>
              <a:pathLst>
                <a:path extrusionOk="0" h="1098" w="1331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rect b="b" l="l" r="r" t="t"/>
              <a:pathLst>
                <a:path extrusionOk="0" h="1098" w="1363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rect b="b" l="l" r="r" t="t"/>
              <a:pathLst>
                <a:path extrusionOk="0" h="1345" w="1237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rect b="b" l="l" r="r" t="t"/>
              <a:pathLst>
                <a:path extrusionOk="0" h="1338" w="1236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rect b="b" l="l" r="r" t="t"/>
              <a:pathLst>
                <a:path extrusionOk="0" h="1317" w="1142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rect b="b" l="l" r="r" t="t"/>
              <a:pathLst>
                <a:path extrusionOk="0" h="1320" w="1141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rect b="b" l="l" r="r" t="t"/>
              <a:pathLst>
                <a:path extrusionOk="0" h="1186" w="1394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rect b="b" l="l" r="r" t="t"/>
              <a:pathLst>
                <a:path extrusionOk="0" h="1186" w="1395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rect b="b" l="l" r="r" t="t"/>
              <a:pathLst>
                <a:path extrusionOk="0" h="11116" w="15328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rect b="b" l="l" r="r" t="t"/>
              <a:pathLst>
                <a:path extrusionOk="0" h="9059" w="14188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rect b="b" l="l" r="r" t="t"/>
              <a:pathLst>
                <a:path extrusionOk="0" h="1046" w="1688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rect b="b" l="l" r="r" t="t"/>
              <a:pathLst>
                <a:path extrusionOk="0" h="1110" w="14188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rect b="b" l="l" r="r" t="t"/>
              <a:pathLst>
                <a:path extrusionOk="0" h="476" w="444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rect b="b" l="l" r="r" t="t"/>
              <a:pathLst>
                <a:path extrusionOk="0" h="476" w="445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rect b="b" l="l" r="r" t="t"/>
              <a:pathLst>
                <a:path extrusionOk="0" h="476" w="445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rect b="b" l="l" r="r" t="t"/>
              <a:pathLst>
                <a:path extrusionOk="0" h="1616" w="1422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rect b="b" l="l" r="r" t="t"/>
              <a:pathLst>
                <a:path extrusionOk="0" h="666" w="2471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rect b="b" l="l" r="r" t="t"/>
              <a:pathLst>
                <a:path extrusionOk="0" h="666" w="4846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rect b="b" l="l" r="r" t="t"/>
              <a:pathLst>
                <a:path extrusionOk="0" h="666" w="339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rect b="b" l="l" r="r" t="t"/>
              <a:pathLst>
                <a:path extrusionOk="0" h="476" w="3485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rect b="b" l="l" r="r" t="t"/>
              <a:pathLst>
                <a:path extrusionOk="0" h="508" w="3485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rect b="b" l="l" r="r" t="t"/>
              <a:pathLst>
                <a:path extrusionOk="0" h="507" w="3485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rect b="b" l="l" r="r" t="t"/>
              <a:pathLst>
                <a:path extrusionOk="0" h="476" w="3485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rect b="b" l="l" r="r" t="t"/>
              <a:pathLst>
                <a:path extrusionOk="0" h="508" w="3485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rect b="b" l="l" r="r" t="t"/>
              <a:pathLst>
                <a:path extrusionOk="0" h="507" w="3485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rect b="b" l="l" r="r" t="t"/>
              <a:pathLst>
                <a:path extrusionOk="0" h="4530" w="4783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rect b="b" l="l" r="r" t="t"/>
              <a:pathLst>
                <a:path extrusionOk="0" h="3707" w="4783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rect b="b" l="l" r="r" t="t"/>
              <a:pathLst>
                <a:path extrusionOk="0" h="3073" w="4783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rect b="b" l="l" r="r" t="t"/>
              <a:pathLst>
                <a:path extrusionOk="0" h="1553" w="761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rect b="b" l="l" r="r" t="t"/>
              <a:pathLst>
                <a:path extrusionOk="0" h="3707" w="761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rect b="b" l="l" r="r" t="t"/>
              <a:pathLst>
                <a:path extrusionOk="0" h="2377" w="761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rect b="b" l="l" r="r" t="t"/>
              <a:pathLst>
                <a:path extrusionOk="0" h="6588" w="6177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rect b="b" l="l" r="r" t="t"/>
              <a:pathLst>
                <a:path extrusionOk="0" h="2947" w="3517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rect b="b" l="l" r="r" t="t"/>
              <a:pathLst>
                <a:path extrusionOk="0" h="4118" w="6177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rect b="b" l="l" r="r" t="t"/>
              <a:pathLst>
                <a:path extrusionOk="0" h="2345" w="2377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rect b="b" l="l" r="r" t="t"/>
              <a:pathLst>
                <a:path extrusionOk="0" h="2535" w="6177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rect b="b" l="l" r="r" t="t"/>
              <a:pathLst>
                <a:path extrusionOk="0" h="2957" w="3137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rect b="b" l="l" r="r" t="t"/>
              <a:pathLst>
                <a:path extrusionOk="0" h="2407" w="282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rect b="b" l="l" r="r" t="t"/>
              <a:pathLst>
                <a:path extrusionOk="0" h="6380" w="5131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rect b="b" l="l" r="r" t="t"/>
              <a:pathLst>
                <a:path extrusionOk="0" h="2138" w="320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rect b="b" l="l" r="r" t="t"/>
              <a:pathLst>
                <a:path extrusionOk="0" h="2138" w="320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rect b="b" l="l" r="r" t="t"/>
              <a:pathLst>
                <a:path extrusionOk="0" h="3344" w="1837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rect b="b" l="l" r="r" t="t"/>
              <a:pathLst>
                <a:path extrusionOk="0" h="698" w="3643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rect b="b" l="l" r="r" t="t"/>
              <a:pathLst>
                <a:path extrusionOk="0" h="1838" w="244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rect b="b" l="l" r="r" t="t"/>
              <a:pathLst>
                <a:path extrusionOk="0" h="1584" w="2249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rect b="b" l="l" r="r" t="t"/>
              <a:pathLst>
                <a:path extrusionOk="0" h="10325" w="947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rect b="b" l="l" r="r" t="t"/>
              <a:pathLst>
                <a:path extrusionOk="0" h="5321" w="814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rect b="b" l="l" r="r" t="t"/>
              <a:pathLst>
                <a:path extrusionOk="0" h="10782" w="7158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rect b="b" l="l" r="r" t="t"/>
              <a:pathLst>
                <a:path extrusionOk="0" h="5655" w="3991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rect b="b" l="l" r="r" t="t"/>
              <a:pathLst>
                <a:path extrusionOk="0" h="6185" w="605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rect b="b" l="l" r="r" t="t"/>
              <a:pathLst>
                <a:path extrusionOk="0" h="3978" w="4973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rect b="b" l="l" r="r" t="t"/>
              <a:pathLst>
                <a:path extrusionOk="0" h="2027" w="3136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rect b="b" l="l" r="r" t="t"/>
              <a:pathLst>
                <a:path extrusionOk="0" h="2883" w="5036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rect b="b" l="l" r="r" t="t"/>
              <a:pathLst>
                <a:path extrusionOk="0" h="2471" w="434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rect b="b" l="l" r="r" t="t"/>
              <a:pathLst>
                <a:path extrusionOk="0" h="1965" w="1679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rect b="b" l="l" r="r" t="t"/>
              <a:pathLst>
                <a:path extrusionOk="0" h="2091" w="10008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rect b="b" l="l" r="r" t="t"/>
              <a:pathLst>
                <a:path extrusionOk="0" h="1457" w="9976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rect b="b" l="l" r="r" t="t"/>
              <a:pathLst>
                <a:path extrusionOk="0" h="1300" w="2408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rect b="b" l="l" r="r" t="t"/>
              <a:pathLst>
                <a:path extrusionOk="0" h="13777" w="13777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rect b="b" l="l" r="r" t="t"/>
              <a:pathLst>
                <a:path extrusionOk="0" h="10959" w="10958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rect b="b" l="l" r="r" t="t"/>
              <a:pathLst>
                <a:path extrusionOk="0" h="10325" w="10325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rect b="b" l="l" r="r" t="t"/>
              <a:pathLst>
                <a:path extrusionOk="0" h="3407" w="3389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rect b="b" l="l" r="r" t="t"/>
              <a:pathLst>
                <a:path extrusionOk="0" h="3218" w="3548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rect b="b" l="l" r="r" t="t"/>
              <a:pathLst>
                <a:path extrusionOk="0" h="1743" w="35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rect b="b" l="l" r="r" t="t"/>
              <a:pathLst>
                <a:path extrusionOk="0" h="1743" w="35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rect b="b" l="l" r="r" t="t"/>
              <a:pathLst>
                <a:path extrusionOk="0" h="349" w="1743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rect b="b" l="l" r="r" t="t"/>
              <a:pathLst>
                <a:path extrusionOk="0" h="349" w="1743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rect b="b" l="l" r="r" t="t"/>
              <a:pathLst>
                <a:path extrusionOk="0" h="968" w="1078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rect b="b" l="l" r="r" t="t"/>
              <a:pathLst>
                <a:path extrusionOk="0" h="976" w="1046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rect b="b" l="l" r="r" t="t"/>
              <a:pathLst>
                <a:path extrusionOk="0" h="976" w="1078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rect b="b" l="l" r="r" t="t"/>
              <a:pathLst>
                <a:path extrusionOk="0" h="968" w="1046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rect b="b" l="l" r="r" t="t"/>
              <a:pathLst>
                <a:path extrusionOk="0" h="5194" w="5194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rect b="b" l="l" r="r" t="t"/>
              <a:pathLst>
                <a:path extrusionOk="0" h="4372" w="4372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rect b="b" l="l" r="r" t="t"/>
              <a:pathLst>
                <a:path extrusionOk="0" h="3770" w="377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rect b="b" l="l" r="r" t="t"/>
              <a:pathLst>
                <a:path extrusionOk="0" h="2978" w="149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rect b="b" l="l" r="r" t="t"/>
              <a:pathLst>
                <a:path extrusionOk="0" h="508" w="507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rect b="b" l="l" r="r" t="t"/>
              <a:pathLst>
                <a:path extrusionOk="0" h="507" w="539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rect b="b" l="l" r="r" t="t"/>
              <a:pathLst>
                <a:path extrusionOk="0" h="628" w="634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rect b="b" l="l" r="r" t="t"/>
              <a:pathLst>
                <a:path extrusionOk="0" h="628" w="666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rect b="b" l="l" r="r" t="t"/>
              <a:pathLst>
                <a:path extrusionOk="0" h="651" w="666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rect b="b" l="l" r="r" t="t"/>
              <a:pathLst>
                <a:path extrusionOk="0" h="626" w="666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rect b="b" l="l" r="r" t="t"/>
              <a:pathLst>
                <a:path extrusionOk="0" h="539" w="539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rect b="b" l="l" r="r" t="t"/>
              <a:pathLst>
                <a:path extrusionOk="0" h="539" w="539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rect b="b" l="l" r="r" t="t"/>
              <a:pathLst>
                <a:path extrusionOk="0" h="627" w="635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rect b="b" l="l" r="r" t="t"/>
              <a:pathLst>
                <a:path extrusionOk="0" h="626" w="635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rect b="b" l="l" r="r" t="t"/>
              <a:pathLst>
                <a:path extrusionOk="0" h="634" w="635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rect b="b" l="l" r="r" t="t"/>
              <a:pathLst>
                <a:path extrusionOk="0" h="648" w="634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rect b="b" l="l" r="r" t="t"/>
              <a:pathLst>
                <a:path extrusionOk="0" h="3170" w="3231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</a:t>
            </a: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4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rect b="b" l="l" r="r" t="t"/>
              <a:pathLst>
                <a:path extrusionOk="0" h="540" w="18496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rect b="b" l="l" r="r" t="t"/>
              <a:pathLst>
                <a:path extrusionOk="0" h="540" w="18527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rect b="b" l="l" r="r" t="t"/>
              <a:pathLst>
                <a:path extrusionOk="0" h="40221" w="7063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rect b="b" l="l" r="r" t="t"/>
              <a:pathLst>
                <a:path extrusionOk="0" h="33760" w="4593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rect b="b" l="l" r="r" t="t"/>
              <a:pathLst>
                <a:path extrusionOk="0" h="22803" w="37307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rect b="b" l="l" r="r" t="t"/>
              <a:pathLst>
                <a:path extrusionOk="0" h="25431" w="11243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rect b="b" l="l" r="r" t="t"/>
              <a:pathLst>
                <a:path extrusionOk="0" h="34457" w="5955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rect b="b" l="l" r="r" t="t"/>
              <a:pathLst>
                <a:path extrusionOk="0" h="26634" w="13872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rect b="b" l="l" r="r" t="t"/>
              <a:pathLst>
                <a:path extrusionOk="0" h="2852" w="282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rect b="b" l="l" r="r" t="t"/>
              <a:pathLst>
                <a:path extrusionOk="0" h="2819" w="282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rect b="b" l="l" r="r" t="t"/>
              <a:pathLst>
                <a:path extrusionOk="0" h="17830" w="6778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rect b="b" l="l" r="r" t="t"/>
              <a:pathLst>
                <a:path extrusionOk="0" h="20372" w="34203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rect b="b" l="l" r="r" t="t"/>
              <a:pathLst>
                <a:path extrusionOk="0" h="27308" w="40316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rect b="b" l="l" r="r" t="t"/>
              <a:pathLst>
                <a:path extrusionOk="0" h="13112" w="38479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rect b="b" l="l" r="r" t="t"/>
              <a:pathLst>
                <a:path extrusionOk="0" h="7919" w="15234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rect b="b" l="l" r="r" t="t"/>
              <a:pathLst>
                <a:path extrusionOk="0" h="40221" w="7063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rect b="b" l="l" r="r" t="t"/>
              <a:pathLst>
                <a:path extrusionOk="0" h="33760" w="4593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rect b="b" l="l" r="r" t="t"/>
              <a:pathLst>
                <a:path extrusionOk="0" h="22803" w="37307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rect b="b" l="l" r="r" t="t"/>
              <a:pathLst>
                <a:path extrusionOk="0" h="25431" w="11244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rect b="b" l="l" r="r" t="t"/>
              <a:pathLst>
                <a:path extrusionOk="0" h="34457" w="5955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rect b="b" l="l" r="r" t="t"/>
              <a:pathLst>
                <a:path extrusionOk="0" h="26634" w="13872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rect b="b" l="l" r="r" t="t"/>
              <a:pathLst>
                <a:path extrusionOk="0" h="2851" w="2819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rect b="b" l="l" r="r" t="t"/>
              <a:pathLst>
                <a:path extrusionOk="0" h="2852" w="2819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rect b="b" l="l" r="r" t="t"/>
              <a:pathLst>
                <a:path extrusionOk="0" h="2819" w="2819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rect b="b" l="l" r="r" t="t"/>
              <a:pathLst>
                <a:path extrusionOk="0" h="2819" w="282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rect b="b" l="l" r="r" t="t"/>
              <a:pathLst>
                <a:path extrusionOk="0" h="17830" w="6778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rect b="b" l="l" r="r" t="t"/>
              <a:pathLst>
                <a:path extrusionOk="0" h="20372" w="34204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rect b="b" l="l" r="r" t="t"/>
              <a:pathLst>
                <a:path extrusionOk="0" h="27308" w="40316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rect b="b" l="l" r="r" t="t"/>
              <a:pathLst>
                <a:path extrusionOk="0" h="13112" w="38479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rect b="b" l="l" r="r" t="t"/>
              <a:pathLst>
                <a:path extrusionOk="0" h="7919" w="15266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rect b="b" l="l" r="r" t="t"/>
              <a:pathLst>
                <a:path extrusionOk="0" h="43451" w="571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rect b="b" l="l" r="r" t="t"/>
              <a:pathLst>
                <a:path extrusionOk="0" h="42564" w="571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rect b="b" l="l" r="r" t="t"/>
              <a:pathLst>
                <a:path extrusionOk="0" h="26107" w="27679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rect b="b" l="l" r="r" t="t"/>
              <a:pathLst>
                <a:path extrusionOk="0" h="17039" w="17039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rect b="b" l="l" r="r" t="t"/>
              <a:pathLst>
                <a:path extrusionOk="0" h="14252" w="14252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rect b="b" l="l" r="r" t="t"/>
              <a:pathLst>
                <a:path extrusionOk="0" h="12225" w="12859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rect b="b" l="l" r="r" t="t"/>
              <a:pathLst>
                <a:path extrusionOk="0" h="9818" w="814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rect b="b" l="l" r="r" t="t"/>
              <a:pathLst>
                <a:path extrusionOk="0" h="26076" w="27679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rect b="b" l="l" r="r" t="t"/>
              <a:pathLst>
                <a:path extrusionOk="0" h="13523" w="12289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rect b="b" l="l" r="r" t="t"/>
              <a:pathLst>
                <a:path extrusionOk="0" h="11180" w="9185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rect b="b" l="l" r="r" t="t"/>
              <a:pathLst>
                <a:path extrusionOk="0" h="3968" w="4054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rect b="b" l="l" r="r" t="t"/>
              <a:pathLst>
                <a:path extrusionOk="0" h="5060" w="529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rect b="b" l="l" r="r" t="t"/>
              <a:pathLst>
                <a:path extrusionOk="0" h="2344" w="2312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rect b="b" l="l" r="r" t="t"/>
              <a:pathLst>
                <a:path extrusionOk="0" h="2978" w="4213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rect b="b" l="l" r="r" t="t"/>
              <a:pathLst>
                <a:path extrusionOk="0" h="507" w="662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rect b="b" l="l" r="r" t="t"/>
              <a:pathLst>
                <a:path extrusionOk="0" h="477" w="662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rect b="b" l="l" r="r" t="t"/>
              <a:pathLst>
                <a:path extrusionOk="0" h="476" w="662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rect b="b" l="l" r="r" t="t"/>
              <a:pathLst>
                <a:path extrusionOk="0" h="9660" w="1061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rect b="b" l="l" r="r" t="t"/>
              <a:pathLst>
                <a:path extrusionOk="0" h="26107" w="27648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rect b="b" l="l" r="r" t="t"/>
              <a:pathLst>
                <a:path extrusionOk="0" h="7285" w="17039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rect b="b" l="l" r="r" t="t"/>
              <a:pathLst>
                <a:path extrusionOk="0" h="3769" w="8805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rect b="b" l="l" r="r" t="t"/>
              <a:pathLst>
                <a:path extrusionOk="0" h="1489" w="13397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rect b="b" l="l" r="r" t="t"/>
              <a:pathLst>
                <a:path extrusionOk="0" h="1458" w="15582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rect b="b" l="l" r="r" t="t"/>
              <a:pathLst>
                <a:path extrusionOk="0" h="26076" w="27648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rect b="b" l="l" r="r" t="t"/>
              <a:pathLst>
                <a:path extrusionOk="0" h="2472" w="4815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rect b="b" l="l" r="r" t="t"/>
              <a:pathLst>
                <a:path extrusionOk="0" h="2471" w="4815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rect b="b" l="l" r="r" t="t"/>
              <a:pathLst>
                <a:path extrusionOk="0" h="2471" w="4783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rect b="b" l="l" r="r" t="t"/>
              <a:pathLst>
                <a:path extrusionOk="0" h="2471" w="4783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rect b="b" l="l" r="r" t="t"/>
              <a:pathLst>
                <a:path extrusionOk="0" h="6497" w="12668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rect b="b" l="l" r="r" t="t"/>
              <a:pathLst>
                <a:path extrusionOk="0" h="2661" w="2788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rect b="b" l="l" r="r" t="t"/>
              <a:pathLst>
                <a:path extrusionOk="0" h="26106" w="27679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rect b="b" l="l" r="r" t="t"/>
              <a:pathLst>
                <a:path extrusionOk="0" h="12003" w="12226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rect b="b" l="l" r="r" t="t"/>
              <a:pathLst>
                <a:path extrusionOk="0" h="6620" w="662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rect b="b" l="l" r="r" t="t"/>
              <a:pathLst>
                <a:path extrusionOk="0" h="3326" w="3326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rect b="b" l="l" r="r" t="t"/>
              <a:pathLst>
                <a:path extrusionOk="0" h="3010" w="301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rect b="b" l="l" r="r" t="t"/>
              <a:pathLst>
                <a:path extrusionOk="0" h="1869" w="2059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rect b="b" l="l" r="r" t="t"/>
              <a:pathLst>
                <a:path extrusionOk="0" h="3595" w="3707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rect b="b" l="l" r="r" t="t"/>
              <a:pathLst>
                <a:path extrusionOk="0" h="5892" w="4878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rect b="b" l="l" r="r" t="t"/>
              <a:pathLst>
                <a:path extrusionOk="0" h="7950" w="7981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rect b="b" l="l" r="r" t="t"/>
              <a:pathLst>
                <a:path extrusionOk="0" h="7919" w="7919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rect b="b" l="l" r="r" t="t"/>
              <a:pathLst>
                <a:path extrusionOk="0" h="2028" w="2027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rect b="b" l="l" r="r" t="t"/>
              <a:pathLst>
                <a:path extrusionOk="0" h="2186" w="887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rect b="b" l="l" r="r" t="t"/>
              <a:pathLst>
                <a:path extrusionOk="0" h="3073" w="3136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rect b="b" l="l" r="r" t="t"/>
              <a:pathLst>
                <a:path extrusionOk="0" h="3073" w="3073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rect b="b" l="l" r="r" t="t"/>
              <a:pathLst>
                <a:path extrusionOk="0" h="3073" w="3168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rect b="b" l="l" r="r" t="t"/>
              <a:pathLst>
                <a:path extrusionOk="0" h="1711" w="1743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rect b="b" l="l" r="r" t="t"/>
              <a:pathLst>
                <a:path extrusionOk="0" h="1711" w="1775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rect b="b" l="l" r="r" t="t"/>
              <a:pathLst>
                <a:path extrusionOk="0" h="2060" w="603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rect b="b" l="l" r="r" t="t"/>
              <a:pathLst>
                <a:path extrusionOk="0" h="26106" w="27648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rect b="b" l="l" r="r" t="t"/>
              <a:pathLst>
                <a:path extrusionOk="0" h="17039" w="12796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rect b="b" l="l" r="r" t="t"/>
              <a:pathLst>
                <a:path extrusionOk="0" h="12669" w="9154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rect b="b" l="l" r="r" t="t"/>
              <a:pathLst>
                <a:path extrusionOk="0" h="1173" w="1172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rect b="b" l="l" r="r" t="t"/>
              <a:pathLst>
                <a:path extrusionOk="0" h="12669" w="9154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rect b="b" l="l" r="r" t="t"/>
              <a:pathLst>
                <a:path extrusionOk="0" h="1933" w="697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rect b="b" l="l" r="r" t="t"/>
              <a:pathLst>
                <a:path extrusionOk="0" h="1933" w="697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rect b="b" l="l" r="r" t="t"/>
              <a:pathLst>
                <a:path extrusionOk="0" h="35217" w="44939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rect b="b" l="l" r="r" t="t"/>
              <a:pathLst>
                <a:path extrusionOk="0" h="29516" w="38479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rect b="b" l="l" r="r" t="t"/>
              <a:pathLst>
                <a:path extrusionOk="0" h="29200" w="3794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rect b="b" l="l" r="r" t="t"/>
              <a:pathLst>
                <a:path extrusionOk="0" h="5131" w="55738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4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rect b="b" l="l" r="r" t="t"/>
            <a:pathLst>
              <a:path extrusionOk="0" h="64455" w="7075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rect b="b" l="l" r="r" t="t"/>
            <a:pathLst>
              <a:path extrusionOk="0" h="72649" w="7265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rect b="b" l="l" r="r" t="t"/>
            <a:pathLst>
              <a:path extrusionOk="0" h="27877" w="95864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rect b="b" l="l" r="r" t="t"/>
            <a:pathLst>
              <a:path extrusionOk="0" h="444" w="64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rect b="b" l="l" r="r" t="t"/>
            <a:pathLst>
              <a:path extrusionOk="0" h="2471" w="508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rect b="b" l="l" r="r" t="t"/>
            <a:pathLst>
              <a:path extrusionOk="0" h="286" w="128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rect b="b" l="l" r="r" t="t"/>
            <a:pathLst>
              <a:path extrusionOk="0" h="255" w="128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rect b="b" l="l" r="r" t="t"/>
            <a:pathLst>
              <a:path extrusionOk="0" h="11813" w="8457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rect b="b" l="l" r="r" t="t"/>
            <a:pathLst>
              <a:path extrusionOk="0" h="18647" w="1137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rect b="b" l="l" r="r" t="t"/>
            <a:pathLst>
              <a:path extrusionOk="0" h="14442" w="909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rect b="b" l="l" r="r" t="t"/>
            <a:pathLst>
              <a:path extrusionOk="0" h="11211" w="1061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rect b="b" l="l" r="r" t="t"/>
            <a:pathLst>
              <a:path extrusionOk="0" h="11054" w="985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rect b="b" l="l" r="r" t="t"/>
            <a:pathLst>
              <a:path extrusionOk="0" h="25684" w="7285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rect b="b" l="l" r="r" t="t"/>
            <a:pathLst>
              <a:path extrusionOk="0" h="10673" w="857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rect b="b" l="l" r="r" t="t"/>
            <a:pathLst>
              <a:path extrusionOk="0" h="191" w="127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rect b="b" l="l" r="r" t="t"/>
            <a:pathLst>
              <a:path extrusionOk="0" h="33" w="1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rect b="b" l="l" r="r" t="t"/>
            <a:pathLst>
              <a:path extrusionOk="0" h="476" w="254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rect b="b" l="l" r="r" t="t"/>
            <a:pathLst>
              <a:path extrusionOk="0" h="96" w="64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rect b="b" l="l" r="r" t="t"/>
            <a:pathLst>
              <a:path extrusionOk="0" h="27109" w="15804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rect b="b" l="l" r="r" t="t"/>
            <a:pathLst>
              <a:path extrusionOk="0" h="4909" w="8614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rect b="b" l="l" r="r" t="t"/>
            <a:pathLst>
              <a:path extrusionOk="0" h="7095" w="4688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rect b="b" l="l" r="r" t="t"/>
            <a:pathLst>
              <a:path extrusionOk="0" h="761" w="255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rect b="b" l="l" r="r" t="t"/>
            <a:pathLst>
              <a:path extrusionOk="0" h="65" w="33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rect b="b" l="l" r="r" t="t"/>
            <a:pathLst>
              <a:path extrusionOk="0" h="26718" w="16184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rect b="b" l="l" r="r" t="t"/>
            <a:pathLst>
              <a:path extrusionOk="0" h="28819" w="12004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rect b="b" l="l" r="r" t="t"/>
            <a:pathLst>
              <a:path extrusionOk="0" h="2914" w="833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rect b="b" l="l" r="r" t="t"/>
            <a:pathLst>
              <a:path extrusionOk="0" h="1717" w="7633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rect b="b" l="l" r="r" t="t"/>
            <a:pathLst>
              <a:path extrusionOk="0" h="2503" w="7728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rect b="b" l="l" r="r" t="t"/>
            <a:pathLst>
              <a:path extrusionOk="0" h="7317" w="1046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rect b="b" l="l" r="r" t="t"/>
            <a:pathLst>
              <a:path extrusionOk="0" h="6620" w="3453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rect b="b" l="l" r="r" t="t"/>
            <a:pathLst>
              <a:path extrusionOk="0" h="5797" w="2629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rect b="b" l="l" r="r" t="t"/>
            <a:pathLst>
              <a:path extrusionOk="0" h="11433" w="11434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rect b="b" l="l" r="r" t="t"/>
            <a:pathLst>
              <a:path extrusionOk="0" h="3231" w="14252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rect b="b" l="l" r="r" t="t"/>
            <a:pathLst>
              <a:path extrusionOk="0" h="1521" w="11434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rect b="b" l="l" r="r" t="t"/>
            <a:pathLst>
              <a:path extrusionOk="0" h="5480" w="73917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rect b="b" l="l" r="r" t="t"/>
            <a:pathLst>
              <a:path extrusionOk="0" h="31978" w="29897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rect b="b" l="l" r="r" t="t"/>
            <a:pathLst>
              <a:path extrusionOk="0" h="25539" w="27997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rect b="b" l="l" r="r" t="t"/>
            <a:pathLst>
              <a:path extrusionOk="0" h="15743" w="56783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rect b="b" l="l" r="r" t="t"/>
            <a:pathLst>
              <a:path extrusionOk="0" h="17689" w="1175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rect b="b" l="l" r="r" t="t"/>
            <a:pathLst>
              <a:path extrusionOk="0" h="14307" w="16184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rect b="b" l="l" r="r" t="t"/>
            <a:pathLst>
              <a:path extrusionOk="0" h="19431" w="14568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rect b="b" l="l" r="r" t="t"/>
            <a:pathLst>
              <a:path extrusionOk="0" h="17689" w="11719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rect b="b" l="l" r="r" t="t"/>
            <a:pathLst>
              <a:path extrusionOk="0" h="19431" w="14569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rect b="b" l="l" r="r" t="t"/>
            <a:pathLst>
              <a:path extrusionOk="0" h="31891" w="20459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rect b="b" l="l" r="r" t="t"/>
            <a:pathLst>
              <a:path extrusionOk="0" h="7365" w="13682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rect b="b" l="l" r="r" t="t"/>
            <a:pathLst>
              <a:path extrusionOk="0" h="11553" w="8298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rect b="b" l="l" r="r" t="t"/>
            <a:pathLst>
              <a:path extrusionOk="0" h="24488" w="15613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rect b="b" l="l" r="r" t="t"/>
            <a:pathLst>
              <a:path extrusionOk="0" h="5771" w="5194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rect b="b" l="l" r="r" t="t"/>
            <a:pathLst>
              <a:path extrusionOk="0" h="15562" w="12859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rect b="b" l="l" r="r" t="t"/>
            <a:pathLst>
              <a:path extrusionOk="0" h="10638" w="1194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rect b="b" l="l" r="r" t="t"/>
            <a:pathLst>
              <a:path extrusionOk="0" h="11635" w="15297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rect b="b" l="l" r="r" t="t"/>
            <a:pathLst>
              <a:path extrusionOk="0" h="634" w="28756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rect b="b" l="l" r="r" t="t"/>
            <a:pathLst>
              <a:path extrusionOk="0" h="5448" w="14949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rect b="b" l="l" r="r" t="t"/>
            <a:pathLst>
              <a:path extrusionOk="0" h="5005" w="14601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rect b="b" l="l" r="r" t="t"/>
            <a:pathLst>
              <a:path extrusionOk="0" h="19097" w="2844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rect b="b" l="l" r="r" t="t"/>
            <a:pathLst>
              <a:path extrusionOk="0" h="5925" w="9501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rect b="b" l="l" r="r" t="t"/>
            <a:pathLst>
              <a:path extrusionOk="0" h="19097" w="28883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rect b="b" l="l" r="r" t="t"/>
            <a:pathLst>
              <a:path extrusionOk="0" h="1141" w="25178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rect b="b" l="l" r="r" t="t"/>
            <a:pathLst>
              <a:path extrusionOk="0" h="3492" w="3738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rect b="b" l="l" r="r" t="t"/>
            <a:pathLst>
              <a:path extrusionOk="0" h="17061" w="31516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rect b="b" l="l" r="r" t="t"/>
            <a:pathLst>
              <a:path extrusionOk="0" h="15843" w="25025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rect b="b" l="l" r="r" t="t"/>
            <a:pathLst>
              <a:path extrusionOk="0" h="5607" w="9882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rect b="b" l="l" r="r" t="t"/>
            <a:pathLst>
              <a:path extrusionOk="0" h="4245" w="14062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rect b="b" l="l" r="r" t="t"/>
            <a:pathLst>
              <a:path extrusionOk="0" h="15843" w="25025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rect b="b" l="l" r="r" t="t"/>
            <a:pathLst>
              <a:path extrusionOk="0" h="5247" w="1441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rect b="b" l="l" r="r" t="t"/>
            <a:pathLst>
              <a:path extrusionOk="0" h="5925" w="9501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rect b="b" l="l" r="r" t="t"/>
            <a:pathLst>
              <a:path extrusionOk="0" h="8995" w="6271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rect b="b" l="l" r="r" t="t"/>
            <a:pathLst>
              <a:path extrusionOk="0" h="5543" w="5448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rect b="b" l="l" r="r" t="t"/>
            <a:pathLst>
              <a:path extrusionOk="0" h="5036" w="666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rect b="b" l="l" r="r" t="t"/>
            <a:pathLst>
              <a:path extrusionOk="0" h="8995" w="3041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rect b="b" l="l" r="r" t="t"/>
            <a:pathLst>
              <a:path extrusionOk="0" h="23879" w="67931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rect b="b" l="l" r="r" t="t"/>
            <a:pathLst>
              <a:path extrusionOk="0" h="20976" w="22454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rect b="b" l="l" r="r" t="t"/>
            <a:pathLst>
              <a:path extrusionOk="0" h="20969" w="21979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rect b="b" l="l" r="r" t="t"/>
            <a:pathLst>
              <a:path extrusionOk="0" h="17673" w="17673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rect b="b" l="l" r="r" t="t"/>
            <a:pathLst>
              <a:path extrusionOk="0" h="11275" w="6398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rect b="b" l="l" r="r" t="t"/>
            <a:pathLst>
              <a:path extrusionOk="0" h="23880" w="67931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rect b="b" l="l" r="r" t="t"/>
            <a:pathLst>
              <a:path extrusionOk="0" h="20966" w="20965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rect b="b" l="l" r="r" t="t"/>
            <a:pathLst>
              <a:path extrusionOk="0" h="17672" w="17672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rect b="b" l="l" r="r" t="t"/>
            <a:pathLst>
              <a:path extrusionOk="0" h="1521" w="11434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rect b="b" l="l" r="r" t="t"/>
            <a:pathLst>
              <a:path extrusionOk="0" h="6842" w="11434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rect b="b" l="l" r="r" t="t"/>
            <a:pathLst>
              <a:path extrusionOk="0" h="2693" w="1109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rect b="b" l="l" r="r" t="t"/>
            <a:pathLst>
              <a:path extrusionOk="0" h="2693" w="1077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rect b="b" l="l" r="r" t="t"/>
            <a:pathLst>
              <a:path extrusionOk="0" h="23848" w="67963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rect b="b" l="l" r="r" t="t"/>
            <a:pathLst>
              <a:path extrusionOk="0" h="17641" w="17641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rect b="b" l="l" r="r" t="t"/>
            <a:pathLst>
              <a:path extrusionOk="0" h="12890" w="12859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rect b="b" l="l" r="r" t="t"/>
            <a:pathLst>
              <a:path extrusionOk="0" h="12890" w="662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rect b="b" l="l" r="r" t="t"/>
            <a:pathLst>
              <a:path extrusionOk="0" h="12827" w="7285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rect b="b" l="l" r="r" t="t"/>
            <a:pathLst>
              <a:path extrusionOk="0" h="12827" w="3833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rect b="b" l="l" r="r" t="t"/>
            <a:pathLst>
              <a:path extrusionOk="0" h="381" w="12859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rect b="b" l="l" r="r" t="t"/>
            <a:pathLst>
              <a:path extrusionOk="0" h="381" w="10705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rect b="b" l="l" r="r" t="t"/>
            <a:pathLst>
              <a:path extrusionOk="0" h="381" w="10705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rect b="b" l="l" r="r" t="t"/>
            <a:pathLst>
              <a:path extrusionOk="0" h="12890" w="381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rect b="b" l="l" r="r" t="t"/>
            <a:pathLst>
              <a:path extrusionOk="0" h="23879" w="67963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rect b="b" l="l" r="r" t="t"/>
            <a:pathLst>
              <a:path extrusionOk="0" h="17672" w="17641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rect b="b" l="l" r="r" t="t"/>
            <a:pathLst>
              <a:path extrusionOk="0" h="13207" w="13207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rect b="b" l="l" r="r" t="t"/>
            <a:pathLst>
              <a:path extrusionOk="0" h="7285" w="3548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rect b="b" l="l" r="r" t="t"/>
            <a:pathLst>
              <a:path extrusionOk="0" h="1490" w="1489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rect b="b" l="l" r="r" t="t"/>
            <a:pathLst>
              <a:path extrusionOk="0" h="23879" w="67963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rect b="b" l="l" r="r" t="t"/>
            <a:pathLst>
              <a:path extrusionOk="0" h="20965" w="20966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rect b="b" l="l" r="r" t="t"/>
            <a:pathLst>
              <a:path extrusionOk="0" h="17672" w="17641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rect b="b" l="l" r="r" t="t"/>
            <a:pathLst>
              <a:path extrusionOk="0" h="1204" w="317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rect b="b" l="l" r="r" t="t"/>
            <a:pathLst>
              <a:path extrusionOk="0" h="951" w="1014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rect b="b" l="l" r="r" t="t"/>
            <a:pathLst>
              <a:path extrusionOk="0" h="413" w="1205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rect b="b" l="l" r="r" t="t"/>
            <a:pathLst>
              <a:path extrusionOk="0" h="445" w="1204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rect b="b" l="l" r="r" t="t"/>
            <a:pathLst>
              <a:path extrusionOk="0" h="951" w="1014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rect b="b" l="l" r="r" t="t"/>
            <a:pathLst>
              <a:path extrusionOk="0" h="9280" w="6652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rect b="b" l="l" r="r" t="t"/>
            <a:pathLst>
              <a:path extrusionOk="0" h="23879" w="67931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rect b="b" l="l" r="r" t="t"/>
            <a:pathLst>
              <a:path extrusionOk="0" h="23848" w="67931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rect b="b" l="l" r="r" t="t"/>
            <a:pathLst>
              <a:path extrusionOk="0" h="17641" w="17673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rect b="b" l="l" r="r" t="t"/>
            <a:pathLst>
              <a:path extrusionOk="0" h="7665" w="8171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rect b="b" l="l" r="r" t="t"/>
            <a:pathLst>
              <a:path extrusionOk="0" h="1997" w="1901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rect b="b" l="l" r="r" t="t"/>
            <a:pathLst>
              <a:path extrusionOk="0" h="3674" w="3421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rect b="b" l="l" r="r" t="t"/>
            <a:pathLst>
              <a:path extrusionOk="0" h="1489" w="263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rect b="b" l="l" r="r" t="t"/>
            <a:pathLst>
              <a:path extrusionOk="0" h="634" w="697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